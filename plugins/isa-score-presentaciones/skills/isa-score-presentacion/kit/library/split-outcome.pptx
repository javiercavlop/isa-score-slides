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Relationship Id="rId9" Type="http://schemas.openxmlformats.org/officeDocument/2006/relationships/image" Target="../media/image17.png"/><Relationship Id="rId10" Type="http://schemas.openxmlformats.org/officeDocument/2006/relationships/image" Target="../media/image15.png"/><Relationship Id="rId11" Type="http://schemas.openxmlformats.org/officeDocument/2006/relationships/image" Target="../media/image12.png"/><Relationship Id="rId12" Type="http://schemas.openxmlformats.org/officeDocument/2006/relationships/image" Target="../media/image2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14.png"/><Relationship Id="rId16" Type="http://schemas.openxmlformats.org/officeDocument/2006/relationships/image" Target="../media/image3.svg"/><Relationship Id="rId17" Type="http://schemas.openxmlformats.org/officeDocument/2006/relationships/image" Target="../media/image8.png"/><Relationship Id="rId18" Type="http://schemas.openxmlformats.org/officeDocument/2006/relationships/image" Target="../media/image5.png"/><Relationship Id="rId19" Type="http://schemas.openxmlformats.org/officeDocument/2006/relationships/image" Target="../media/image4.svg"/><Relationship Id="rId20" Type="http://schemas.openxmlformats.org/officeDocument/2006/relationships/image" Target="../media/image10.png"/><Relationship Id="rId21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3" Type="http://schemas.openxmlformats.org/officeDocument/2006/relationships/image" Target="../media/image5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DAE54FB-F8F9-6847-459F-478B64DC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lecha derecha 106">
            <a:extLst>
              <a:ext uri="{FF2B5EF4-FFF2-40B4-BE49-F238E27FC236}">
                <a16:creationId xmlns:a16="http://schemas.microsoft.com/office/drawing/2014/main" id="{F41D3156-D55F-8C39-85F7-CBD52B6C5078}"/>
              </a:ext>
            </a:extLst>
          </p:cNvPr>
          <p:cNvSpPr/>
          <p:nvPr/>
        </p:nvSpPr>
        <p:spPr>
          <a:xfrm rot="19876849" flipV="1">
            <a:off x="5160907" y="3045018"/>
            <a:ext cx="1976734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27F8A61-B877-7CD6-8EBD-F0AA09CB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Detection of Pricing Inconsistencies in Benchmark</a:t>
            </a:r>
            <a:b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two)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AA9FC7A-34BB-5175-EC49-721FC48A1E76}"/>
              </a:ext>
            </a:extLst>
          </p:cNvPr>
          <p:cNvGrpSpPr/>
          <p:nvPr/>
        </p:nvGrpSpPr>
        <p:grpSpPr>
          <a:xfrm>
            <a:off x="723877" y="2935253"/>
            <a:ext cx="2289409" cy="1450945"/>
            <a:chOff x="3464620" y="1374982"/>
            <a:chExt cx="2289409" cy="1450945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4ABE1043-C1E8-4CBB-E09C-5AC2695731F9}"/>
                </a:ext>
              </a:extLst>
            </p:cNvPr>
            <p:cNvGrpSpPr/>
            <p:nvPr/>
          </p:nvGrpSpPr>
          <p:grpSpPr>
            <a:xfrm>
              <a:off x="3854914" y="1374982"/>
              <a:ext cx="1508824" cy="1061365"/>
              <a:chOff x="3854914" y="1616520"/>
              <a:chExt cx="1508824" cy="1061365"/>
            </a:xfrm>
          </p:grpSpPr>
          <p:pic>
            <p:nvPicPr>
              <p:cNvPr id="8" name="Imagen 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6D467175-2B2D-4D75-B0CB-E675E35A0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4914" y="1616594"/>
                <a:ext cx="1508823" cy="1061291"/>
              </a:xfrm>
              <a:prstGeom prst="rect">
                <a:avLst/>
              </a:prstGeom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B5ABCFCA-F15B-A234-046C-8DFBE39FF287}"/>
                  </a:ext>
                </a:extLst>
              </p:cNvPr>
              <p:cNvSpPr/>
              <p:nvPr/>
            </p:nvSpPr>
            <p:spPr>
              <a:xfrm>
                <a:off x="4371838" y="1616520"/>
                <a:ext cx="991900" cy="18618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7F2425A-270E-1527-B514-79A846FB0186}"/>
                </a:ext>
              </a:extLst>
            </p:cNvPr>
            <p:cNvSpPr txBox="1"/>
            <p:nvPr/>
          </p:nvSpPr>
          <p:spPr>
            <a:xfrm>
              <a:off x="3464620" y="2518150"/>
              <a:ext cx="22894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Higher Plan – Lower Price</a:t>
              </a:r>
              <a:endParaRPr lang="en-US" sz="14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A2B62FED-5902-F103-1718-9AD4BF317678}"/>
              </a:ext>
            </a:extLst>
          </p:cNvPr>
          <p:cNvGrpSpPr/>
          <p:nvPr/>
        </p:nvGrpSpPr>
        <p:grpSpPr>
          <a:xfrm>
            <a:off x="1209019" y="3107946"/>
            <a:ext cx="1508823" cy="1437720"/>
            <a:chOff x="7703203" y="1374982"/>
            <a:chExt cx="2936178" cy="291946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1F08147-434C-5E26-73E2-49670033A81B}"/>
                </a:ext>
              </a:extLst>
            </p:cNvPr>
            <p:cNvGrpSpPr/>
            <p:nvPr/>
          </p:nvGrpSpPr>
          <p:grpSpPr>
            <a:xfrm>
              <a:off x="7703203" y="1374982"/>
              <a:ext cx="2936178" cy="2065352"/>
              <a:chOff x="7703203" y="1616520"/>
              <a:chExt cx="2936178" cy="2065352"/>
            </a:xfrm>
          </p:grpSpPr>
          <p:pic>
            <p:nvPicPr>
              <p:cNvPr id="13" name="Imagen 12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18C50EC7-B541-5C60-7C13-25494F631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03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19930EA-2498-718F-1887-7CF7BB3D9D61}"/>
                  </a:ext>
                </a:extLst>
              </p:cNvPr>
              <p:cNvSpPr/>
              <p:nvPr/>
            </p:nvSpPr>
            <p:spPr>
              <a:xfrm>
                <a:off x="7703204" y="1616520"/>
                <a:ext cx="972446" cy="206527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5F4CBC8-604F-91CC-3961-41E6D4C78B65}"/>
                </a:ext>
              </a:extLst>
            </p:cNvPr>
            <p:cNvSpPr txBox="1"/>
            <p:nvPr/>
          </p:nvSpPr>
          <p:spPr>
            <a:xfrm>
              <a:off x="7959471" y="3669466"/>
              <a:ext cx="2423641" cy="624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Empty Plans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5ADC5B-F0A7-6289-FB86-3F390213EFB5}"/>
              </a:ext>
            </a:extLst>
          </p:cNvPr>
          <p:cNvGrpSpPr/>
          <p:nvPr/>
        </p:nvGrpSpPr>
        <p:grpSpPr>
          <a:xfrm>
            <a:off x="919235" y="2890378"/>
            <a:ext cx="1954874" cy="1808145"/>
            <a:chOff x="5814018" y="4300354"/>
            <a:chExt cx="2936178" cy="2728398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1C7A8C-CA98-0D97-3913-1B760C5796BC}"/>
                </a:ext>
              </a:extLst>
            </p:cNvPr>
            <p:cNvGrpSpPr/>
            <p:nvPr/>
          </p:nvGrpSpPr>
          <p:grpSpPr>
            <a:xfrm>
              <a:off x="5814018" y="4300354"/>
              <a:ext cx="2936178" cy="2065278"/>
              <a:chOff x="7703203" y="4205996"/>
              <a:chExt cx="2936178" cy="2065278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84B9EBC3-F112-DF2D-E17B-2B36E5088653}"/>
                  </a:ext>
                </a:extLst>
              </p:cNvPr>
              <p:cNvGrpSpPr/>
              <p:nvPr/>
            </p:nvGrpSpPr>
            <p:grpSpPr>
              <a:xfrm>
                <a:off x="7703203" y="4205996"/>
                <a:ext cx="2936178" cy="2065278"/>
                <a:chOff x="7703203" y="1616594"/>
                <a:chExt cx="2936178" cy="2065278"/>
              </a:xfrm>
            </p:grpSpPr>
            <p:pic>
              <p:nvPicPr>
                <p:cNvPr id="20" name="Imagen 19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4FB8192F-5535-6069-D16D-DA068890E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6FB65C19-B2FE-D360-DF26-DBE90AF69AC5}"/>
                    </a:ext>
                  </a:extLst>
                </p:cNvPr>
                <p:cNvSpPr/>
                <p:nvPr/>
              </p:nvSpPr>
              <p:spPr>
                <a:xfrm>
                  <a:off x="7703203" y="3060900"/>
                  <a:ext cx="2936177" cy="620898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pic>
            <p:nvPicPr>
              <p:cNvPr id="19" name="Imagen 1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2932FEA3-B722-F0DB-628F-C73BA4232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92715" y="5693432"/>
                <a:ext cx="571461" cy="508958"/>
              </a:xfrm>
              <a:prstGeom prst="rect">
                <a:avLst/>
              </a:prstGeom>
            </p:spPr>
          </p:pic>
        </p:grp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D6EEAA4-27F9-DD98-24A4-646D1F75FE16}"/>
                </a:ext>
              </a:extLst>
            </p:cNvPr>
            <p:cNvSpPr txBox="1"/>
            <p:nvPr/>
          </p:nvSpPr>
          <p:spPr>
            <a:xfrm>
              <a:off x="5982677" y="6517891"/>
              <a:ext cx="2598859" cy="51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Dead Features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77203CEF-562C-6C7C-9284-DA9966F7D013}"/>
              </a:ext>
            </a:extLst>
          </p:cNvPr>
          <p:cNvGrpSpPr/>
          <p:nvPr/>
        </p:nvGrpSpPr>
        <p:grpSpPr>
          <a:xfrm>
            <a:off x="885766" y="2935495"/>
            <a:ext cx="2133918" cy="1901338"/>
            <a:chOff x="7242698" y="1375056"/>
            <a:chExt cx="3890975" cy="356566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8B085D8-6A57-B694-D17A-5D17B0A13166}"/>
                </a:ext>
              </a:extLst>
            </p:cNvPr>
            <p:cNvGrpSpPr/>
            <p:nvPr/>
          </p:nvGrpSpPr>
          <p:grpSpPr>
            <a:xfrm>
              <a:off x="7242698" y="1375056"/>
              <a:ext cx="3890975" cy="3565662"/>
              <a:chOff x="7242698" y="1375056"/>
              <a:chExt cx="3890975" cy="3565662"/>
            </a:xfrm>
          </p:grpSpPr>
          <p:grpSp>
            <p:nvGrpSpPr>
              <p:cNvPr id="53" name="Grupo 52">
                <a:extLst>
                  <a:ext uri="{FF2B5EF4-FFF2-40B4-BE49-F238E27FC236}">
                    <a16:creationId xmlns:a16="http://schemas.microsoft.com/office/drawing/2014/main" id="{1B159DC5-64F3-B765-908D-27C5AA30FB7D}"/>
                  </a:ext>
                </a:extLst>
              </p:cNvPr>
              <p:cNvGrpSpPr/>
              <p:nvPr/>
            </p:nvGrpSpPr>
            <p:grpSpPr>
              <a:xfrm>
                <a:off x="7703203" y="1375056"/>
                <a:ext cx="2936178" cy="2784349"/>
                <a:chOff x="7703203" y="1616594"/>
                <a:chExt cx="2936178" cy="2784349"/>
              </a:xfrm>
            </p:grpSpPr>
            <p:pic>
              <p:nvPicPr>
                <p:cNvPr id="55" name="Imagen 54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591598D5-E094-A8A9-CC71-5D1DB57C59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56" name="Rectángulo 55">
                  <a:extLst>
                    <a:ext uri="{FF2B5EF4-FFF2-40B4-BE49-F238E27FC236}">
                      <a16:creationId xmlns:a16="http://schemas.microsoft.com/office/drawing/2014/main" id="{ADDEEC32-6A18-2D6B-2321-B90E7D39ADA9}"/>
                    </a:ext>
                  </a:extLst>
                </p:cNvPr>
                <p:cNvSpPr/>
                <p:nvPr/>
              </p:nvSpPr>
              <p:spPr>
                <a:xfrm>
                  <a:off x="9640619" y="3681872"/>
                  <a:ext cx="972446" cy="719071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2CBB131-D58D-B56A-37C5-36577364BC54}"/>
                  </a:ext>
                </a:extLst>
              </p:cNvPr>
              <p:cNvSpPr txBox="1"/>
              <p:nvPr/>
            </p:nvSpPr>
            <p:spPr>
              <a:xfrm>
                <a:off x="7242698" y="4305813"/>
                <a:ext cx="3890975" cy="634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Non-existent Feature</a:t>
                </a: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CA5CDF44-3C1B-52D8-A284-9928BF453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6787" y="3586742"/>
              <a:ext cx="440110" cy="44011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AF525BC5-5555-A761-3923-9E5200FF5CB6}"/>
              </a:ext>
            </a:extLst>
          </p:cNvPr>
          <p:cNvGrpSpPr/>
          <p:nvPr/>
        </p:nvGrpSpPr>
        <p:grpSpPr>
          <a:xfrm>
            <a:off x="927854" y="2979847"/>
            <a:ext cx="1481443" cy="1595938"/>
            <a:chOff x="5710111" y="2632311"/>
            <a:chExt cx="1861407" cy="2014938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4D398115-D08F-D7ED-3BD3-703716078583}"/>
                </a:ext>
              </a:extLst>
            </p:cNvPr>
            <p:cNvGrpSpPr/>
            <p:nvPr/>
          </p:nvGrpSpPr>
          <p:grpSpPr>
            <a:xfrm>
              <a:off x="5731143" y="2632311"/>
              <a:ext cx="1790939" cy="1368688"/>
              <a:chOff x="5804209" y="4203078"/>
              <a:chExt cx="2936178" cy="2070967"/>
            </a:xfrm>
          </p:grpSpPr>
          <p:pic>
            <p:nvPicPr>
              <p:cNvPr id="58" name="Imagen 5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5CAD6BF-B01A-71E6-4368-AD1566ABB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4209" y="4208767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EAAC5E2D-8E99-5173-697D-EEC342A88DA5}"/>
                  </a:ext>
                </a:extLst>
              </p:cNvPr>
              <p:cNvSpPr/>
              <p:nvPr/>
            </p:nvSpPr>
            <p:spPr>
              <a:xfrm>
                <a:off x="6766622" y="4203078"/>
                <a:ext cx="1973765" cy="3571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</p:grp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23AC603F-1F21-E32B-E75F-D8B134EC797B}"/>
                </a:ext>
              </a:extLst>
            </p:cNvPr>
            <p:cNvSpPr txBox="1"/>
            <p:nvPr/>
          </p:nvSpPr>
          <p:spPr>
            <a:xfrm>
              <a:off x="5710111" y="4062474"/>
              <a:ext cx="18614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Different Features</a:t>
              </a:r>
            </a:p>
            <a:p>
              <a:pPr algn="ctr"/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Same Prices</a:t>
              </a:r>
              <a:endParaRPr lang="en-US" sz="16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D5E80814-99C2-F12F-E5A7-4C77965E008F}"/>
              </a:ext>
            </a:extLst>
          </p:cNvPr>
          <p:cNvGrpSpPr/>
          <p:nvPr/>
        </p:nvGrpSpPr>
        <p:grpSpPr>
          <a:xfrm>
            <a:off x="1074547" y="2920104"/>
            <a:ext cx="1700677" cy="1735935"/>
            <a:chOff x="10034495" y="1011530"/>
            <a:chExt cx="1700677" cy="1735935"/>
          </a:xfrm>
        </p:grpSpPr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6B5AEAEC-F0E1-47E3-6E58-A16CDDC5DD12}"/>
                </a:ext>
              </a:extLst>
            </p:cNvPr>
            <p:cNvGrpSpPr/>
            <p:nvPr/>
          </p:nvGrpSpPr>
          <p:grpSpPr>
            <a:xfrm>
              <a:off x="10034495" y="1011530"/>
              <a:ext cx="1700677" cy="1735935"/>
              <a:chOff x="5493618" y="4300284"/>
              <a:chExt cx="3309527" cy="3058191"/>
            </a:xfrm>
          </p:grpSpPr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CCD5C87E-1D04-5A42-5DA1-0555C5B0A9A5}"/>
                  </a:ext>
                </a:extLst>
              </p:cNvPr>
              <p:cNvGrpSpPr/>
              <p:nvPr/>
            </p:nvGrpSpPr>
            <p:grpSpPr>
              <a:xfrm>
                <a:off x="5814018" y="4300284"/>
                <a:ext cx="2936178" cy="2065348"/>
                <a:chOff x="7703203" y="1616524"/>
                <a:chExt cx="2936178" cy="2065348"/>
              </a:xfrm>
            </p:grpSpPr>
            <p:pic>
              <p:nvPicPr>
                <p:cNvPr id="69" name="Imagen 68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C329BA37-3AC0-A5CF-F84E-7EF4B76CD0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676783D0-2EA5-D760-8051-E6AED98E8102}"/>
                    </a:ext>
                  </a:extLst>
                </p:cNvPr>
                <p:cNvSpPr/>
                <p:nvPr/>
              </p:nvSpPr>
              <p:spPr>
                <a:xfrm>
                  <a:off x="8683569" y="1616524"/>
                  <a:ext cx="1955808" cy="206527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9CCB528B-48A8-A46A-D9FD-F7523E02CD3F}"/>
                  </a:ext>
                </a:extLst>
              </p:cNvPr>
              <p:cNvSpPr txBox="1"/>
              <p:nvPr/>
            </p:nvSpPr>
            <p:spPr>
              <a:xfrm>
                <a:off x="5493618" y="6436720"/>
                <a:ext cx="3309527" cy="921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Same Features</a:t>
                </a:r>
                <a:r>
                  <a:rPr lang="en-US" sz="1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Different Prices</a:t>
                </a:r>
              </a:p>
            </p:txBody>
          </p:sp>
        </p:grpSp>
        <p:pic>
          <p:nvPicPr>
            <p:cNvPr id="71" name="Imagen 70" descr="Icono&#10;&#10;El contenido generado por IA puede ser incorrecto.">
              <a:extLst>
                <a:ext uri="{FF2B5EF4-FFF2-40B4-BE49-F238E27FC236}">
                  <a16:creationId xmlns:a16="http://schemas.microsoft.com/office/drawing/2014/main" id="{FB4D0A71-3979-F642-BE6B-B5C47C80A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43" t="11306" r="10596" b="7211"/>
            <a:stretch>
              <a:fillRect/>
            </a:stretch>
          </p:blipFill>
          <p:spPr>
            <a:xfrm>
              <a:off x="10845616" y="1887125"/>
              <a:ext cx="215870" cy="231523"/>
            </a:xfrm>
            <a:prstGeom prst="rect">
              <a:avLst/>
            </a:prstGeom>
          </p:spPr>
        </p:pic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A6912B2B-FF96-355F-032E-58169151E60C}"/>
              </a:ext>
            </a:extLst>
          </p:cNvPr>
          <p:cNvGrpSpPr/>
          <p:nvPr/>
        </p:nvGrpSpPr>
        <p:grpSpPr>
          <a:xfrm>
            <a:off x="-62341" y="2692348"/>
            <a:ext cx="3870300" cy="2663254"/>
            <a:chOff x="4988464" y="1626947"/>
            <a:chExt cx="3870300" cy="2663254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FEF2247F-D1D0-D776-31E8-EA1F004CE594}"/>
                </a:ext>
              </a:extLst>
            </p:cNvPr>
            <p:cNvGrpSpPr/>
            <p:nvPr/>
          </p:nvGrpSpPr>
          <p:grpSpPr>
            <a:xfrm>
              <a:off x="4988464" y="1626947"/>
              <a:ext cx="3870300" cy="2663254"/>
              <a:chOff x="4988464" y="1626947"/>
              <a:chExt cx="3870300" cy="2663254"/>
            </a:xfrm>
          </p:grpSpPr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B45637B6-37D9-E212-B238-489705CC3536}"/>
                  </a:ext>
                </a:extLst>
              </p:cNvPr>
              <p:cNvGrpSpPr/>
              <p:nvPr/>
            </p:nvGrpSpPr>
            <p:grpSpPr>
              <a:xfrm>
                <a:off x="4988464" y="1626947"/>
                <a:ext cx="3870300" cy="2663254"/>
                <a:chOff x="1889239" y="3820250"/>
                <a:chExt cx="3870300" cy="2663254"/>
              </a:xfrm>
            </p:grpSpPr>
            <p:grpSp>
              <p:nvGrpSpPr>
                <p:cNvPr id="81" name="Grupo 80">
                  <a:extLst>
                    <a:ext uri="{FF2B5EF4-FFF2-40B4-BE49-F238E27FC236}">
                      <a16:creationId xmlns:a16="http://schemas.microsoft.com/office/drawing/2014/main" id="{F133BE29-F42C-1717-B95B-4EB5CF3126F2}"/>
                    </a:ext>
                  </a:extLst>
                </p:cNvPr>
                <p:cNvGrpSpPr/>
                <p:nvPr/>
              </p:nvGrpSpPr>
              <p:grpSpPr>
                <a:xfrm>
                  <a:off x="1889239" y="3820250"/>
                  <a:ext cx="3870300" cy="2148493"/>
                  <a:chOff x="2862982" y="1877098"/>
                  <a:chExt cx="7772400" cy="4583561"/>
                </a:xfrm>
              </p:grpSpPr>
              <p:pic>
                <p:nvPicPr>
                  <p:cNvPr id="83" name="Imagen 82" descr="Aplicación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B73F3ED2-4314-0486-3F9D-E35E4AFC7B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982" y="1877098"/>
                    <a:ext cx="7772400" cy="4508599"/>
                  </a:xfrm>
                  <a:prstGeom prst="rect">
                    <a:avLst/>
                  </a:prstGeom>
                </p:spPr>
              </p:pic>
              <p:pic>
                <p:nvPicPr>
                  <p:cNvPr id="84" name="Imagen 83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13B5AD45-602C-98C6-97B2-3618223F4A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38936" y="6158338"/>
                    <a:ext cx="2215887" cy="302321"/>
                  </a:xfrm>
                  <a:prstGeom prst="rect">
                    <a:avLst/>
                  </a:prstGeom>
                </p:spPr>
              </p:pic>
              <p:pic>
                <p:nvPicPr>
                  <p:cNvPr id="85" name="Imagen 84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89683A26-BA2F-F2C5-2F29-DF16797EA9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057"/>
                  <a:stretch>
                    <a:fillRect/>
                  </a:stretch>
                </p:blipFill>
                <p:spPr>
                  <a:xfrm>
                    <a:off x="6109083" y="6158337"/>
                    <a:ext cx="1483398" cy="3023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E2AF4FA7-CA30-D759-1A29-BB1E9B53B7E1}"/>
                    </a:ext>
                  </a:extLst>
                </p:cNvPr>
                <p:cNvSpPr txBox="1"/>
                <p:nvPr/>
              </p:nvSpPr>
              <p:spPr>
                <a:xfrm>
                  <a:off x="2810712" y="6114172"/>
                  <a:ext cx="18053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Dummy Add-on</a:t>
                  </a:r>
                </a:p>
              </p:txBody>
            </p:sp>
          </p:grpSp>
          <p:pic>
            <p:nvPicPr>
              <p:cNvPr id="87" name="Imagen 86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5B8247DB-24CC-230A-0CBA-53534EFA1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 r="33309"/>
              <a:stretch>
                <a:fillRect/>
              </a:stretch>
            </p:blipFill>
            <p:spPr>
              <a:xfrm>
                <a:off x="5448527" y="3631100"/>
                <a:ext cx="371127" cy="141710"/>
              </a:xfrm>
              <a:prstGeom prst="rect">
                <a:avLst/>
              </a:prstGeom>
            </p:spPr>
          </p:pic>
          <p:pic>
            <p:nvPicPr>
              <p:cNvPr id="89" name="Imagen 8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CE1985ED-777F-A825-C16A-80486CC3D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8" t="5910" r="10905" b="6363"/>
              <a:stretch>
                <a:fillRect/>
              </a:stretch>
            </p:blipFill>
            <p:spPr>
              <a:xfrm>
                <a:off x="5448526" y="3263839"/>
                <a:ext cx="371127" cy="336223"/>
              </a:xfrm>
              <a:prstGeom prst="rect">
                <a:avLst/>
              </a:prstGeom>
            </p:spPr>
          </p:pic>
        </p:grp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A545951B-5D66-576C-769A-2026CF2D6E77}"/>
                </a:ext>
              </a:extLst>
            </p:cNvPr>
            <p:cNvSpPr/>
            <p:nvPr/>
          </p:nvSpPr>
          <p:spPr>
            <a:xfrm>
              <a:off x="5011233" y="3148642"/>
              <a:ext cx="1245622" cy="7013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902EACED-7B4B-814D-5135-E33535753F4F}"/>
                </a:ext>
              </a:extLst>
            </p:cNvPr>
            <p:cNvSpPr/>
            <p:nvPr/>
          </p:nvSpPr>
          <p:spPr>
            <a:xfrm>
              <a:off x="6542050" y="1627785"/>
              <a:ext cx="738664" cy="14911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79296A62-EE43-01D2-756A-35F8608BE81F}"/>
              </a:ext>
            </a:extLst>
          </p:cNvPr>
          <p:cNvGrpSpPr/>
          <p:nvPr/>
        </p:nvGrpSpPr>
        <p:grpSpPr>
          <a:xfrm>
            <a:off x="-112965" y="2692348"/>
            <a:ext cx="3876698" cy="2687476"/>
            <a:chOff x="1882841" y="3820250"/>
            <a:chExt cx="3876698" cy="2687476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2894BEEB-96DF-438A-8E3E-3D54CA40CC3B}"/>
                </a:ext>
              </a:extLst>
            </p:cNvPr>
            <p:cNvGrpSpPr/>
            <p:nvPr/>
          </p:nvGrpSpPr>
          <p:grpSpPr>
            <a:xfrm>
              <a:off x="1889239" y="3820250"/>
              <a:ext cx="3870300" cy="2687476"/>
              <a:chOff x="1889239" y="3820250"/>
              <a:chExt cx="3870300" cy="2687476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5F0C2419-5AD0-5E3A-5754-FB01AA2A9361}"/>
                  </a:ext>
                </a:extLst>
              </p:cNvPr>
              <p:cNvGrpSpPr/>
              <p:nvPr/>
            </p:nvGrpSpPr>
            <p:grpSpPr>
              <a:xfrm>
                <a:off x="1889239" y="3820250"/>
                <a:ext cx="3870300" cy="2148493"/>
                <a:chOff x="2862982" y="1877098"/>
                <a:chExt cx="7772400" cy="4583561"/>
              </a:xfrm>
            </p:grpSpPr>
            <p:pic>
              <p:nvPicPr>
                <p:cNvPr id="22" name="Imagen 21" descr="Aplicación&#10;&#10;El contenido generado por IA puede ser incorrecto.">
                  <a:extLst>
                    <a:ext uri="{FF2B5EF4-FFF2-40B4-BE49-F238E27FC236}">
                      <a16:creationId xmlns:a16="http://schemas.microsoft.com/office/drawing/2014/main" id="{CC8F4F92-4895-94FB-E06C-FA2CCAED1A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2982" y="1877098"/>
                  <a:ext cx="7772400" cy="4508599"/>
                </a:xfrm>
                <a:prstGeom prst="rect">
                  <a:avLst/>
                </a:prstGeom>
              </p:spPr>
            </p:pic>
            <p:pic>
              <p:nvPicPr>
                <p:cNvPr id="23" name="Imagen 22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C23E2159-02C3-7FCD-CA97-27D00E88F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8936" y="6158338"/>
                  <a:ext cx="2215887" cy="302321"/>
                </a:xfrm>
                <a:prstGeom prst="rect">
                  <a:avLst/>
                </a:prstGeom>
              </p:spPr>
            </p:pic>
            <p:pic>
              <p:nvPicPr>
                <p:cNvPr id="24" name="Imagen 23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CA4FDF3A-78D9-1D58-4D79-1091C90D6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057"/>
                <a:stretch>
                  <a:fillRect/>
                </a:stretch>
              </p:blipFill>
              <p:spPr>
                <a:xfrm>
                  <a:off x="6109083" y="6158337"/>
                  <a:ext cx="1483398" cy="302321"/>
                </a:xfrm>
                <a:prstGeom prst="rect">
                  <a:avLst/>
                </a:prstGeom>
              </p:spPr>
            </p:pic>
            <p:pic>
              <p:nvPicPr>
                <p:cNvPr id="25" name="Gráfico 24">
                  <a:extLst>
                    <a:ext uri="{FF2B5EF4-FFF2-40B4-BE49-F238E27FC236}">
                      <a16:creationId xmlns:a16="http://schemas.microsoft.com/office/drawing/2014/main" id="{E9EE4ACE-837B-57E9-13A7-4830E8A39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3561" y="5529378"/>
                  <a:ext cx="460842" cy="460842"/>
                </a:xfrm>
                <a:prstGeom prst="rect">
                  <a:avLst/>
                </a:prstGeom>
              </p:spPr>
            </p:pic>
          </p:grp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2B6C569-9A14-D462-6C52-507762503556}"/>
                  </a:ext>
                </a:extLst>
              </p:cNvPr>
              <p:cNvSpPr txBox="1"/>
              <p:nvPr/>
            </p:nvSpPr>
            <p:spPr>
              <a:xfrm>
                <a:off x="2046027" y="6046061"/>
                <a:ext cx="32031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Non-available Add-on</a:t>
                </a:r>
              </a:p>
            </p:txBody>
          </p:sp>
        </p:grp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DE172785-4D10-562C-1471-855A9566ADE7}"/>
                </a:ext>
              </a:extLst>
            </p:cNvPr>
            <p:cNvSpPr/>
            <p:nvPr/>
          </p:nvSpPr>
          <p:spPr>
            <a:xfrm>
              <a:off x="1882841" y="5338609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20D3A9DA-3173-26CC-3CE7-43F7E013C9A3}"/>
              </a:ext>
            </a:extLst>
          </p:cNvPr>
          <p:cNvGrpSpPr/>
          <p:nvPr/>
        </p:nvGrpSpPr>
        <p:grpSpPr>
          <a:xfrm>
            <a:off x="-188981" y="2633338"/>
            <a:ext cx="3878591" cy="3728025"/>
            <a:chOff x="8212555" y="3026913"/>
            <a:chExt cx="3878591" cy="3728025"/>
          </a:xfrm>
        </p:grpSpPr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31831F82-F8F3-B6D0-C05B-8937A0B866BA}"/>
                </a:ext>
              </a:extLst>
            </p:cNvPr>
            <p:cNvGrpSpPr/>
            <p:nvPr/>
          </p:nvGrpSpPr>
          <p:grpSpPr>
            <a:xfrm>
              <a:off x="8212555" y="3026913"/>
              <a:ext cx="3773931" cy="3728025"/>
              <a:chOff x="5860723" y="1563804"/>
              <a:chExt cx="5757526" cy="5870423"/>
            </a:xfrm>
          </p:grpSpPr>
          <p:pic>
            <p:nvPicPr>
              <p:cNvPr id="28" name="Imagen 27" descr="Aplicación&#10;&#10;El contenido generado por IA puede ser incorrecto.">
                <a:extLst>
                  <a:ext uri="{FF2B5EF4-FFF2-40B4-BE49-F238E27FC236}">
                    <a16:creationId xmlns:a16="http://schemas.microsoft.com/office/drawing/2014/main" id="{1A9B737C-5FDA-8F95-1EE4-73C794B39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0723" y="1563804"/>
                <a:ext cx="5757526" cy="3339815"/>
              </a:xfrm>
              <a:prstGeom prst="rect">
                <a:avLst/>
              </a:prstGeom>
            </p:spPr>
          </p:pic>
          <p:pic>
            <p:nvPicPr>
              <p:cNvPr id="29" name="Imagen 28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5C66AEB3-249F-FB9D-F435-82D2227D9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2401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0" name="Imagen 29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CDEF3091-2A77-9B80-6F12-13D8C922D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/>
              <a:stretch>
                <a:fillRect/>
              </a:stretch>
            </p:blipFill>
            <p:spPr>
              <a:xfrm>
                <a:off x="8285701" y="4760847"/>
                <a:ext cx="939319" cy="191436"/>
              </a:xfrm>
              <a:prstGeom prst="rect">
                <a:avLst/>
              </a:prstGeom>
            </p:spPr>
          </p:pic>
          <p:pic>
            <p:nvPicPr>
              <p:cNvPr id="31" name="Imagen 30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F48EEE16-6894-993B-C35C-E0842B07B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9526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2" name="Gráfico 31">
                <a:extLst>
                  <a:ext uri="{FF2B5EF4-FFF2-40B4-BE49-F238E27FC236}">
                    <a16:creationId xmlns:a16="http://schemas.microsoft.com/office/drawing/2014/main" id="{60D2CD9D-95F1-BE4C-2CE9-512C71F30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122683" y="4318367"/>
                <a:ext cx="386297" cy="386297"/>
              </a:xfrm>
              <a:prstGeom prst="rect">
                <a:avLst/>
              </a:prstGeom>
            </p:spPr>
          </p:pic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69575CB5-92E4-454F-C81B-24CCC01BB78C}"/>
                  </a:ext>
                </a:extLst>
              </p:cNvPr>
              <p:cNvGrpSpPr/>
              <p:nvPr/>
            </p:nvGrpSpPr>
            <p:grpSpPr>
              <a:xfrm>
                <a:off x="7131764" y="4996354"/>
                <a:ext cx="1508519" cy="669073"/>
                <a:chOff x="1270510" y="4697390"/>
                <a:chExt cx="1508519" cy="669073"/>
              </a:xfrm>
              <a:solidFill>
                <a:srgbClr val="FF0000"/>
              </a:solidFill>
            </p:grpSpPr>
            <p:sp>
              <p:nvSpPr>
                <p:cNvPr id="34" name="Flecha doblada hacia arriba 33">
                  <a:extLst>
                    <a:ext uri="{FF2B5EF4-FFF2-40B4-BE49-F238E27FC236}">
                      <a16:creationId xmlns:a16="http://schemas.microsoft.com/office/drawing/2014/main" id="{295D7D5E-3F2E-2FAE-3D76-9D9E76BE0C48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grp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7F05B14D-A54F-372E-6681-E71787742D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grpFill/>
                <a:ln w="76200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1E3111B0-E3AA-E02B-7E22-AED322B6CDBD}"/>
                  </a:ext>
                </a:extLst>
              </p:cNvPr>
              <p:cNvGrpSpPr/>
              <p:nvPr/>
            </p:nvGrpSpPr>
            <p:grpSpPr>
              <a:xfrm flipH="1">
                <a:off x="8966743" y="5008467"/>
                <a:ext cx="1508518" cy="669073"/>
                <a:chOff x="1270510" y="4697390"/>
                <a:chExt cx="1508519" cy="669073"/>
              </a:xfrm>
            </p:grpSpPr>
            <p:sp>
              <p:nvSpPr>
                <p:cNvPr id="37" name="Flecha doblada hacia arriba 36">
                  <a:extLst>
                    <a:ext uri="{FF2B5EF4-FFF2-40B4-BE49-F238E27FC236}">
                      <a16:creationId xmlns:a16="http://schemas.microsoft.com/office/drawing/2014/main" id="{34117E5F-CFD4-D07D-82CF-98859E1EBC70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505B9F46-16C2-38DE-B182-E62CEA6B8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029B57BA-FD5C-7DE2-B139-122AA645163E}"/>
                  </a:ext>
                </a:extLst>
              </p:cNvPr>
              <p:cNvGrpSpPr/>
              <p:nvPr/>
            </p:nvGrpSpPr>
            <p:grpSpPr>
              <a:xfrm flipH="1">
                <a:off x="6647908" y="5008466"/>
                <a:ext cx="4153813" cy="853372"/>
                <a:chOff x="1270510" y="4697390"/>
                <a:chExt cx="1508519" cy="669073"/>
              </a:xfrm>
            </p:grpSpPr>
            <p:sp>
              <p:nvSpPr>
                <p:cNvPr id="40" name="Flecha doblada hacia arriba 39">
                  <a:extLst>
                    <a:ext uri="{FF2B5EF4-FFF2-40B4-BE49-F238E27FC236}">
                      <a16:creationId xmlns:a16="http://schemas.microsoft.com/office/drawing/2014/main" id="{B1AA0760-AFC4-0390-CE86-FEA81F9B7831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7767"/>
                    <a:gd name="adj2" fmla="val 11473"/>
                    <a:gd name="adj3" fmla="val 19791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3AD108A8-D0F0-BE26-112C-2285D3482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66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24182D3-F968-7B42-885B-0050D364858C}"/>
                  </a:ext>
                </a:extLst>
              </p:cNvPr>
              <p:cNvSpPr txBox="1"/>
              <p:nvPr/>
            </p:nvSpPr>
            <p:spPr>
              <a:xfrm>
                <a:off x="6874522" y="6125678"/>
                <a:ext cx="3761672" cy="130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Cyclic Add-on Dependencies</a:t>
                </a:r>
                <a:endParaRPr lang="en-US" sz="2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894C66E1-7373-AB44-8088-2B628BF43635}"/>
                </a:ext>
              </a:extLst>
            </p:cNvPr>
            <p:cNvSpPr/>
            <p:nvPr/>
          </p:nvSpPr>
          <p:spPr>
            <a:xfrm>
              <a:off x="10774748" y="4589211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238AAA85-029B-AD6B-91A2-D11DEDEDBC96}"/>
              </a:ext>
            </a:extLst>
          </p:cNvPr>
          <p:cNvSpPr/>
          <p:nvPr/>
        </p:nvSpPr>
        <p:spPr>
          <a:xfrm>
            <a:off x="-533672" y="1684496"/>
            <a:ext cx="4954264" cy="5022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35729554-9A08-4577-EA12-E4F8EAD9261D}"/>
              </a:ext>
            </a:extLst>
          </p:cNvPr>
          <p:cNvGrpSpPr/>
          <p:nvPr/>
        </p:nvGrpSpPr>
        <p:grpSpPr>
          <a:xfrm>
            <a:off x="318692" y="2806397"/>
            <a:ext cx="1520183" cy="1757417"/>
            <a:chOff x="1427402" y="2806397"/>
            <a:chExt cx="1520183" cy="1757417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179AAB8F-4246-9303-529D-F985842199AE}"/>
                </a:ext>
              </a:extLst>
            </p:cNvPr>
            <p:cNvGrpSpPr/>
            <p:nvPr/>
          </p:nvGrpSpPr>
          <p:grpSpPr>
            <a:xfrm>
              <a:off x="1427402" y="2806397"/>
              <a:ext cx="1517400" cy="1757417"/>
              <a:chOff x="9962540" y="3468823"/>
              <a:chExt cx="1517400" cy="1757417"/>
            </a:xfrm>
          </p:grpSpPr>
          <p:pic>
            <p:nvPicPr>
              <p:cNvPr id="3" name="Gráfico 2">
                <a:extLst>
                  <a:ext uri="{FF2B5EF4-FFF2-40B4-BE49-F238E27FC236}">
                    <a16:creationId xmlns:a16="http://schemas.microsoft.com/office/drawing/2014/main" id="{950A4322-6ADC-E200-0408-826E7362D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962540" y="3468823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61" name="Gráfico 60">
                <a:extLst>
                  <a:ext uri="{FF2B5EF4-FFF2-40B4-BE49-F238E27FC236}">
                    <a16:creationId xmlns:a16="http://schemas.microsoft.com/office/drawing/2014/main" id="{6B364BF6-7878-491C-8A69-94F60FC13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061932" y="3568215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62" name="Gráfico 61">
                <a:extLst>
                  <a:ext uri="{FF2B5EF4-FFF2-40B4-BE49-F238E27FC236}">
                    <a16:creationId xmlns:a16="http://schemas.microsoft.com/office/drawing/2014/main" id="{F9D975F8-F3B7-B5E8-C0F2-FB784916E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161324" y="3667607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5" name="Gráfico 74">
                <a:extLst>
                  <a:ext uri="{FF2B5EF4-FFF2-40B4-BE49-F238E27FC236}">
                    <a16:creationId xmlns:a16="http://schemas.microsoft.com/office/drawing/2014/main" id="{DF2916F7-AA1C-060B-F925-757BD3539A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260716" y="3766999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6" name="Gráfico 75">
                <a:extLst>
                  <a:ext uri="{FF2B5EF4-FFF2-40B4-BE49-F238E27FC236}">
                    <a16:creationId xmlns:a16="http://schemas.microsoft.com/office/drawing/2014/main" id="{DB890BCE-3499-96DC-76F1-7C002DAC8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360108" y="3866391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7" name="Gráfico 76">
                <a:extLst>
                  <a:ext uri="{FF2B5EF4-FFF2-40B4-BE49-F238E27FC236}">
                    <a16:creationId xmlns:a16="http://schemas.microsoft.com/office/drawing/2014/main" id="{1E8480B7-FBF3-805A-3FFE-A7E2737665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459500" y="3979035"/>
                <a:ext cx="1020440" cy="1247205"/>
              </a:xfrm>
              <a:prstGeom prst="rect">
                <a:avLst/>
              </a:prstGeom>
            </p:spPr>
          </p:pic>
        </p:grpSp>
        <p:pic>
          <p:nvPicPr>
            <p:cNvPr id="86" name="Gráfico 85">
              <a:extLst>
                <a:ext uri="{FF2B5EF4-FFF2-40B4-BE49-F238E27FC236}">
                  <a16:creationId xmlns:a16="http://schemas.microsoft.com/office/drawing/2014/main" id="{29EB0ADE-084F-C21A-D8CE-4B64A047F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35096" y="3325277"/>
              <a:ext cx="1012489" cy="1237487"/>
            </a:xfrm>
            <a:prstGeom prst="rect">
              <a:avLst/>
            </a:prstGeom>
          </p:spPr>
        </p:pic>
      </p:grpSp>
      <p:pic>
        <p:nvPicPr>
          <p:cNvPr id="91" name="Imagen 90" descr="Imagen que contiene dibujo, plato&#10;&#10;El contenido generado por IA puede ser incorrecto.">
            <a:extLst>
              <a:ext uri="{FF2B5EF4-FFF2-40B4-BE49-F238E27FC236}">
                <a16:creationId xmlns:a16="http://schemas.microsoft.com/office/drawing/2014/main" id="{54BE357E-700C-B0FB-7ACF-1615251D5F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82" y="2964558"/>
            <a:ext cx="1663390" cy="1663390"/>
          </a:xfrm>
          <a:prstGeom prst="rect">
            <a:avLst/>
          </a:prstGeom>
        </p:spPr>
      </p:pic>
      <p:sp>
        <p:nvSpPr>
          <p:cNvPr id="99" name="Flecha derecha 98">
            <a:extLst>
              <a:ext uri="{FF2B5EF4-FFF2-40B4-BE49-F238E27FC236}">
                <a16:creationId xmlns:a16="http://schemas.microsoft.com/office/drawing/2014/main" id="{306EC9C5-7224-F70D-0BDD-016024712F24}"/>
              </a:ext>
            </a:extLst>
          </p:cNvPr>
          <p:cNvSpPr/>
          <p:nvPr/>
        </p:nvSpPr>
        <p:spPr>
          <a:xfrm>
            <a:off x="2170597" y="3461988"/>
            <a:ext cx="758225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5" name="Flecha derecha 104">
            <a:extLst>
              <a:ext uri="{FF2B5EF4-FFF2-40B4-BE49-F238E27FC236}">
                <a16:creationId xmlns:a16="http://schemas.microsoft.com/office/drawing/2014/main" id="{C3F799E9-4AA9-2904-FA6C-9A39AC439016}"/>
              </a:ext>
            </a:extLst>
          </p:cNvPr>
          <p:cNvSpPr/>
          <p:nvPr/>
        </p:nvSpPr>
        <p:spPr>
          <a:xfrm rot="1723151">
            <a:off x="5168568" y="4163572"/>
            <a:ext cx="1976734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E313EF3D-A042-E585-C52B-FA7A6E75093F}"/>
              </a:ext>
            </a:extLst>
          </p:cNvPr>
          <p:cNvSpPr/>
          <p:nvPr/>
        </p:nvSpPr>
        <p:spPr>
          <a:xfrm>
            <a:off x="5213752" y="3717229"/>
            <a:ext cx="284078" cy="435765"/>
          </a:xfrm>
          <a:prstGeom prst="rect">
            <a:avLst/>
          </a:prstGeom>
          <a:solidFill>
            <a:srgbClr val="7E0229"/>
          </a:solidFill>
          <a:ln>
            <a:solidFill>
              <a:srgbClr val="7E0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D8037B8C-2905-870B-5240-4132AE89D197}"/>
              </a:ext>
            </a:extLst>
          </p:cNvPr>
          <p:cNvSpPr txBox="1"/>
          <p:nvPr/>
        </p:nvSpPr>
        <p:spPr>
          <a:xfrm>
            <a:off x="6824916" y="4724413"/>
            <a:ext cx="23332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6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35%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9" name="Gráfico 108">
            <a:extLst>
              <a:ext uri="{FF2B5EF4-FFF2-40B4-BE49-F238E27FC236}">
                <a16:creationId xmlns:a16="http://schemas.microsoft.com/office/drawing/2014/main" id="{6F8154AA-6D2D-5D76-4C0B-068433DB4D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24830" y="4620328"/>
            <a:ext cx="1387916" cy="1387916"/>
          </a:xfrm>
          <a:prstGeom prst="rect">
            <a:avLst/>
          </a:prstGeom>
        </p:spPr>
      </p:pic>
      <p:grpSp>
        <p:nvGrpSpPr>
          <p:cNvPr id="114" name="Grupo 113">
            <a:extLst>
              <a:ext uri="{FF2B5EF4-FFF2-40B4-BE49-F238E27FC236}">
                <a16:creationId xmlns:a16="http://schemas.microsoft.com/office/drawing/2014/main" id="{832D52FE-20B8-4E6E-EF2A-3AB4C69AAA27}"/>
              </a:ext>
            </a:extLst>
          </p:cNvPr>
          <p:cNvGrpSpPr/>
          <p:nvPr/>
        </p:nvGrpSpPr>
        <p:grpSpPr>
          <a:xfrm>
            <a:off x="6824916" y="1697285"/>
            <a:ext cx="3955290" cy="1725424"/>
            <a:chOff x="6824916" y="1697285"/>
            <a:chExt cx="3955290" cy="1725424"/>
          </a:xfrm>
        </p:grpSpPr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3F1F207E-53ED-5481-EABB-1D3D5841ABE8}"/>
                </a:ext>
              </a:extLst>
            </p:cNvPr>
            <p:cNvSpPr txBox="1"/>
            <p:nvPr/>
          </p:nvSpPr>
          <p:spPr>
            <a:xfrm>
              <a:off x="6824916" y="2058139"/>
              <a:ext cx="23332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66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65%</a:t>
              </a:r>
              <a:endParaRPr lang="es-ES_tradnl" sz="6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111" name="Gráfico 110">
              <a:extLst>
                <a:ext uri="{FF2B5EF4-FFF2-40B4-BE49-F238E27FC236}">
                  <a16:creationId xmlns:a16="http://schemas.microsoft.com/office/drawing/2014/main" id="{5F78ECA7-A712-5020-097A-027FB0985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054782" y="1697285"/>
              <a:ext cx="1725424" cy="1725424"/>
            </a:xfrm>
            <a:prstGeom prst="rect">
              <a:avLst/>
            </a:prstGeom>
          </p:spPr>
        </p:pic>
      </p:grp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54A83EBF-CBBC-E25D-8F29-DF6F1E2A779C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27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76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99" grpId="0" animBg="1"/>
      <p:bldP spid="105" grpId="0" animBg="1"/>
      <p:bldP spid="106" grpId="0" animBg="1"/>
      <p:bldP spid="10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B0B6A10-CCAA-CCAA-7A8C-1A65E19A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64A95FF-081B-8F70-B8E6-E089E40C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Detection of Pricing Inconsistencies in Benchmark</a:t>
            </a:r>
            <a:b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two) </a:t>
            </a:r>
          </a:p>
        </p:txBody>
      </p:sp>
      <p:pic>
        <p:nvPicPr>
          <p:cNvPr id="109" name="Gráfico 108">
            <a:extLst>
              <a:ext uri="{FF2B5EF4-FFF2-40B4-BE49-F238E27FC236}">
                <a16:creationId xmlns:a16="http://schemas.microsoft.com/office/drawing/2014/main" id="{2F336E59-F668-A995-B0F8-237A0956E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4850" y="1648528"/>
            <a:ext cx="2202300" cy="2202300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1CAA3A28-8002-65FB-C6DA-3B6930E72EAA}"/>
              </a:ext>
            </a:extLst>
          </p:cNvPr>
          <p:cNvGrpSpPr/>
          <p:nvPr/>
        </p:nvGrpSpPr>
        <p:grpSpPr>
          <a:xfrm>
            <a:off x="374283" y="3777100"/>
            <a:ext cx="3870300" cy="2663254"/>
            <a:chOff x="4988464" y="1626947"/>
            <a:chExt cx="3870300" cy="2663254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76F5508C-C17C-3183-292C-FF48F2C7BE24}"/>
                </a:ext>
              </a:extLst>
            </p:cNvPr>
            <p:cNvGrpSpPr/>
            <p:nvPr/>
          </p:nvGrpSpPr>
          <p:grpSpPr>
            <a:xfrm>
              <a:off x="4988464" y="1626947"/>
              <a:ext cx="3870300" cy="2663254"/>
              <a:chOff x="4988464" y="1626947"/>
              <a:chExt cx="3870300" cy="2663254"/>
            </a:xfrm>
          </p:grpSpPr>
          <p:grpSp>
            <p:nvGrpSpPr>
              <p:cNvPr id="49" name="Grupo 48">
                <a:extLst>
                  <a:ext uri="{FF2B5EF4-FFF2-40B4-BE49-F238E27FC236}">
                    <a16:creationId xmlns:a16="http://schemas.microsoft.com/office/drawing/2014/main" id="{9B5446E6-0898-12D8-D428-D72228DECD66}"/>
                  </a:ext>
                </a:extLst>
              </p:cNvPr>
              <p:cNvGrpSpPr/>
              <p:nvPr/>
            </p:nvGrpSpPr>
            <p:grpSpPr>
              <a:xfrm>
                <a:off x="4988464" y="1626947"/>
                <a:ext cx="3870300" cy="2663254"/>
                <a:chOff x="1889239" y="3820250"/>
                <a:chExt cx="3870300" cy="2663254"/>
              </a:xfrm>
            </p:grpSpPr>
            <p:grpSp>
              <p:nvGrpSpPr>
                <p:cNvPr id="73" name="Grupo 72">
                  <a:extLst>
                    <a:ext uri="{FF2B5EF4-FFF2-40B4-BE49-F238E27FC236}">
                      <a16:creationId xmlns:a16="http://schemas.microsoft.com/office/drawing/2014/main" id="{F9F59EC7-C814-D9FC-9310-2D2404618FE9}"/>
                    </a:ext>
                  </a:extLst>
                </p:cNvPr>
                <p:cNvGrpSpPr/>
                <p:nvPr/>
              </p:nvGrpSpPr>
              <p:grpSpPr>
                <a:xfrm>
                  <a:off x="1889239" y="3820250"/>
                  <a:ext cx="3870300" cy="2148493"/>
                  <a:chOff x="2862982" y="1877098"/>
                  <a:chExt cx="7772400" cy="4583561"/>
                </a:xfrm>
              </p:grpSpPr>
              <p:pic>
                <p:nvPicPr>
                  <p:cNvPr id="79" name="Imagen 78" descr="Aplicación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953D8634-4638-47EA-3245-3C6546CDAC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982" y="1877098"/>
                    <a:ext cx="7772400" cy="4508599"/>
                  </a:xfrm>
                  <a:prstGeom prst="rect">
                    <a:avLst/>
                  </a:prstGeom>
                </p:spPr>
              </p:pic>
              <p:pic>
                <p:nvPicPr>
                  <p:cNvPr id="100" name="Imagen 99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51D23DE9-E36B-5377-4AAB-CA2F808ACA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38936" y="6158338"/>
                    <a:ext cx="2215887" cy="302321"/>
                  </a:xfrm>
                  <a:prstGeom prst="rect">
                    <a:avLst/>
                  </a:prstGeom>
                </p:spPr>
              </p:pic>
              <p:pic>
                <p:nvPicPr>
                  <p:cNvPr id="101" name="Imagen 100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B74910BE-416D-CD7D-379E-7C8B117871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057"/>
                  <a:stretch>
                    <a:fillRect/>
                  </a:stretch>
                </p:blipFill>
                <p:spPr>
                  <a:xfrm>
                    <a:off x="6109083" y="6158337"/>
                    <a:ext cx="1483398" cy="3023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B2F48714-A843-9C5E-4777-BEB691D2F776}"/>
                    </a:ext>
                  </a:extLst>
                </p:cNvPr>
                <p:cNvSpPr txBox="1"/>
                <p:nvPr/>
              </p:nvSpPr>
              <p:spPr>
                <a:xfrm>
                  <a:off x="2810712" y="6114172"/>
                  <a:ext cx="18053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Dummy Add-on</a:t>
                  </a:r>
                </a:p>
              </p:txBody>
            </p:sp>
          </p:grpSp>
          <p:pic>
            <p:nvPicPr>
              <p:cNvPr id="65" name="Imagen 64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826A56AF-8E1B-5F55-FFD9-6AA586363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 r="33309"/>
              <a:stretch>
                <a:fillRect/>
              </a:stretch>
            </p:blipFill>
            <p:spPr>
              <a:xfrm>
                <a:off x="5448527" y="3631100"/>
                <a:ext cx="371127" cy="141710"/>
              </a:xfrm>
              <a:prstGeom prst="rect">
                <a:avLst/>
              </a:prstGeom>
            </p:spPr>
          </p:pic>
          <p:pic>
            <p:nvPicPr>
              <p:cNvPr id="68" name="Imagen 67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234AE65-F985-39E3-2731-66A4A6FD1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8" t="5910" r="10905" b="6363"/>
              <a:stretch>
                <a:fillRect/>
              </a:stretch>
            </p:blipFill>
            <p:spPr>
              <a:xfrm>
                <a:off x="5448526" y="3263839"/>
                <a:ext cx="371127" cy="336223"/>
              </a:xfrm>
              <a:prstGeom prst="rect">
                <a:avLst/>
              </a:prstGeom>
            </p:spPr>
          </p:pic>
        </p:grp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3CA7A916-0FF2-6F05-9489-8205C89877D9}"/>
                </a:ext>
              </a:extLst>
            </p:cNvPr>
            <p:cNvSpPr/>
            <p:nvPr/>
          </p:nvSpPr>
          <p:spPr>
            <a:xfrm>
              <a:off x="5011233" y="3148642"/>
              <a:ext cx="1245622" cy="7013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490184AE-1B83-14A2-B066-30F7FD268406}"/>
                </a:ext>
              </a:extLst>
            </p:cNvPr>
            <p:cNvSpPr/>
            <p:nvPr/>
          </p:nvSpPr>
          <p:spPr>
            <a:xfrm>
              <a:off x="6542050" y="1627785"/>
              <a:ext cx="738664" cy="14911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F2241529-A873-B270-2436-077FC630A629}"/>
              </a:ext>
            </a:extLst>
          </p:cNvPr>
          <p:cNvGrpSpPr/>
          <p:nvPr/>
        </p:nvGrpSpPr>
        <p:grpSpPr>
          <a:xfrm>
            <a:off x="7809350" y="3244386"/>
            <a:ext cx="3878591" cy="3543359"/>
            <a:chOff x="8212555" y="3026913"/>
            <a:chExt cx="3878591" cy="3543359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E08D37ED-E4EB-F5D2-91DA-F6224B3012F7}"/>
                </a:ext>
              </a:extLst>
            </p:cNvPr>
            <p:cNvGrpSpPr/>
            <p:nvPr/>
          </p:nvGrpSpPr>
          <p:grpSpPr>
            <a:xfrm>
              <a:off x="8212555" y="3026913"/>
              <a:ext cx="3773931" cy="3543359"/>
              <a:chOff x="5860723" y="1563804"/>
              <a:chExt cx="5757526" cy="5579634"/>
            </a:xfrm>
          </p:grpSpPr>
          <p:pic>
            <p:nvPicPr>
              <p:cNvPr id="112" name="Imagen 111" descr="Aplicación&#10;&#10;El contenido generado por IA puede ser incorrecto.">
                <a:extLst>
                  <a:ext uri="{FF2B5EF4-FFF2-40B4-BE49-F238E27FC236}">
                    <a16:creationId xmlns:a16="http://schemas.microsoft.com/office/drawing/2014/main" id="{D7E90CE0-A1DA-A224-0C68-C5C19E78D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0723" y="1563804"/>
                <a:ext cx="5757526" cy="3339815"/>
              </a:xfrm>
              <a:prstGeom prst="rect">
                <a:avLst/>
              </a:prstGeom>
            </p:spPr>
          </p:pic>
          <p:pic>
            <p:nvPicPr>
              <p:cNvPr id="113" name="Imagen 112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6C9340C2-316B-CFBC-D5A4-D0E6825D67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2401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114" name="Imagen 113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9683AD96-FB40-1A51-F8DA-2A8CA18F2E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/>
              <a:stretch>
                <a:fillRect/>
              </a:stretch>
            </p:blipFill>
            <p:spPr>
              <a:xfrm>
                <a:off x="8285701" y="4760847"/>
                <a:ext cx="939319" cy="191436"/>
              </a:xfrm>
              <a:prstGeom prst="rect">
                <a:avLst/>
              </a:prstGeom>
            </p:spPr>
          </p:pic>
          <p:pic>
            <p:nvPicPr>
              <p:cNvPr id="115" name="Imagen 114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B5CF9813-00CC-F9BD-51E0-E49050C182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9526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116" name="Gráfico 115">
                <a:extLst>
                  <a:ext uri="{FF2B5EF4-FFF2-40B4-BE49-F238E27FC236}">
                    <a16:creationId xmlns:a16="http://schemas.microsoft.com/office/drawing/2014/main" id="{0F75A092-94A9-1FD0-B53A-569814EE0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122683" y="4318367"/>
                <a:ext cx="386297" cy="386297"/>
              </a:xfrm>
              <a:prstGeom prst="rect">
                <a:avLst/>
              </a:prstGeom>
            </p:spPr>
          </p:pic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38F6EABB-79DE-893E-1F68-B3EDF2593307}"/>
                  </a:ext>
                </a:extLst>
              </p:cNvPr>
              <p:cNvGrpSpPr/>
              <p:nvPr/>
            </p:nvGrpSpPr>
            <p:grpSpPr>
              <a:xfrm>
                <a:off x="7131764" y="4996354"/>
                <a:ext cx="1508519" cy="669073"/>
                <a:chOff x="1270510" y="4697390"/>
                <a:chExt cx="1508519" cy="669073"/>
              </a:xfrm>
              <a:solidFill>
                <a:srgbClr val="FF0000"/>
              </a:solidFill>
            </p:grpSpPr>
            <p:sp>
              <p:nvSpPr>
                <p:cNvPr id="125" name="Flecha doblada hacia arriba 124">
                  <a:extLst>
                    <a:ext uri="{FF2B5EF4-FFF2-40B4-BE49-F238E27FC236}">
                      <a16:creationId xmlns:a16="http://schemas.microsoft.com/office/drawing/2014/main" id="{BE5616E7-30AF-A90B-6E52-240602CBEB93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grp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6" name="Conector recto 125">
                  <a:extLst>
                    <a:ext uri="{FF2B5EF4-FFF2-40B4-BE49-F238E27FC236}">
                      <a16:creationId xmlns:a16="http://schemas.microsoft.com/office/drawing/2014/main" id="{B87A52ED-582C-614A-23EC-D03A58AB7B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grpFill/>
                <a:ln w="76200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upo 117">
                <a:extLst>
                  <a:ext uri="{FF2B5EF4-FFF2-40B4-BE49-F238E27FC236}">
                    <a16:creationId xmlns:a16="http://schemas.microsoft.com/office/drawing/2014/main" id="{BF0E61E5-CFD4-5824-9A42-2CDBFBABCF6A}"/>
                  </a:ext>
                </a:extLst>
              </p:cNvPr>
              <p:cNvGrpSpPr/>
              <p:nvPr/>
            </p:nvGrpSpPr>
            <p:grpSpPr>
              <a:xfrm flipH="1">
                <a:off x="8966743" y="5008467"/>
                <a:ext cx="1508518" cy="669073"/>
                <a:chOff x="1270510" y="4697390"/>
                <a:chExt cx="1508519" cy="669073"/>
              </a:xfrm>
            </p:grpSpPr>
            <p:sp>
              <p:nvSpPr>
                <p:cNvPr id="123" name="Flecha doblada hacia arriba 122">
                  <a:extLst>
                    <a:ext uri="{FF2B5EF4-FFF2-40B4-BE49-F238E27FC236}">
                      <a16:creationId xmlns:a16="http://schemas.microsoft.com/office/drawing/2014/main" id="{0C56D391-CC36-2745-F612-0769D09FB592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4" name="Conector recto 123">
                  <a:extLst>
                    <a:ext uri="{FF2B5EF4-FFF2-40B4-BE49-F238E27FC236}">
                      <a16:creationId xmlns:a16="http://schemas.microsoft.com/office/drawing/2014/main" id="{12600CDD-AA7B-1DD7-284B-93A0156F3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upo 118">
                <a:extLst>
                  <a:ext uri="{FF2B5EF4-FFF2-40B4-BE49-F238E27FC236}">
                    <a16:creationId xmlns:a16="http://schemas.microsoft.com/office/drawing/2014/main" id="{FC17FC84-6BBC-AA5C-9664-F5EAEF2A5429}"/>
                  </a:ext>
                </a:extLst>
              </p:cNvPr>
              <p:cNvGrpSpPr/>
              <p:nvPr/>
            </p:nvGrpSpPr>
            <p:grpSpPr>
              <a:xfrm flipH="1">
                <a:off x="6647908" y="5008466"/>
                <a:ext cx="4153813" cy="853372"/>
                <a:chOff x="1270510" y="4697390"/>
                <a:chExt cx="1508519" cy="669073"/>
              </a:xfrm>
            </p:grpSpPr>
            <p:sp>
              <p:nvSpPr>
                <p:cNvPr id="121" name="Flecha doblada hacia arriba 120">
                  <a:extLst>
                    <a:ext uri="{FF2B5EF4-FFF2-40B4-BE49-F238E27FC236}">
                      <a16:creationId xmlns:a16="http://schemas.microsoft.com/office/drawing/2014/main" id="{E436DFF8-A68E-A730-0A80-FC52CDDECDC9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7767"/>
                    <a:gd name="adj2" fmla="val 11473"/>
                    <a:gd name="adj3" fmla="val 19791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2" name="Conector recto 121">
                  <a:extLst>
                    <a:ext uri="{FF2B5EF4-FFF2-40B4-BE49-F238E27FC236}">
                      <a16:creationId xmlns:a16="http://schemas.microsoft.com/office/drawing/2014/main" id="{0207F82D-2F24-4EED-F012-A7A9E0C59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66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56F50AFA-8745-CDA0-AD0D-6C26BD27826F}"/>
                  </a:ext>
                </a:extLst>
              </p:cNvPr>
              <p:cNvSpPr txBox="1"/>
              <p:nvPr/>
            </p:nvSpPr>
            <p:spPr>
              <a:xfrm>
                <a:off x="6874522" y="6125678"/>
                <a:ext cx="3761672" cy="101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Cyclic Add-on Dependencies</a:t>
                </a:r>
                <a:endParaRPr lang="en-US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3AB6A769-15E2-A49A-855F-9F295A47C9D4}"/>
                </a:ext>
              </a:extLst>
            </p:cNvPr>
            <p:cNvSpPr/>
            <p:nvPr/>
          </p:nvSpPr>
          <p:spPr>
            <a:xfrm>
              <a:off x="10774748" y="4589211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4142221D-FFBE-5E9D-FE89-381A854A94A4}"/>
              </a:ext>
            </a:extLst>
          </p:cNvPr>
          <p:cNvGrpSpPr/>
          <p:nvPr/>
        </p:nvGrpSpPr>
        <p:grpSpPr>
          <a:xfrm flipH="1">
            <a:off x="5657128" y="5016066"/>
            <a:ext cx="877743" cy="203580"/>
            <a:chOff x="2825645" y="5031746"/>
            <a:chExt cx="357750" cy="72000"/>
          </a:xfrm>
        </p:grpSpPr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7A626695-73CA-11F6-5A3C-5ABDD0363FDC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B89CB2D8-E9F1-CCB3-3FDA-EE1437C3D44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1" name="Elipse 140">
              <a:extLst>
                <a:ext uri="{FF2B5EF4-FFF2-40B4-BE49-F238E27FC236}">
                  <a16:creationId xmlns:a16="http://schemas.microsoft.com/office/drawing/2014/main" id="{F1E47D92-FC8C-5359-6481-CE80D30382DE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C3CF7136-4BD1-9DE2-4C14-5AEBE2E89398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28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4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