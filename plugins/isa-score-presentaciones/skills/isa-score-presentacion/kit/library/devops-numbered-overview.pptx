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media/image10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34" r:id="rId11"/>
  </p:sldMasterIdLst>
  <p:notesMasterIdLst>
    <p:notesMasterId r:id="rId54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6207-2E42-A260-2215-7A89D34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C912F-0B03-D312-DED4-DD898B28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1D0BD8-73B3-E211-26E0-65118115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F9209-4628-B4FB-E6E0-123E1F79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5886-8DD7-1841-8F61-7FEC91FB9E8A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833EA-567D-295F-B6E5-F775B5F3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9C0A-6389-7D9C-4D5B-18B13C7F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9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9291-70AC-CD38-AD5D-010207D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B8DAA2-F21E-BFE9-9B59-A72BDAE8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38451-C6D1-5796-7106-9408DD8F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CF22-3490-9C48-AAD0-9008F0F5E66B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68F4E-4F54-3BFD-9F5D-4438F92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B18AE-E547-2306-32A2-13DE8B80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467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CCD92A-A34E-D2C0-2FEB-CE76263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5CA3-3CE9-7948-97E8-98AAE23B93A7}" type="datetime1">
              <a:rPr lang="es-ES" smtClean="0"/>
              <a:t>9/9/25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ED4A33-0891-60B6-1F80-1FEC82DF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347339-E438-EEF2-8C9F-F0478DE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78BBE-A5FA-4073-915E-8A98A1CFAC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253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8216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7DC6-EC15-0C9E-D8E2-B2AB070C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4E880-E1B2-2E0E-6B31-AD987993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76F32-EBF2-5C81-6D4D-9DDAB2F7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936FD-3C1D-3C44-8C1A-BA0BF1527D36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8D3DC-E745-18DF-4D74-9AF39DA7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B7C02-E7C5-F3D5-275D-AA85253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648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251F-4AA8-74F0-541B-9046533C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8FF0B-F75B-8CEA-494D-013B68C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C4BB9-CCBD-7DDF-8D12-CC585B5E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CE30-A6A7-7342-AFF7-ED5837B486D0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F3354-CCA3-443B-6324-479B8FF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31B3-370F-FB68-33AA-D1FC5B73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29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9900D-4D3A-ED57-5B28-27B4430F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FE2983-7D96-A3EA-731D-9D61FC47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0F6D-EFD2-DE46-BC52-87FCA8D61492}" type="datetime1">
              <a:rPr lang="es-ES" smtClean="0"/>
              <a:t>9/9/25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295434-EFDD-E0A3-EDBF-7A17BDEA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FC4B29-FDF1-AF4B-BDC0-89717452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563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58087-E991-B6ED-CDC3-2AB5A02C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4DFC4-E067-6008-074F-B7FEA1304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C1AC6-435B-4A03-96D3-0FA332BF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80D-DE82-934F-B6DA-F93999FE90FF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9AFD2-B451-33BE-D1CC-E28BFE25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18213-6836-6471-8437-0D14EE12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663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56B66-FEDB-2FEC-479B-652E26E2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522AA-44FC-1B36-1272-E6C35FA1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54B46-7846-1091-12C8-C8740FEB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173700-6089-0C6E-2CAB-C25DF1D7D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81C747-CF4C-6357-FE04-5E64B3CF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B91CA-BC39-D01F-E846-BBA3D29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0AA-8EF7-1A42-A098-F69E5937DF6C}" type="datetime1">
              <a:rPr lang="es-ES" smtClean="0"/>
              <a:t>9/9/25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1875CB-8D86-4A15-64FD-9CEF2A3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5C1C11-EB90-752A-F5E8-A29B7FF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867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20DBD-387C-9797-C3D8-463B67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BCD540-46F6-9341-DC8D-2C48316D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2607B-4A75-204A-545B-424C6FE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5E11-D71D-A146-BF49-B1ECF88DD0F1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E28A4-5F37-5A00-561B-7C55A775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8CF9D-E5BE-1F9D-0996-AD080A4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79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156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4F94-C924-99C1-88E7-FD092AD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696094-7949-AE1C-B6AD-52DEB5DC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FB0D63-45BD-5A3C-EF9E-F617B428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B709B-D5AA-7B8D-742A-6A451E1E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B2B1-D5E6-3346-B0C4-5D24BAD756F0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64EAD-FEA8-66B0-3C7B-59E1CE60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EC519-DE0B-7651-A797-121D4927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932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6C415F-4666-E7C3-7116-D2922CA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AE60B-3ED2-D693-90DA-957DE6D7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8C4A6-A84A-8738-F9D3-86965BF4F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3EB5-4A05-9A45-9D66-C70D573B598D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120A4-D6CE-93B1-B314-16B569AD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055D-5F47-132A-38C7-3B488240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7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4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5.svg"/><Relationship Id="rId7" Type="http://schemas.openxmlformats.org/officeDocument/2006/relationships/image" Target="../media/image5.png"/><Relationship Id="rId8" Type="http://schemas.openxmlformats.org/officeDocument/2006/relationships/image" Target="../media/image1.svg"/><Relationship Id="rId9" Type="http://schemas.openxmlformats.org/officeDocument/2006/relationships/image" Target="../media/image10.png"/><Relationship Id="rId10" Type="http://schemas.openxmlformats.org/officeDocument/2006/relationships/image" Target="../media/image6.svg"/><Relationship Id="rId11" Type="http://schemas.openxmlformats.org/officeDocument/2006/relationships/image" Target="../media/image7.png"/><Relationship Id="rId12" Type="http://schemas.openxmlformats.org/officeDocument/2006/relationships/image" Target="../media/image3.svg"/><Relationship Id="rId13" Type="http://schemas.openxmlformats.org/officeDocument/2006/relationships/image" Target="../media/image3.png"/><Relationship Id="rId14" Type="http://schemas.openxmlformats.org/officeDocument/2006/relationships/image" Target="../media/image8.svg"/><Relationship Id="rId15" Type="http://schemas.openxmlformats.org/officeDocument/2006/relationships/image" Target="../media/image9.png"/><Relationship Id="rId16" Type="http://schemas.openxmlformats.org/officeDocument/2006/relationships/image" Target="../media/image4.svg"/><Relationship Id="rId17" Type="http://schemas.openxmlformats.org/officeDocument/2006/relationships/image" Target="../media/image6.png"/><Relationship Id="rId18" Type="http://schemas.openxmlformats.org/officeDocument/2006/relationships/image" Target="../media/image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4.png"/><Relationship Id="rId4" Type="http://schemas.openxmlformats.org/officeDocument/2006/relationships/image" Target="../media/image7.svg"/><Relationship Id="rId5" Type="http://schemas.openxmlformats.org/officeDocument/2006/relationships/image" Target="../media/image12.png"/><Relationship Id="rId6" Type="http://schemas.openxmlformats.org/officeDocument/2006/relationships/image" Target="../media/image10.svg"/><Relationship Id="rId7" Type="http://schemas.openxmlformats.org/officeDocument/2006/relationships/image" Target="../media/image11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6.svg"/><Relationship Id="rId11" Type="http://schemas.openxmlformats.org/officeDocument/2006/relationships/image" Target="../media/image7.png"/><Relationship Id="rId12" Type="http://schemas.openxmlformats.org/officeDocument/2006/relationships/image" Target="../media/image3.svg"/><Relationship Id="rId13" Type="http://schemas.openxmlformats.org/officeDocument/2006/relationships/image" Target="../media/image3.png"/><Relationship Id="rId14" Type="http://schemas.openxmlformats.org/officeDocument/2006/relationships/image" Target="../media/image8.svg"/><Relationship Id="rId15" Type="http://schemas.openxmlformats.org/officeDocument/2006/relationships/image" Target="../media/image9.png"/><Relationship Id="rId16" Type="http://schemas.openxmlformats.org/officeDocument/2006/relationships/image" Target="../media/image4.svg"/><Relationship Id="rId17" Type="http://schemas.openxmlformats.org/officeDocument/2006/relationships/image" Target="../media/image6.png"/><Relationship Id="rId18" Type="http://schemas.openxmlformats.org/officeDocument/2006/relationships/image" Target="../media/image2.svg"/><Relationship Id="rId19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4.png"/><Relationship Id="rId4" Type="http://schemas.openxmlformats.org/officeDocument/2006/relationships/image" Target="../media/image7.svg"/><Relationship Id="rId5" Type="http://schemas.openxmlformats.org/officeDocument/2006/relationships/image" Target="../media/image12.png"/><Relationship Id="rId6" Type="http://schemas.openxmlformats.org/officeDocument/2006/relationships/image" Target="../media/image10.svg"/><Relationship Id="rId7" Type="http://schemas.openxmlformats.org/officeDocument/2006/relationships/image" Target="../media/image11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6.svg"/><Relationship Id="rId11" Type="http://schemas.openxmlformats.org/officeDocument/2006/relationships/image" Target="../media/image7.png"/><Relationship Id="rId12" Type="http://schemas.openxmlformats.org/officeDocument/2006/relationships/image" Target="../media/image3.svg"/><Relationship Id="rId13" Type="http://schemas.openxmlformats.org/officeDocument/2006/relationships/image" Target="../media/image3.png"/><Relationship Id="rId14" Type="http://schemas.openxmlformats.org/officeDocument/2006/relationships/image" Target="../media/image8.svg"/><Relationship Id="rId15" Type="http://schemas.openxmlformats.org/officeDocument/2006/relationships/image" Target="../media/image9.png"/><Relationship Id="rId16" Type="http://schemas.openxmlformats.org/officeDocument/2006/relationships/image" Target="../media/image4.svg"/><Relationship Id="rId17" Type="http://schemas.openxmlformats.org/officeDocument/2006/relationships/image" Target="../media/image6.png"/><Relationship Id="rId18" Type="http://schemas.openxmlformats.org/officeDocument/2006/relationships/image" Target="../media/image2.svg"/><Relationship Id="rId19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4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5.svg"/><Relationship Id="rId7" Type="http://schemas.openxmlformats.org/officeDocument/2006/relationships/image" Target="../media/image5.png"/><Relationship Id="rId8" Type="http://schemas.openxmlformats.org/officeDocument/2006/relationships/image" Target="../media/image1.svg"/><Relationship Id="rId9" Type="http://schemas.openxmlformats.org/officeDocument/2006/relationships/image" Target="../media/image10.png"/><Relationship Id="rId10" Type="http://schemas.openxmlformats.org/officeDocument/2006/relationships/image" Target="../media/image6.svg"/><Relationship Id="rId11" Type="http://schemas.openxmlformats.org/officeDocument/2006/relationships/image" Target="../media/image7.png"/><Relationship Id="rId12" Type="http://schemas.openxmlformats.org/officeDocument/2006/relationships/image" Target="../media/image3.svg"/><Relationship Id="rId13" Type="http://schemas.openxmlformats.org/officeDocument/2006/relationships/image" Target="../media/image3.png"/><Relationship Id="rId14" Type="http://schemas.openxmlformats.org/officeDocument/2006/relationships/image" Target="../media/image8.svg"/><Relationship Id="rId15" Type="http://schemas.openxmlformats.org/officeDocument/2006/relationships/image" Target="../media/image9.png"/><Relationship Id="rId16" Type="http://schemas.openxmlformats.org/officeDocument/2006/relationships/image" Target="../media/image4.svg"/><Relationship Id="rId17" Type="http://schemas.openxmlformats.org/officeDocument/2006/relationships/image" Target="../media/image6.png"/><Relationship Id="rId18" Type="http://schemas.openxmlformats.org/officeDocument/2006/relationships/image" Target="../media/image2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4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5.svg"/><Relationship Id="rId7" Type="http://schemas.openxmlformats.org/officeDocument/2006/relationships/image" Target="../media/image5.png"/><Relationship Id="rId8" Type="http://schemas.openxmlformats.org/officeDocument/2006/relationships/image" Target="../media/image1.svg"/><Relationship Id="rId9" Type="http://schemas.openxmlformats.org/officeDocument/2006/relationships/image" Target="../media/image10.png"/><Relationship Id="rId10" Type="http://schemas.openxmlformats.org/officeDocument/2006/relationships/image" Target="../media/image6.svg"/><Relationship Id="rId11" Type="http://schemas.openxmlformats.org/officeDocument/2006/relationships/image" Target="../media/image7.png"/><Relationship Id="rId12" Type="http://schemas.openxmlformats.org/officeDocument/2006/relationships/image" Target="../media/image3.svg"/><Relationship Id="rId13" Type="http://schemas.openxmlformats.org/officeDocument/2006/relationships/image" Target="../media/image3.png"/><Relationship Id="rId14" Type="http://schemas.openxmlformats.org/officeDocument/2006/relationships/image" Target="../media/image8.svg"/><Relationship Id="rId15" Type="http://schemas.openxmlformats.org/officeDocument/2006/relationships/image" Target="../media/image9.png"/><Relationship Id="rId16" Type="http://schemas.openxmlformats.org/officeDocument/2006/relationships/image" Target="../media/image4.svg"/><Relationship Id="rId17" Type="http://schemas.openxmlformats.org/officeDocument/2006/relationships/image" Target="../media/image6.png"/><Relationship Id="rId18" Type="http://schemas.openxmlformats.org/officeDocument/2006/relationships/image" Target="../media/image2.svg"/><Relationship Id="rId19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4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5.svg"/><Relationship Id="rId7" Type="http://schemas.openxmlformats.org/officeDocument/2006/relationships/image" Target="../media/image5.png"/><Relationship Id="rId8" Type="http://schemas.openxmlformats.org/officeDocument/2006/relationships/image" Target="../media/image1.svg"/><Relationship Id="rId9" Type="http://schemas.openxmlformats.org/officeDocument/2006/relationships/image" Target="../media/image10.png"/><Relationship Id="rId10" Type="http://schemas.openxmlformats.org/officeDocument/2006/relationships/image" Target="../media/image6.svg"/><Relationship Id="rId11" Type="http://schemas.openxmlformats.org/officeDocument/2006/relationships/image" Target="../media/image7.png"/><Relationship Id="rId12" Type="http://schemas.openxmlformats.org/officeDocument/2006/relationships/image" Target="../media/image3.svg"/><Relationship Id="rId13" Type="http://schemas.openxmlformats.org/officeDocument/2006/relationships/image" Target="../media/image3.png"/><Relationship Id="rId14" Type="http://schemas.openxmlformats.org/officeDocument/2006/relationships/image" Target="../media/image8.svg"/><Relationship Id="rId15" Type="http://schemas.openxmlformats.org/officeDocument/2006/relationships/image" Target="../media/image9.png"/><Relationship Id="rId16" Type="http://schemas.openxmlformats.org/officeDocument/2006/relationships/image" Target="../media/image4.svg"/><Relationship Id="rId17" Type="http://schemas.openxmlformats.org/officeDocument/2006/relationships/image" Target="../media/image6.png"/><Relationship Id="rId18" Type="http://schemas.openxmlformats.org/officeDocument/2006/relationships/image" Target="../media/image2.svg"/><Relationship Id="rId19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3" Type="http://schemas.openxmlformats.org/officeDocument/2006/relationships/image" Target="../media/image4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5.svg"/><Relationship Id="rId7" Type="http://schemas.openxmlformats.org/officeDocument/2006/relationships/image" Target="../media/image5.png"/><Relationship Id="rId8" Type="http://schemas.openxmlformats.org/officeDocument/2006/relationships/image" Target="../media/image1.svg"/><Relationship Id="rId9" Type="http://schemas.openxmlformats.org/officeDocument/2006/relationships/image" Target="../media/image10.png"/><Relationship Id="rId10" Type="http://schemas.openxmlformats.org/officeDocument/2006/relationships/image" Target="../media/image6.svg"/><Relationship Id="rId11" Type="http://schemas.openxmlformats.org/officeDocument/2006/relationships/image" Target="../media/image7.png"/><Relationship Id="rId12" Type="http://schemas.openxmlformats.org/officeDocument/2006/relationships/image" Target="../media/image3.svg"/><Relationship Id="rId13" Type="http://schemas.openxmlformats.org/officeDocument/2006/relationships/image" Target="../media/image3.png"/><Relationship Id="rId14" Type="http://schemas.openxmlformats.org/officeDocument/2006/relationships/image" Target="../media/image8.svg"/><Relationship Id="rId15" Type="http://schemas.openxmlformats.org/officeDocument/2006/relationships/image" Target="../media/image9.png"/><Relationship Id="rId16" Type="http://schemas.openxmlformats.org/officeDocument/2006/relationships/image" Target="../media/image4.svg"/><Relationship Id="rId17" Type="http://schemas.openxmlformats.org/officeDocument/2006/relationships/image" Target="../media/image6.png"/><Relationship Id="rId18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5D40880-8475-C0C4-6CA8-939F57D7F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8;p32">
            <a:extLst>
              <a:ext uri="{FF2B5EF4-FFF2-40B4-BE49-F238E27FC236}">
                <a16:creationId xmlns:a16="http://schemas.microsoft.com/office/drawing/2014/main" id="{7A53803E-BDB7-B971-7DC3-637F34C90006}"/>
              </a:ext>
            </a:extLst>
          </p:cNvPr>
          <p:cNvSpPr/>
          <p:nvPr/>
        </p:nvSpPr>
        <p:spPr>
          <a:xfrm flipV="1">
            <a:off x="9424725" y="2411446"/>
            <a:ext cx="1955894" cy="628253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58A6DF82-A3DC-B4CF-75D8-A97CBBFE017F}"/>
              </a:ext>
            </a:extLst>
          </p:cNvPr>
          <p:cNvSpPr/>
          <p:nvPr/>
        </p:nvSpPr>
        <p:spPr>
          <a:xfrm flipV="1">
            <a:off x="6147588" y="2705351"/>
            <a:ext cx="777716" cy="1577843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3D2BD16F-B91A-771F-A54D-995BEBC54745}"/>
              </a:ext>
            </a:extLst>
          </p:cNvPr>
          <p:cNvSpPr/>
          <p:nvPr/>
        </p:nvSpPr>
        <p:spPr>
          <a:xfrm flipV="1">
            <a:off x="6566414" y="3994755"/>
            <a:ext cx="1955894" cy="630312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ED15E8C6-0EB6-ACC5-0161-22D95D94287C}"/>
              </a:ext>
            </a:extLst>
          </p:cNvPr>
          <p:cNvSpPr/>
          <p:nvPr/>
        </p:nvSpPr>
        <p:spPr>
          <a:xfrm flipV="1">
            <a:off x="8148903" y="2733871"/>
            <a:ext cx="1638068" cy="1572635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A4B963FC-C8FC-44AE-8DAE-0D5DF5C36766}"/>
              </a:ext>
            </a:extLst>
          </p:cNvPr>
          <p:cNvSpPr/>
          <p:nvPr/>
        </p:nvSpPr>
        <p:spPr>
          <a:xfrm flipV="1">
            <a:off x="11003808" y="2733871"/>
            <a:ext cx="775122" cy="1574723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DD9A063F-8729-3DB4-BA87-F080A9648692}"/>
              </a:ext>
            </a:extLst>
          </p:cNvPr>
          <p:cNvSpPr/>
          <p:nvPr/>
        </p:nvSpPr>
        <p:spPr>
          <a:xfrm flipV="1">
            <a:off x="9418761" y="4009001"/>
            <a:ext cx="1954578" cy="629283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1A679F5F-A242-99D7-6F83-3E5FAD3EDFDC}"/>
              </a:ext>
            </a:extLst>
          </p:cNvPr>
          <p:cNvSpPr/>
          <p:nvPr/>
        </p:nvSpPr>
        <p:spPr>
          <a:xfrm flipV="1">
            <a:off x="6547904" y="2385374"/>
            <a:ext cx="1954578" cy="630341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99E08AC8-2066-76BE-45C6-68ADCE8064EE}"/>
              </a:ext>
            </a:extLst>
          </p:cNvPr>
          <p:cNvSpPr/>
          <p:nvPr/>
        </p:nvSpPr>
        <p:spPr>
          <a:xfrm flipV="1">
            <a:off x="8151462" y="2733872"/>
            <a:ext cx="1638104" cy="1573693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68436FF2-E194-99DC-74E2-55345232B242}"/>
              </a:ext>
            </a:extLst>
          </p:cNvPr>
          <p:cNvSpPr/>
          <p:nvPr/>
        </p:nvSpPr>
        <p:spPr>
          <a:xfrm flipV="1">
            <a:off x="8320716" y="4066293"/>
            <a:ext cx="153759" cy="123796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00277D6D-B76D-152C-8C45-985D4F940F54}"/>
              </a:ext>
            </a:extLst>
          </p:cNvPr>
          <p:cNvSpPr/>
          <p:nvPr/>
        </p:nvSpPr>
        <p:spPr>
          <a:xfrm flipV="1">
            <a:off x="9587979" y="2786631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B7070C6F-A7E8-2EA4-112F-E557890351F2}"/>
              </a:ext>
            </a:extLst>
          </p:cNvPr>
          <p:cNvSpPr/>
          <p:nvPr/>
        </p:nvSpPr>
        <p:spPr>
          <a:xfrm flipV="1">
            <a:off x="11051613" y="4146310"/>
            <a:ext cx="152444" cy="122765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C2639D14-CAC5-CA0F-205F-7DE380C647C8}"/>
              </a:ext>
            </a:extLst>
          </p:cNvPr>
          <p:cNvSpPr/>
          <p:nvPr/>
        </p:nvSpPr>
        <p:spPr>
          <a:xfrm flipV="1">
            <a:off x="9467845" y="4050617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BE202B5D-10D4-1E17-2BFD-33834299A3A6}"/>
              </a:ext>
            </a:extLst>
          </p:cNvPr>
          <p:cNvSpPr/>
          <p:nvPr/>
        </p:nvSpPr>
        <p:spPr>
          <a:xfrm flipV="1">
            <a:off x="8200582" y="2775472"/>
            <a:ext cx="153759" cy="123825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7A8EF05-A400-0374-F6CB-3A60211CD02A}"/>
              </a:ext>
            </a:extLst>
          </p:cNvPr>
          <p:cNvSpPr txBox="1"/>
          <p:nvPr/>
        </p:nvSpPr>
        <p:spPr>
          <a:xfrm rot="18698352">
            <a:off x="8495995" y="3362790"/>
            <a:ext cx="846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B2B719A-AB02-27A6-F403-631BF76B6079}"/>
              </a:ext>
            </a:extLst>
          </p:cNvPr>
          <p:cNvSpPr txBox="1"/>
          <p:nvPr/>
        </p:nvSpPr>
        <p:spPr>
          <a:xfrm rot="2875983">
            <a:off x="10828217" y="2841246"/>
            <a:ext cx="88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A4A2BFF-3D75-4C4A-59A9-E2B12D099270}"/>
              </a:ext>
            </a:extLst>
          </p:cNvPr>
          <p:cNvSpPr txBox="1"/>
          <p:nvPr/>
        </p:nvSpPr>
        <p:spPr>
          <a:xfrm>
            <a:off x="9933275" y="4238832"/>
            <a:ext cx="90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A2B9D3B-019D-0B96-2BFE-74E66FD1F80C}"/>
              </a:ext>
            </a:extLst>
          </p:cNvPr>
          <p:cNvSpPr txBox="1"/>
          <p:nvPr/>
        </p:nvSpPr>
        <p:spPr>
          <a:xfrm rot="2606566">
            <a:off x="8296423" y="3007500"/>
            <a:ext cx="7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F5F6BE3-5167-15FC-8E5E-0BBB539279E0}"/>
              </a:ext>
            </a:extLst>
          </p:cNvPr>
          <p:cNvSpPr txBox="1"/>
          <p:nvPr/>
        </p:nvSpPr>
        <p:spPr>
          <a:xfrm rot="18717501">
            <a:off x="6287541" y="2699193"/>
            <a:ext cx="840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16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4AF4AF1-7661-4EAA-8767-D1E72465B896}"/>
              </a:ext>
            </a:extLst>
          </p:cNvPr>
          <p:cNvSpPr txBox="1"/>
          <p:nvPr/>
        </p:nvSpPr>
        <p:spPr>
          <a:xfrm>
            <a:off x="7332597" y="4240737"/>
            <a:ext cx="61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2EF20AD-E592-F92C-AFC0-A5AA96EB9E7F}"/>
              </a:ext>
            </a:extLst>
          </p:cNvPr>
          <p:cNvSpPr txBox="1"/>
          <p:nvPr/>
        </p:nvSpPr>
        <p:spPr>
          <a:xfrm>
            <a:off x="7014715" y="2926105"/>
            <a:ext cx="99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5575DF9E-32A8-C0D4-0F1D-D94DE816DA13}"/>
              </a:ext>
            </a:extLst>
          </p:cNvPr>
          <p:cNvSpPr txBox="1"/>
          <p:nvPr/>
        </p:nvSpPr>
        <p:spPr>
          <a:xfrm>
            <a:off x="9884305" y="2904424"/>
            <a:ext cx="106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3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10AD841-D0A9-FEFA-AFEF-74A8635FB05C}"/>
              </a:ext>
            </a:extLst>
          </p:cNvPr>
          <p:cNvGrpSpPr/>
          <p:nvPr/>
        </p:nvGrpSpPr>
        <p:grpSpPr>
          <a:xfrm>
            <a:off x="9265039" y="2899528"/>
            <a:ext cx="301987" cy="29549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0F2F934E-0524-4E77-CDAB-3FA7AD7AD9F9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CBE06B5F-C6C0-D529-E8BB-7B6D351A8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989B9F18-BED5-02F6-D02F-4D7D62DBCC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592" y="3576777"/>
            <a:ext cx="358520" cy="440002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55EEC1C2-4404-7F64-9E91-D35435319A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0352" y="3612287"/>
            <a:ext cx="365533" cy="448609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D69AA44F-3EE3-BD88-0E1F-9B1F1C5A94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351" y="3653128"/>
            <a:ext cx="385491" cy="385491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EEB2F05D-62CA-E72E-8569-359A41280F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7579773" y="2452258"/>
            <a:ext cx="319990" cy="31999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14876CC2-77BB-BB85-AEDB-65C08F7FEDA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75099" y="2437177"/>
            <a:ext cx="353776" cy="353776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1A2397F8-984A-3E55-77BF-DF0EFA53363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91697" y="3611367"/>
            <a:ext cx="348455" cy="348455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A505F510-D36B-5C34-AF6C-986E8A59991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97665" y="4100112"/>
            <a:ext cx="299116" cy="299116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1A8E2E5C-A04F-CD6D-EF22-9EFA9F6552D9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4CC6243-3D32-BD5D-A457-22BEA07DE4A5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EEC6B6A-6451-0B73-794B-E1706305E033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EF16D5A-CEC5-F92C-52EB-857A0E14AE28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B10C10B6-7A27-0119-EE78-D4AFEE7C57F7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240E65A-6B4A-7776-241C-7224FA76CF7E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C55F2A-5726-95E5-DDCF-9325EB77E5F1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02607CB2-E5F9-024B-2C1D-CC24D9974B95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7A6B935F-2CAB-F52C-B7CD-A57FEA247219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06F901E-C135-7CEC-4A0D-9A501066DC5B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A3653A69-CD66-1B36-827F-F7331C05D2BF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195679F9-D6A8-2C99-BACA-965A886B9DEF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A176055-6418-5ECF-4618-73A3EB43A0C2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8513B4CF-158D-DC41-F0F9-133482824E2E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5F2C0365-CC98-0DFA-8A4B-BD8649CA8309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468F79C-B671-314B-CB94-72F135CC9173}"/>
              </a:ext>
            </a:extLst>
          </p:cNvPr>
          <p:cNvSpPr txBox="1"/>
          <p:nvPr/>
        </p:nvSpPr>
        <p:spPr>
          <a:xfrm>
            <a:off x="568888" y="2092986"/>
            <a:ext cx="4235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CC23A6B-EC5C-39B5-FCB6-DED932FB6CFC}"/>
              </a:ext>
            </a:extLst>
          </p:cNvPr>
          <p:cNvSpPr txBox="1"/>
          <p:nvPr/>
        </p:nvSpPr>
        <p:spPr>
          <a:xfrm>
            <a:off x="568887" y="2664495"/>
            <a:ext cx="4073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D2FF51F-F26E-B154-EA13-E7024447027D}"/>
              </a:ext>
            </a:extLst>
          </p:cNvPr>
          <p:cNvSpPr txBox="1"/>
          <p:nvPr/>
        </p:nvSpPr>
        <p:spPr>
          <a:xfrm>
            <a:off x="568887" y="3280048"/>
            <a:ext cx="481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DDDFC8F-DA69-31E6-72B0-A905923F348C}"/>
              </a:ext>
            </a:extLst>
          </p:cNvPr>
          <p:cNvSpPr txBox="1"/>
          <p:nvPr/>
        </p:nvSpPr>
        <p:spPr>
          <a:xfrm>
            <a:off x="568886" y="3847387"/>
            <a:ext cx="4366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AD3474D-22AB-3A93-D8AD-652108073C18}"/>
              </a:ext>
            </a:extLst>
          </p:cNvPr>
          <p:cNvSpPr txBox="1"/>
          <p:nvPr/>
        </p:nvSpPr>
        <p:spPr>
          <a:xfrm>
            <a:off x="568886" y="4414726"/>
            <a:ext cx="4176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8B01FBF1-D072-955C-2310-018761FF1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85" y="-134145"/>
            <a:ext cx="12246526" cy="1325563"/>
          </a:xfrm>
        </p:spPr>
        <p:txBody>
          <a:bodyPr>
            <a:normAutofit/>
          </a:bodyPr>
          <a:lstStyle/>
          <a:p>
            <a:pPr algn="ctr"/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36F5D26-4191-1E42-C1C4-EEF983F62198}"/>
              </a:ext>
            </a:extLst>
          </p:cNvPr>
          <p:cNvSpPr txBox="1"/>
          <p:nvPr/>
        </p:nvSpPr>
        <p:spPr>
          <a:xfrm>
            <a:off x="11641849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914701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C233066C-9C97-AE90-0B9D-B9A27F10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8;p32">
            <a:extLst>
              <a:ext uri="{FF2B5EF4-FFF2-40B4-BE49-F238E27FC236}">
                <a16:creationId xmlns:a16="http://schemas.microsoft.com/office/drawing/2014/main" id="{04CC1589-1475-E824-F181-44F9DE23B0FE}"/>
              </a:ext>
            </a:extLst>
          </p:cNvPr>
          <p:cNvSpPr/>
          <p:nvPr/>
        </p:nvSpPr>
        <p:spPr>
          <a:xfrm flipV="1">
            <a:off x="9424725" y="2411446"/>
            <a:ext cx="1955894" cy="628253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9B57356D-70A1-0F32-1D14-94E053CC88E6}"/>
              </a:ext>
            </a:extLst>
          </p:cNvPr>
          <p:cNvSpPr/>
          <p:nvPr/>
        </p:nvSpPr>
        <p:spPr>
          <a:xfrm flipV="1">
            <a:off x="6147588" y="2705351"/>
            <a:ext cx="777716" cy="1577843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7BC503A5-F671-A772-BAAB-6CB30D9E3F41}"/>
              </a:ext>
            </a:extLst>
          </p:cNvPr>
          <p:cNvSpPr/>
          <p:nvPr/>
        </p:nvSpPr>
        <p:spPr>
          <a:xfrm flipV="1">
            <a:off x="6566414" y="3994755"/>
            <a:ext cx="1955894" cy="630312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B808ACBD-39EA-C21F-4767-3CB64E8E9BDD}"/>
              </a:ext>
            </a:extLst>
          </p:cNvPr>
          <p:cNvSpPr/>
          <p:nvPr/>
        </p:nvSpPr>
        <p:spPr>
          <a:xfrm flipV="1">
            <a:off x="8148903" y="2733871"/>
            <a:ext cx="1638068" cy="1572635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02025C45-AFB8-6C88-F3E0-B406A70D34FA}"/>
              </a:ext>
            </a:extLst>
          </p:cNvPr>
          <p:cNvSpPr/>
          <p:nvPr/>
        </p:nvSpPr>
        <p:spPr>
          <a:xfrm flipV="1">
            <a:off x="11003808" y="2733871"/>
            <a:ext cx="775122" cy="1574723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6B53EF64-4BBB-8AF6-2A5F-2703995E8CD8}"/>
              </a:ext>
            </a:extLst>
          </p:cNvPr>
          <p:cNvSpPr/>
          <p:nvPr/>
        </p:nvSpPr>
        <p:spPr>
          <a:xfrm flipV="1">
            <a:off x="9418761" y="4009001"/>
            <a:ext cx="1954578" cy="629283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E592D973-CF88-A419-E54F-2292085894F0}"/>
              </a:ext>
            </a:extLst>
          </p:cNvPr>
          <p:cNvSpPr/>
          <p:nvPr/>
        </p:nvSpPr>
        <p:spPr>
          <a:xfrm flipV="1">
            <a:off x="6547904" y="2385374"/>
            <a:ext cx="1954578" cy="630341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B6B66461-1629-D4A7-94E8-EBE6EA414B80}"/>
              </a:ext>
            </a:extLst>
          </p:cNvPr>
          <p:cNvSpPr/>
          <p:nvPr/>
        </p:nvSpPr>
        <p:spPr>
          <a:xfrm flipV="1">
            <a:off x="8151462" y="2733872"/>
            <a:ext cx="1638104" cy="1573693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98F55F77-FF7C-A647-010F-48F6F7636766}"/>
              </a:ext>
            </a:extLst>
          </p:cNvPr>
          <p:cNvSpPr/>
          <p:nvPr/>
        </p:nvSpPr>
        <p:spPr>
          <a:xfrm flipV="1">
            <a:off x="8320716" y="4066293"/>
            <a:ext cx="153759" cy="123796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70C2B790-E0A4-9D3F-F795-AFB70A632D39}"/>
              </a:ext>
            </a:extLst>
          </p:cNvPr>
          <p:cNvSpPr/>
          <p:nvPr/>
        </p:nvSpPr>
        <p:spPr>
          <a:xfrm flipV="1">
            <a:off x="9587979" y="2786631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8D5D4828-9B7D-6ED3-B3AF-3AD766B2AAF7}"/>
              </a:ext>
            </a:extLst>
          </p:cNvPr>
          <p:cNvSpPr/>
          <p:nvPr/>
        </p:nvSpPr>
        <p:spPr>
          <a:xfrm flipV="1">
            <a:off x="11051613" y="4146310"/>
            <a:ext cx="152444" cy="122765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EED52FD6-9035-CFB2-3279-236CD8623B41}"/>
              </a:ext>
            </a:extLst>
          </p:cNvPr>
          <p:cNvSpPr/>
          <p:nvPr/>
        </p:nvSpPr>
        <p:spPr>
          <a:xfrm flipV="1">
            <a:off x="9467845" y="4050617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979FAE26-3477-49D2-33CC-49B9D1CFF56C}"/>
              </a:ext>
            </a:extLst>
          </p:cNvPr>
          <p:cNvSpPr/>
          <p:nvPr/>
        </p:nvSpPr>
        <p:spPr>
          <a:xfrm flipV="1">
            <a:off x="8200582" y="2775472"/>
            <a:ext cx="153759" cy="123825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DD4FDEB0-6A90-4878-CED6-91EA67B792D6}"/>
              </a:ext>
            </a:extLst>
          </p:cNvPr>
          <p:cNvSpPr txBox="1"/>
          <p:nvPr/>
        </p:nvSpPr>
        <p:spPr>
          <a:xfrm rot="18698352">
            <a:off x="8495995" y="3362790"/>
            <a:ext cx="846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D2B03994-5203-CF58-C2D4-0461CF04C4BC}"/>
              </a:ext>
            </a:extLst>
          </p:cNvPr>
          <p:cNvSpPr txBox="1"/>
          <p:nvPr/>
        </p:nvSpPr>
        <p:spPr>
          <a:xfrm rot="2875983">
            <a:off x="10828217" y="2841246"/>
            <a:ext cx="88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169BBB73-4BFC-1F83-2C46-1DE4E88EC5D9}"/>
              </a:ext>
            </a:extLst>
          </p:cNvPr>
          <p:cNvSpPr txBox="1"/>
          <p:nvPr/>
        </p:nvSpPr>
        <p:spPr>
          <a:xfrm>
            <a:off x="9933275" y="4238832"/>
            <a:ext cx="90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D2B931D-2725-9B7F-E85A-AA96FCC1CD95}"/>
              </a:ext>
            </a:extLst>
          </p:cNvPr>
          <p:cNvSpPr txBox="1"/>
          <p:nvPr/>
        </p:nvSpPr>
        <p:spPr>
          <a:xfrm rot="2606566">
            <a:off x="8296423" y="3007500"/>
            <a:ext cx="7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198C2438-CC5D-C1EE-9ECC-51E3DC20D2FC}"/>
              </a:ext>
            </a:extLst>
          </p:cNvPr>
          <p:cNvSpPr txBox="1"/>
          <p:nvPr/>
        </p:nvSpPr>
        <p:spPr>
          <a:xfrm rot="18717501">
            <a:off x="6287541" y="2699193"/>
            <a:ext cx="840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16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67B3BF2A-829B-2528-2991-779B71CABAD2}"/>
              </a:ext>
            </a:extLst>
          </p:cNvPr>
          <p:cNvSpPr txBox="1"/>
          <p:nvPr/>
        </p:nvSpPr>
        <p:spPr>
          <a:xfrm>
            <a:off x="7332597" y="4240737"/>
            <a:ext cx="61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73C50F63-828D-FF89-D7BF-FC89644EC001}"/>
              </a:ext>
            </a:extLst>
          </p:cNvPr>
          <p:cNvSpPr txBox="1"/>
          <p:nvPr/>
        </p:nvSpPr>
        <p:spPr>
          <a:xfrm>
            <a:off x="7014715" y="2926105"/>
            <a:ext cx="99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8F378A78-C5C5-02A2-92A2-A51CD0F99C4E}"/>
              </a:ext>
            </a:extLst>
          </p:cNvPr>
          <p:cNvSpPr txBox="1"/>
          <p:nvPr/>
        </p:nvSpPr>
        <p:spPr>
          <a:xfrm>
            <a:off x="9884305" y="2904424"/>
            <a:ext cx="106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3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D7B4415-5A84-589C-339E-F97EC9EF2E51}"/>
              </a:ext>
            </a:extLst>
          </p:cNvPr>
          <p:cNvGrpSpPr/>
          <p:nvPr/>
        </p:nvGrpSpPr>
        <p:grpSpPr>
          <a:xfrm>
            <a:off x="9265039" y="2899528"/>
            <a:ext cx="301987" cy="29549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98F4639E-6455-1966-9B7A-3F2FA91587FA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E383E05D-3E60-5FFD-83C7-0641652D9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529EBEB3-FC03-01E3-7A3E-C0BC525AD9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592" y="3576777"/>
            <a:ext cx="358520" cy="440002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3BDF8A36-1267-16A5-008C-4D9481F1FE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0352" y="3612287"/>
            <a:ext cx="365533" cy="448609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1E63C35B-0C9E-B67E-41E2-7E79602FA6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351" y="3653128"/>
            <a:ext cx="385491" cy="385491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4E954710-FCBF-1B8D-CF43-29A3D3379D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7579773" y="2452258"/>
            <a:ext cx="319990" cy="31999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1796A1A1-3645-06C5-4933-F1B9D0105A6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75099" y="2437177"/>
            <a:ext cx="353776" cy="353776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2D9C061B-C8FF-9184-6A15-F01FB2756EA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91697" y="3611367"/>
            <a:ext cx="348455" cy="348455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3D276AAD-FB3D-E642-D973-72D7EBE2364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97665" y="4100112"/>
            <a:ext cx="299116" cy="299116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0860E490-1ABC-6180-B335-7FD0E8EC7223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9BDC599-87E5-4D62-E25C-D93F11CD1648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570A3A8F-2C8B-B5FB-241C-E66EA9E410FF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EDAE954E-495C-377B-8696-647CBF3E046C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A9D7FD37-5EEF-F2DF-41B9-042D0B910AD7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D317520-4C00-194F-3E03-FDE02EF053E0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A8DF91F-3BAC-76A3-695D-8549ED3143F5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1A66BCB7-37E6-C88F-A6CF-82A22AD3CCBF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39811EDE-7C92-BBDE-43A4-4A3D7D117A7B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7BB156D-3F79-80BE-3A4A-3E7CEBB2E24B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9609862-5552-8FBA-E778-AEA6CC12B485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1AF0B3F7-AAE5-5FED-05B4-F43F95DF8F72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20B9555F-23A5-6EAE-E0CA-FDB9A0558D2D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D5DCA7F4-9AC0-5741-7262-DCC4098D1736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5ABD3F92-6B9F-B079-9360-5ABDD7C4E3B9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7B6251D-E08D-C66E-3C43-DF49FC9C32A3}"/>
              </a:ext>
            </a:extLst>
          </p:cNvPr>
          <p:cNvSpPr txBox="1"/>
          <p:nvPr/>
        </p:nvSpPr>
        <p:spPr>
          <a:xfrm>
            <a:off x="568888" y="2092986"/>
            <a:ext cx="4310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Modeling</a:t>
            </a:r>
            <a:endParaRPr lang="es-ES_tradnl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AA7EC9E-E7F4-AC70-CDC8-7CB2869F235C}"/>
              </a:ext>
            </a:extLst>
          </p:cNvPr>
          <p:cNvSpPr txBox="1"/>
          <p:nvPr/>
        </p:nvSpPr>
        <p:spPr>
          <a:xfrm>
            <a:off x="568887" y="2664495"/>
            <a:ext cx="4073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3047776-9953-636D-8D94-9D2F92CFA550}"/>
              </a:ext>
            </a:extLst>
          </p:cNvPr>
          <p:cNvSpPr txBox="1"/>
          <p:nvPr/>
        </p:nvSpPr>
        <p:spPr>
          <a:xfrm>
            <a:off x="568887" y="3280048"/>
            <a:ext cx="481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85CD74-3B0C-D99E-570B-3E2D2BB7CB8E}"/>
              </a:ext>
            </a:extLst>
          </p:cNvPr>
          <p:cNvSpPr txBox="1"/>
          <p:nvPr/>
        </p:nvSpPr>
        <p:spPr>
          <a:xfrm>
            <a:off x="568886" y="3847387"/>
            <a:ext cx="4366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69C2A93-B855-E35A-1925-F60945D242D0}"/>
              </a:ext>
            </a:extLst>
          </p:cNvPr>
          <p:cNvSpPr txBox="1"/>
          <p:nvPr/>
        </p:nvSpPr>
        <p:spPr>
          <a:xfrm>
            <a:off x="568886" y="4414726"/>
            <a:ext cx="4176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F66433DB-184B-C841-39A0-2990870533B0}"/>
              </a:ext>
            </a:extLst>
          </p:cNvPr>
          <p:cNvGrpSpPr/>
          <p:nvPr/>
        </p:nvGrpSpPr>
        <p:grpSpPr>
          <a:xfrm>
            <a:off x="241510" y="2011817"/>
            <a:ext cx="7035042" cy="3480835"/>
            <a:chOff x="4785636" y="1930186"/>
            <a:chExt cx="7767074" cy="3944952"/>
          </a:xfrm>
        </p:grpSpPr>
        <p:pic>
          <p:nvPicPr>
            <p:cNvPr id="9" name="Imagen 8" descr="Diagrama&#10;&#10;El contenido generado por IA puede ser incorrecto.">
              <a:extLst>
                <a:ext uri="{FF2B5EF4-FFF2-40B4-BE49-F238E27FC236}">
                  <a16:creationId xmlns:a16="http://schemas.microsoft.com/office/drawing/2014/main" id="{63619AA3-3E9C-46EB-46D0-A85748BCC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85636" y="1930186"/>
              <a:ext cx="7152984" cy="3280692"/>
            </a:xfrm>
            <a:prstGeom prst="rect">
              <a:avLst/>
            </a:prstGeom>
            <a:ln w="28575">
              <a:solidFill>
                <a:srgbClr val="00B050"/>
              </a:solidFill>
            </a:ln>
          </p:spPr>
        </p:pic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DF1B4D66-0B92-917A-99CB-6C4506C360B5}"/>
                </a:ext>
              </a:extLst>
            </p:cNvPr>
            <p:cNvGrpSpPr/>
            <p:nvPr/>
          </p:nvGrpSpPr>
          <p:grpSpPr>
            <a:xfrm>
              <a:off x="7332104" y="3630714"/>
              <a:ext cx="5220606" cy="2244424"/>
              <a:chOff x="7332104" y="3630714"/>
              <a:chExt cx="5220606" cy="2244424"/>
            </a:xfrm>
          </p:grpSpPr>
          <p:grpSp>
            <p:nvGrpSpPr>
              <p:cNvPr id="16" name="Grupo 15">
                <a:extLst>
                  <a:ext uri="{FF2B5EF4-FFF2-40B4-BE49-F238E27FC236}">
                    <a16:creationId xmlns:a16="http://schemas.microsoft.com/office/drawing/2014/main" id="{EB88B68C-5F48-095B-06BE-E2749F5D8C9D}"/>
                  </a:ext>
                </a:extLst>
              </p:cNvPr>
              <p:cNvGrpSpPr/>
              <p:nvPr/>
            </p:nvGrpSpPr>
            <p:grpSpPr>
              <a:xfrm>
                <a:off x="11912312" y="3630714"/>
                <a:ext cx="640398" cy="756973"/>
                <a:chOff x="11912312" y="3630714"/>
                <a:chExt cx="640398" cy="756973"/>
              </a:xfrm>
            </p:grpSpPr>
            <p:cxnSp>
              <p:nvCxnSpPr>
                <p:cNvPr id="19" name="Conector recto 18">
                  <a:extLst>
                    <a:ext uri="{FF2B5EF4-FFF2-40B4-BE49-F238E27FC236}">
                      <a16:creationId xmlns:a16="http://schemas.microsoft.com/office/drawing/2014/main" id="{304B03ED-12BD-A38B-7771-0DFFEAB6D9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1955175" y="3630714"/>
                  <a:ext cx="586041" cy="403696"/>
                </a:xfrm>
                <a:prstGeom prst="line">
                  <a:avLst/>
                </a:prstGeom>
                <a:ln w="28575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Conector recto 20">
                  <a:extLst>
                    <a:ext uri="{FF2B5EF4-FFF2-40B4-BE49-F238E27FC236}">
                      <a16:creationId xmlns:a16="http://schemas.microsoft.com/office/drawing/2014/main" id="{657B984E-62EC-E531-7AAA-114FBE997A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1951105" y="4034410"/>
                  <a:ext cx="601605" cy="317933"/>
                </a:xfrm>
                <a:prstGeom prst="line">
                  <a:avLst/>
                </a:prstGeom>
                <a:ln w="28575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Triángulo 21">
                  <a:extLst>
                    <a:ext uri="{FF2B5EF4-FFF2-40B4-BE49-F238E27FC236}">
                      <a16:creationId xmlns:a16="http://schemas.microsoft.com/office/drawing/2014/main" id="{6E47C681-CA28-3066-B86A-0B9E66DC2ACC}"/>
                    </a:ext>
                  </a:extLst>
                </p:cNvPr>
                <p:cNvSpPr/>
                <p:nvPr/>
              </p:nvSpPr>
              <p:spPr>
                <a:xfrm rot="5562974" flipH="1">
                  <a:off x="11827992" y="3733829"/>
                  <a:ext cx="738178" cy="569537"/>
                </a:xfrm>
                <a:prstGeom prst="triangle">
                  <a:avLst>
                    <a:gd name="adj" fmla="val 48237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</p:grpSp>
          <p:sp>
            <p:nvSpPr>
              <p:cNvPr id="17" name="Título 1">
                <a:extLst>
                  <a:ext uri="{FF2B5EF4-FFF2-40B4-BE49-F238E27FC236}">
                    <a16:creationId xmlns:a16="http://schemas.microsoft.com/office/drawing/2014/main" id="{7526D76F-FD58-F742-6E7A-0F74D47E6A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32104" y="5210882"/>
                <a:ext cx="2324264" cy="664256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50"/>
                </a:solidFill>
              </a:ln>
            </p:spPr>
            <p:txBody>
              <a:bodyPr vert="horz" lIns="36000" tIns="0" rIns="36000" bIns="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en-US" sz="3200" b="1" noProof="0" dirty="0" err="1">
                    <a:solidFill>
                      <a:srgbClr val="7E0029"/>
                    </a:solidFill>
                  </a:rPr>
                  <a:t>iPricing</a:t>
                </a:r>
                <a:endParaRPr lang="en-US" sz="3600" b="1" noProof="0" dirty="0">
                  <a:solidFill>
                    <a:srgbClr val="7E0029"/>
                  </a:solidFill>
                </a:endParaRPr>
              </a:p>
            </p:txBody>
          </p:sp>
        </p:grpSp>
      </p:grpSp>
      <p:sp>
        <p:nvSpPr>
          <p:cNvPr id="30" name="Título 1">
            <a:extLst>
              <a:ext uri="{FF2B5EF4-FFF2-40B4-BE49-F238E27FC236}">
                <a16:creationId xmlns:a16="http://schemas.microsoft.com/office/drawing/2014/main" id="{1951B844-2D2B-3B44-8CB6-8F7C0F5DF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85" y="-134145"/>
            <a:ext cx="12246526" cy="1325563"/>
          </a:xfrm>
        </p:spPr>
        <p:txBody>
          <a:bodyPr>
            <a:normAutofit/>
          </a:bodyPr>
          <a:lstStyle/>
          <a:p>
            <a:pPr algn="ctr"/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F21D293-D742-D3BD-BB31-968B269D5B55}"/>
              </a:ext>
            </a:extLst>
          </p:cNvPr>
          <p:cNvSpPr txBox="1"/>
          <p:nvPr/>
        </p:nvSpPr>
        <p:spPr>
          <a:xfrm>
            <a:off x="11641849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568240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D7C50594-6276-BFD3-BC7E-3C7F4DBC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8;p32">
            <a:extLst>
              <a:ext uri="{FF2B5EF4-FFF2-40B4-BE49-F238E27FC236}">
                <a16:creationId xmlns:a16="http://schemas.microsoft.com/office/drawing/2014/main" id="{0E88420D-433D-2FCA-6184-548F1EBC12DC}"/>
              </a:ext>
            </a:extLst>
          </p:cNvPr>
          <p:cNvSpPr/>
          <p:nvPr/>
        </p:nvSpPr>
        <p:spPr>
          <a:xfrm flipV="1">
            <a:off x="9424725" y="2411446"/>
            <a:ext cx="1955894" cy="628253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E528E7C9-2B02-E3CB-F252-AA675259681F}"/>
              </a:ext>
            </a:extLst>
          </p:cNvPr>
          <p:cNvSpPr/>
          <p:nvPr/>
        </p:nvSpPr>
        <p:spPr>
          <a:xfrm flipV="1">
            <a:off x="6147588" y="2705351"/>
            <a:ext cx="777716" cy="1577843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C1F6FE1D-0743-EB01-3829-58A11E72EB5C}"/>
              </a:ext>
            </a:extLst>
          </p:cNvPr>
          <p:cNvSpPr/>
          <p:nvPr/>
        </p:nvSpPr>
        <p:spPr>
          <a:xfrm flipV="1">
            <a:off x="6566414" y="3994755"/>
            <a:ext cx="1955894" cy="630312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E96A5C07-F15C-306B-8365-3D76EE2B7214}"/>
              </a:ext>
            </a:extLst>
          </p:cNvPr>
          <p:cNvSpPr/>
          <p:nvPr/>
        </p:nvSpPr>
        <p:spPr>
          <a:xfrm flipV="1">
            <a:off x="8148903" y="2733871"/>
            <a:ext cx="1638068" cy="1572635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41F2DE51-935B-B397-994F-A3548AF24D98}"/>
              </a:ext>
            </a:extLst>
          </p:cNvPr>
          <p:cNvSpPr/>
          <p:nvPr/>
        </p:nvSpPr>
        <p:spPr>
          <a:xfrm flipV="1">
            <a:off x="11003808" y="2733871"/>
            <a:ext cx="775122" cy="1574723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AF3104CE-CCBD-D1B8-8612-71840069F226}"/>
              </a:ext>
            </a:extLst>
          </p:cNvPr>
          <p:cNvSpPr/>
          <p:nvPr/>
        </p:nvSpPr>
        <p:spPr>
          <a:xfrm flipV="1">
            <a:off x="9418761" y="4009001"/>
            <a:ext cx="1954578" cy="629283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82E8CECB-4A88-404D-C703-87F9D436BF9A}"/>
              </a:ext>
            </a:extLst>
          </p:cNvPr>
          <p:cNvSpPr/>
          <p:nvPr/>
        </p:nvSpPr>
        <p:spPr>
          <a:xfrm flipV="1">
            <a:off x="6547904" y="2385374"/>
            <a:ext cx="1954578" cy="630341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4D4BE340-50BF-6B56-F52D-D6691830EF7C}"/>
              </a:ext>
            </a:extLst>
          </p:cNvPr>
          <p:cNvSpPr/>
          <p:nvPr/>
        </p:nvSpPr>
        <p:spPr>
          <a:xfrm flipV="1">
            <a:off x="8151462" y="2733872"/>
            <a:ext cx="1638104" cy="1573693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7C6CB86B-9069-796F-2FD0-5F33AC411B4D}"/>
              </a:ext>
            </a:extLst>
          </p:cNvPr>
          <p:cNvSpPr/>
          <p:nvPr/>
        </p:nvSpPr>
        <p:spPr>
          <a:xfrm flipV="1">
            <a:off x="8320716" y="4066293"/>
            <a:ext cx="153759" cy="123796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DB79BCD4-3606-AD4F-0770-F71A44B01C09}"/>
              </a:ext>
            </a:extLst>
          </p:cNvPr>
          <p:cNvSpPr/>
          <p:nvPr/>
        </p:nvSpPr>
        <p:spPr>
          <a:xfrm flipV="1">
            <a:off x="9587979" y="2786631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F70F9182-7381-AD80-60C7-DE0DC33DAA7F}"/>
              </a:ext>
            </a:extLst>
          </p:cNvPr>
          <p:cNvSpPr/>
          <p:nvPr/>
        </p:nvSpPr>
        <p:spPr>
          <a:xfrm flipV="1">
            <a:off x="11051613" y="4146310"/>
            <a:ext cx="152444" cy="122765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8A119BD8-8A2A-68D5-F507-F7E7E7EBD744}"/>
              </a:ext>
            </a:extLst>
          </p:cNvPr>
          <p:cNvSpPr/>
          <p:nvPr/>
        </p:nvSpPr>
        <p:spPr>
          <a:xfrm flipV="1">
            <a:off x="9467845" y="4050617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1C465CA8-EB10-0313-41E0-F237CC806473}"/>
              </a:ext>
            </a:extLst>
          </p:cNvPr>
          <p:cNvSpPr/>
          <p:nvPr/>
        </p:nvSpPr>
        <p:spPr>
          <a:xfrm flipV="1">
            <a:off x="8200582" y="2775472"/>
            <a:ext cx="153759" cy="123825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B69091E-FAC1-233D-0032-65BF2A1E1204}"/>
              </a:ext>
            </a:extLst>
          </p:cNvPr>
          <p:cNvSpPr txBox="1"/>
          <p:nvPr/>
        </p:nvSpPr>
        <p:spPr>
          <a:xfrm rot="18698352">
            <a:off x="8495995" y="3362790"/>
            <a:ext cx="846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FB8079E4-5E3F-03DB-9C8B-443422F97A8E}"/>
              </a:ext>
            </a:extLst>
          </p:cNvPr>
          <p:cNvSpPr txBox="1"/>
          <p:nvPr/>
        </p:nvSpPr>
        <p:spPr>
          <a:xfrm rot="2875983">
            <a:off x="10828217" y="2841246"/>
            <a:ext cx="88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34D4591-BE8B-F6AE-CA42-857462DF5FED}"/>
              </a:ext>
            </a:extLst>
          </p:cNvPr>
          <p:cNvSpPr txBox="1"/>
          <p:nvPr/>
        </p:nvSpPr>
        <p:spPr>
          <a:xfrm>
            <a:off x="9933275" y="4238832"/>
            <a:ext cx="90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7EEED52-9884-A04E-379E-2AD3DCD8E8DF}"/>
              </a:ext>
            </a:extLst>
          </p:cNvPr>
          <p:cNvSpPr txBox="1"/>
          <p:nvPr/>
        </p:nvSpPr>
        <p:spPr>
          <a:xfrm rot="2606566">
            <a:off x="8296423" y="3007500"/>
            <a:ext cx="7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74EB43FC-1B03-A8BD-E66D-3BEC2CEB6BE1}"/>
              </a:ext>
            </a:extLst>
          </p:cNvPr>
          <p:cNvSpPr txBox="1"/>
          <p:nvPr/>
        </p:nvSpPr>
        <p:spPr>
          <a:xfrm rot="18717501">
            <a:off x="6287541" y="2699193"/>
            <a:ext cx="840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16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BEA0BE3-A4F4-6E56-D4A8-1C1920D68BC2}"/>
              </a:ext>
            </a:extLst>
          </p:cNvPr>
          <p:cNvSpPr txBox="1"/>
          <p:nvPr/>
        </p:nvSpPr>
        <p:spPr>
          <a:xfrm>
            <a:off x="7332597" y="4240737"/>
            <a:ext cx="61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30AC8CBF-0104-FE86-2166-F45669475F20}"/>
              </a:ext>
            </a:extLst>
          </p:cNvPr>
          <p:cNvSpPr txBox="1"/>
          <p:nvPr/>
        </p:nvSpPr>
        <p:spPr>
          <a:xfrm>
            <a:off x="7014715" y="2926105"/>
            <a:ext cx="99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B35A3AC1-E670-C57B-3499-B3200034C858}"/>
              </a:ext>
            </a:extLst>
          </p:cNvPr>
          <p:cNvSpPr txBox="1"/>
          <p:nvPr/>
        </p:nvSpPr>
        <p:spPr>
          <a:xfrm>
            <a:off x="9884305" y="2904424"/>
            <a:ext cx="106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3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E2C61A64-B638-DED7-48CC-77B02F7F2FC2}"/>
              </a:ext>
            </a:extLst>
          </p:cNvPr>
          <p:cNvGrpSpPr/>
          <p:nvPr/>
        </p:nvGrpSpPr>
        <p:grpSpPr>
          <a:xfrm>
            <a:off x="9265039" y="2899528"/>
            <a:ext cx="301987" cy="29549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AC8F0096-49CA-ACD3-CA4D-B7861C2AA7F8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36A27F48-32A2-6CBD-0C2E-BB2BFED50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038CD4F2-5AB5-34BB-962F-363F926CB4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592" y="3576777"/>
            <a:ext cx="358520" cy="440002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BBFAD1D2-552B-FC64-2EF4-AC7ED4AB16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0352" y="3612287"/>
            <a:ext cx="365533" cy="448609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89BE1393-B701-5744-8F2B-3A55B3A828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351" y="3653128"/>
            <a:ext cx="385491" cy="385491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F7E724BC-A8AD-D0AD-A931-CA1F4C51CA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7579773" y="2452258"/>
            <a:ext cx="319990" cy="31999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7AC7244E-6259-6E44-28B8-AD4DAC14C68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75099" y="2437177"/>
            <a:ext cx="353776" cy="353776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66C8E907-44DF-1F8B-5E88-DD5B92C42D6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91697" y="3611367"/>
            <a:ext cx="348455" cy="348455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8D99DED1-B50B-7D28-4E3B-0FA5CB02C13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97665" y="4100112"/>
            <a:ext cx="299116" cy="299116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BDD330CA-4A9F-6FCA-DD03-AD48747B85A4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D626EB0F-252E-2C22-9670-233FDC075249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7F4D8AB-2B31-3900-B1DB-7078BF1C135C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D566AD8-6772-A90C-C518-6E7E095E924E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9D2C1D97-16FA-922A-6716-036969B50E3B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559232E-E8EF-2A3E-B73F-663AC32C314A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ECD6AD10-A61A-F2F8-94F8-FB462B770449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D02A11C0-3A7E-6E0C-520A-C3C552B1E15C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D468F127-2B91-CE8E-4FD4-F460A37F715C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83140CC1-1049-2BE7-50E3-7C1153B2D105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298E0C79-BB19-ABFC-8520-2CD7DEAC5966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77AE246D-ADAE-697F-0345-E7F669976EE2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287DAF55-72A9-2147-BCF6-BF83278853B3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0EFE9A54-27DD-1A8A-AC5E-06B393AA7AF3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40588923-1647-ACB8-0038-C08191543B35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404890C-3725-C497-2E40-6A97EFC5DCE5}"/>
              </a:ext>
            </a:extLst>
          </p:cNvPr>
          <p:cNvSpPr txBox="1"/>
          <p:nvPr/>
        </p:nvSpPr>
        <p:spPr>
          <a:xfrm>
            <a:off x="568888" y="2092986"/>
            <a:ext cx="43107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Modeling</a:t>
            </a:r>
            <a:endParaRPr lang="es-ES_tradnl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4EDEA57-B7A8-BA20-C673-2923C02DBBA4}"/>
              </a:ext>
            </a:extLst>
          </p:cNvPr>
          <p:cNvSpPr txBox="1"/>
          <p:nvPr/>
        </p:nvSpPr>
        <p:spPr>
          <a:xfrm>
            <a:off x="568887" y="2664495"/>
            <a:ext cx="4073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39E03C1-C9F7-8A78-EB20-F828D293F96B}"/>
              </a:ext>
            </a:extLst>
          </p:cNvPr>
          <p:cNvSpPr txBox="1"/>
          <p:nvPr/>
        </p:nvSpPr>
        <p:spPr>
          <a:xfrm>
            <a:off x="568887" y="3280048"/>
            <a:ext cx="481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D4E061-D830-5496-F8AE-CA79EB2C6283}"/>
              </a:ext>
            </a:extLst>
          </p:cNvPr>
          <p:cNvSpPr txBox="1"/>
          <p:nvPr/>
        </p:nvSpPr>
        <p:spPr>
          <a:xfrm>
            <a:off x="568886" y="3847387"/>
            <a:ext cx="4366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AA54A51-2AD8-EC21-3895-C7100FBF1676}"/>
              </a:ext>
            </a:extLst>
          </p:cNvPr>
          <p:cNvSpPr txBox="1"/>
          <p:nvPr/>
        </p:nvSpPr>
        <p:spPr>
          <a:xfrm>
            <a:off x="568886" y="4414726"/>
            <a:ext cx="4176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890503FC-B18F-9AB0-6EE3-72CCA2E8EB9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53039" y="781717"/>
            <a:ext cx="7239927" cy="4826618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grpSp>
        <p:nvGrpSpPr>
          <p:cNvPr id="28" name="Grupo 27">
            <a:extLst>
              <a:ext uri="{FF2B5EF4-FFF2-40B4-BE49-F238E27FC236}">
                <a16:creationId xmlns:a16="http://schemas.microsoft.com/office/drawing/2014/main" id="{E039FF3A-417A-7CF6-E460-D77D53077797}"/>
              </a:ext>
            </a:extLst>
          </p:cNvPr>
          <p:cNvGrpSpPr/>
          <p:nvPr/>
        </p:nvGrpSpPr>
        <p:grpSpPr>
          <a:xfrm>
            <a:off x="9577650" y="3452950"/>
            <a:ext cx="636945" cy="760126"/>
            <a:chOff x="7496955" y="3775882"/>
            <a:chExt cx="636945" cy="760126"/>
          </a:xfrm>
        </p:grpSpPr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1DD86E18-2BC0-D5E7-513F-E77EA2FDA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28253" y="3775882"/>
              <a:ext cx="594151" cy="403697"/>
            </a:xfrm>
            <a:prstGeom prst="line">
              <a:avLst/>
            </a:prstGeom>
            <a:ln w="28575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1A2C2A60-389C-6113-C453-A22E2A6349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2295" y="4179579"/>
              <a:ext cx="601605" cy="317934"/>
            </a:xfrm>
            <a:prstGeom prst="line">
              <a:avLst/>
            </a:prstGeom>
            <a:ln w="28575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riángulo 30">
              <a:extLst>
                <a:ext uri="{FF2B5EF4-FFF2-40B4-BE49-F238E27FC236}">
                  <a16:creationId xmlns:a16="http://schemas.microsoft.com/office/drawing/2014/main" id="{FE7A36A4-09DD-B97A-951F-09AD9CCD7EE1}"/>
                </a:ext>
              </a:extLst>
            </p:cNvPr>
            <p:cNvSpPr/>
            <p:nvPr/>
          </p:nvSpPr>
          <p:spPr>
            <a:xfrm rot="5562974" flipH="1">
              <a:off x="7398739" y="3896046"/>
              <a:ext cx="738178" cy="541745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5" name="Título 1">
            <a:extLst>
              <a:ext uri="{FF2B5EF4-FFF2-40B4-BE49-F238E27FC236}">
                <a16:creationId xmlns:a16="http://schemas.microsoft.com/office/drawing/2014/main" id="{2703C1CB-80D6-5D99-7331-C2DD4F8DFBBA}"/>
              </a:ext>
            </a:extLst>
          </p:cNvPr>
          <p:cNvSpPr txBox="1">
            <a:spLocks/>
          </p:cNvSpPr>
          <p:nvPr/>
        </p:nvSpPr>
        <p:spPr>
          <a:xfrm>
            <a:off x="7278714" y="4960968"/>
            <a:ext cx="2324264" cy="664256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vert="horz" lIns="36000" tIns="0" rIns="3600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noProof="0" dirty="0" err="1">
                <a:solidFill>
                  <a:srgbClr val="7E0029"/>
                </a:solidFill>
              </a:rPr>
              <a:t>iSubscription</a:t>
            </a:r>
            <a:endParaRPr lang="en-US" sz="3600" b="1" noProof="0" dirty="0">
              <a:solidFill>
                <a:srgbClr val="7E0029"/>
              </a:solidFill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A53FEAA8-B9C7-C3B9-F961-8C6527D3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85" y="-134145"/>
            <a:ext cx="12246526" cy="1325563"/>
          </a:xfrm>
        </p:spPr>
        <p:txBody>
          <a:bodyPr>
            <a:normAutofit/>
          </a:bodyPr>
          <a:lstStyle/>
          <a:p>
            <a:pPr algn="ctr"/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0EF8097-71FC-797A-E0E3-3570E7769612}"/>
              </a:ext>
            </a:extLst>
          </p:cNvPr>
          <p:cNvSpPr txBox="1"/>
          <p:nvPr/>
        </p:nvSpPr>
        <p:spPr>
          <a:xfrm>
            <a:off x="11641849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863483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C4667337-1A03-D68F-7833-67C03DAE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8;p32">
            <a:extLst>
              <a:ext uri="{FF2B5EF4-FFF2-40B4-BE49-F238E27FC236}">
                <a16:creationId xmlns:a16="http://schemas.microsoft.com/office/drawing/2014/main" id="{BDABB899-9D0F-ED81-F244-4C8821053977}"/>
              </a:ext>
            </a:extLst>
          </p:cNvPr>
          <p:cNvSpPr/>
          <p:nvPr/>
        </p:nvSpPr>
        <p:spPr>
          <a:xfrm flipV="1">
            <a:off x="9424725" y="2411446"/>
            <a:ext cx="1955894" cy="628253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153EEAB5-A53E-A7CD-D1CF-05D0E5734712}"/>
              </a:ext>
            </a:extLst>
          </p:cNvPr>
          <p:cNvSpPr/>
          <p:nvPr/>
        </p:nvSpPr>
        <p:spPr>
          <a:xfrm flipV="1">
            <a:off x="6147588" y="2705351"/>
            <a:ext cx="777716" cy="1577843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B6E14FED-60B8-6B9B-90B5-2A96E23CE7A3}"/>
              </a:ext>
            </a:extLst>
          </p:cNvPr>
          <p:cNvSpPr/>
          <p:nvPr/>
        </p:nvSpPr>
        <p:spPr>
          <a:xfrm flipV="1">
            <a:off x="6566414" y="3994755"/>
            <a:ext cx="1955894" cy="630312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884041AF-5094-A4CB-54EE-6A38226C78F4}"/>
              </a:ext>
            </a:extLst>
          </p:cNvPr>
          <p:cNvSpPr/>
          <p:nvPr/>
        </p:nvSpPr>
        <p:spPr>
          <a:xfrm flipV="1">
            <a:off x="8148903" y="2733871"/>
            <a:ext cx="1638068" cy="1572635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FFC000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1F061AAE-6EA3-7283-2CC5-E3ABD21CDBE3}"/>
              </a:ext>
            </a:extLst>
          </p:cNvPr>
          <p:cNvSpPr/>
          <p:nvPr/>
        </p:nvSpPr>
        <p:spPr>
          <a:xfrm flipV="1">
            <a:off x="11003808" y="2733871"/>
            <a:ext cx="775122" cy="1574723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14FD33C1-348A-8822-4B84-5CE859BB6250}"/>
              </a:ext>
            </a:extLst>
          </p:cNvPr>
          <p:cNvSpPr/>
          <p:nvPr/>
        </p:nvSpPr>
        <p:spPr>
          <a:xfrm flipV="1">
            <a:off x="9418761" y="4009001"/>
            <a:ext cx="1954578" cy="629283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9618F4DB-4805-C058-33EB-318D555ECEC2}"/>
              </a:ext>
            </a:extLst>
          </p:cNvPr>
          <p:cNvSpPr/>
          <p:nvPr/>
        </p:nvSpPr>
        <p:spPr>
          <a:xfrm flipV="1">
            <a:off x="6547904" y="2385374"/>
            <a:ext cx="1954578" cy="630341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90D22656-8429-A06C-E144-EAD5B4AF2F73}"/>
              </a:ext>
            </a:extLst>
          </p:cNvPr>
          <p:cNvSpPr/>
          <p:nvPr/>
        </p:nvSpPr>
        <p:spPr>
          <a:xfrm flipV="1">
            <a:off x="8151462" y="2733872"/>
            <a:ext cx="1638104" cy="1573693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5438E523-4FB9-C1C2-0A58-0967A7430657}"/>
              </a:ext>
            </a:extLst>
          </p:cNvPr>
          <p:cNvSpPr/>
          <p:nvPr/>
        </p:nvSpPr>
        <p:spPr>
          <a:xfrm flipV="1">
            <a:off x="8320716" y="4066293"/>
            <a:ext cx="153759" cy="123796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EBD31B1E-9067-248E-6880-7847E9EEE0C9}"/>
              </a:ext>
            </a:extLst>
          </p:cNvPr>
          <p:cNvSpPr/>
          <p:nvPr/>
        </p:nvSpPr>
        <p:spPr>
          <a:xfrm flipV="1">
            <a:off x="9587979" y="2786631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56A552D4-64EE-A983-94DE-8AE7CF216EB6}"/>
              </a:ext>
            </a:extLst>
          </p:cNvPr>
          <p:cNvSpPr/>
          <p:nvPr/>
        </p:nvSpPr>
        <p:spPr>
          <a:xfrm flipV="1">
            <a:off x="11051613" y="4146310"/>
            <a:ext cx="152444" cy="122765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E4B7B5CA-C1D7-0E89-FAC3-0B1EE023ADD4}"/>
              </a:ext>
            </a:extLst>
          </p:cNvPr>
          <p:cNvSpPr/>
          <p:nvPr/>
        </p:nvSpPr>
        <p:spPr>
          <a:xfrm flipV="1">
            <a:off x="9467845" y="4050617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A1702AC5-BF4B-30FE-9EFD-588B5B311434}"/>
              </a:ext>
            </a:extLst>
          </p:cNvPr>
          <p:cNvSpPr/>
          <p:nvPr/>
        </p:nvSpPr>
        <p:spPr>
          <a:xfrm flipV="1">
            <a:off x="8200582" y="2775472"/>
            <a:ext cx="153759" cy="123825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DE39455C-D9FE-39C1-C45E-2AA80E31310F}"/>
              </a:ext>
            </a:extLst>
          </p:cNvPr>
          <p:cNvSpPr txBox="1"/>
          <p:nvPr/>
        </p:nvSpPr>
        <p:spPr>
          <a:xfrm rot="18698352">
            <a:off x="8495995" y="3362790"/>
            <a:ext cx="846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448F2C9D-24AF-A917-5465-0CCDF9A91391}"/>
              </a:ext>
            </a:extLst>
          </p:cNvPr>
          <p:cNvSpPr txBox="1"/>
          <p:nvPr/>
        </p:nvSpPr>
        <p:spPr>
          <a:xfrm rot="2875983">
            <a:off x="10828217" y="2841246"/>
            <a:ext cx="88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3C4DBCCC-212B-D3B5-A835-DCBB87339C15}"/>
              </a:ext>
            </a:extLst>
          </p:cNvPr>
          <p:cNvSpPr txBox="1"/>
          <p:nvPr/>
        </p:nvSpPr>
        <p:spPr>
          <a:xfrm>
            <a:off x="9933275" y="4238832"/>
            <a:ext cx="90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B1B531C-D111-4F02-26EC-299176DCB444}"/>
              </a:ext>
            </a:extLst>
          </p:cNvPr>
          <p:cNvSpPr txBox="1"/>
          <p:nvPr/>
        </p:nvSpPr>
        <p:spPr>
          <a:xfrm rot="2606566">
            <a:off x="8296423" y="3007500"/>
            <a:ext cx="7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6DD5C671-88DE-2B76-171E-0BE56DA01B88}"/>
              </a:ext>
            </a:extLst>
          </p:cNvPr>
          <p:cNvSpPr txBox="1"/>
          <p:nvPr/>
        </p:nvSpPr>
        <p:spPr>
          <a:xfrm rot="18717501">
            <a:off x="6287541" y="2699193"/>
            <a:ext cx="840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16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EA7434CD-A715-4058-F17E-D5A0598C2627}"/>
              </a:ext>
            </a:extLst>
          </p:cNvPr>
          <p:cNvSpPr txBox="1"/>
          <p:nvPr/>
        </p:nvSpPr>
        <p:spPr>
          <a:xfrm>
            <a:off x="7332597" y="4240737"/>
            <a:ext cx="61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F2090A7D-6E8E-ACD1-0C30-43A88780EE87}"/>
              </a:ext>
            </a:extLst>
          </p:cNvPr>
          <p:cNvSpPr txBox="1"/>
          <p:nvPr/>
        </p:nvSpPr>
        <p:spPr>
          <a:xfrm>
            <a:off x="7014715" y="2926105"/>
            <a:ext cx="99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9D3DB96B-0459-4CED-9EB8-B197A4A0C077}"/>
              </a:ext>
            </a:extLst>
          </p:cNvPr>
          <p:cNvSpPr txBox="1"/>
          <p:nvPr/>
        </p:nvSpPr>
        <p:spPr>
          <a:xfrm>
            <a:off x="9884305" y="2904424"/>
            <a:ext cx="106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3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AC8562A-AE8D-F12E-BD3D-2ECF18545E18}"/>
              </a:ext>
            </a:extLst>
          </p:cNvPr>
          <p:cNvGrpSpPr/>
          <p:nvPr/>
        </p:nvGrpSpPr>
        <p:grpSpPr>
          <a:xfrm>
            <a:off x="9265039" y="2899528"/>
            <a:ext cx="301987" cy="29549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90BFA8C0-B13A-FEC2-5617-D17006050A01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867A038F-5F9A-EBFD-822D-A2A0BE96C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D162D5B5-75E0-3044-5913-7B138B9CF8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592" y="3576777"/>
            <a:ext cx="358520" cy="440002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96C3A1C7-ABA9-0C23-0D7D-4116FBA603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0352" y="3612287"/>
            <a:ext cx="365533" cy="448609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8992092C-AD8C-1F13-E135-89D21631A18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351" y="3653128"/>
            <a:ext cx="385491" cy="385491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D168FF16-6B19-AAE5-3FFF-8E01832F001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7579773" y="2452258"/>
            <a:ext cx="319990" cy="31999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29DEFB9A-DB04-B4EB-DE50-FE6265B961D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75099" y="2437177"/>
            <a:ext cx="353776" cy="353776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D2CA43B9-54AA-6D2E-702E-543E6A01641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91697" y="3611367"/>
            <a:ext cx="348455" cy="348455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B679C4FA-183E-3889-FFF3-5EA7706F421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97665" y="4100112"/>
            <a:ext cx="299116" cy="299116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6F848FFB-BDAF-2F52-1CB0-CDEA1D146E20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A30A4F1-9124-6E1C-38E2-AE1BA97DFDAF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4B6F8B3-7448-9A5E-AAFC-6BFE0DF41502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13B264A-D123-53DA-7FF6-3870520D16D6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05964EB-AFB4-4FCA-74CC-45749BC74B8F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15407122-AE74-A3BA-8E33-31BC435CCDE8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4DEFF46-197D-3B49-F734-F0E40B8BE522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5EDBCE17-CE8C-C4D3-3A18-2B7BDCCC2A7B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96F921E-5B3C-57BD-9217-BB00D855516A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869B1A18-A787-114E-FD2B-CB4B7B6BA30B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6DB132D1-0F18-5E0C-C03A-CFF95D77EBBA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7D3790AF-FFAA-36E6-C206-FAC4253F15B7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5CB89A73-3AC3-4D36-6779-645B9A247B91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01E50899-1B73-ED9F-3DDC-41E40A3E21F6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8E878290-3603-65BB-AA84-3982BC20076B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9A73C45-C315-2993-FD01-3EF7BA96A67D}"/>
              </a:ext>
            </a:extLst>
          </p:cNvPr>
          <p:cNvSpPr txBox="1"/>
          <p:nvPr/>
        </p:nvSpPr>
        <p:spPr>
          <a:xfrm>
            <a:off x="568888" y="2092986"/>
            <a:ext cx="4235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EA2CCDC-2C56-59C7-7DB0-3216A858BDA7}"/>
              </a:ext>
            </a:extLst>
          </p:cNvPr>
          <p:cNvSpPr txBox="1"/>
          <p:nvPr/>
        </p:nvSpPr>
        <p:spPr>
          <a:xfrm>
            <a:off x="568887" y="2664495"/>
            <a:ext cx="4120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4E368B4-1F8E-861B-A156-6ECD4A179349}"/>
              </a:ext>
            </a:extLst>
          </p:cNvPr>
          <p:cNvSpPr txBox="1"/>
          <p:nvPr/>
        </p:nvSpPr>
        <p:spPr>
          <a:xfrm>
            <a:off x="568887" y="3280048"/>
            <a:ext cx="481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1860415-09BE-643E-991D-5BDD4A9C8401}"/>
              </a:ext>
            </a:extLst>
          </p:cNvPr>
          <p:cNvSpPr txBox="1"/>
          <p:nvPr/>
        </p:nvSpPr>
        <p:spPr>
          <a:xfrm>
            <a:off x="568886" y="3847387"/>
            <a:ext cx="4366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4F11FAA-F112-A7E9-59A6-4DCCEF0ABFDF}"/>
              </a:ext>
            </a:extLst>
          </p:cNvPr>
          <p:cNvSpPr txBox="1"/>
          <p:nvPr/>
        </p:nvSpPr>
        <p:spPr>
          <a:xfrm>
            <a:off x="568886" y="4414726"/>
            <a:ext cx="4176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FD9A4C93-FDCD-77E0-A5F6-4FAB8D8CB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85" y="-134145"/>
            <a:ext cx="12246526" cy="1325563"/>
          </a:xfrm>
        </p:spPr>
        <p:txBody>
          <a:bodyPr>
            <a:normAutofit/>
          </a:bodyPr>
          <a:lstStyle/>
          <a:p>
            <a:pPr algn="ctr"/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AD81FCF-607F-5BE3-12B6-B567773B988C}"/>
              </a:ext>
            </a:extLst>
          </p:cNvPr>
          <p:cNvSpPr txBox="1"/>
          <p:nvPr/>
        </p:nvSpPr>
        <p:spPr>
          <a:xfrm>
            <a:off x="11641849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12212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AE2AC42-B19D-6A35-3566-DC07089C9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8;p32">
            <a:extLst>
              <a:ext uri="{FF2B5EF4-FFF2-40B4-BE49-F238E27FC236}">
                <a16:creationId xmlns:a16="http://schemas.microsoft.com/office/drawing/2014/main" id="{A66DC027-C4A6-E761-5B66-CAF15CDDE717}"/>
              </a:ext>
            </a:extLst>
          </p:cNvPr>
          <p:cNvSpPr/>
          <p:nvPr/>
        </p:nvSpPr>
        <p:spPr>
          <a:xfrm flipV="1">
            <a:off x="9424725" y="2965633"/>
            <a:ext cx="1955894" cy="628253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4BFC43E5-10FE-9B3A-6076-C2AB15FD9F16}"/>
              </a:ext>
            </a:extLst>
          </p:cNvPr>
          <p:cNvSpPr/>
          <p:nvPr/>
        </p:nvSpPr>
        <p:spPr>
          <a:xfrm flipV="1">
            <a:off x="6147588" y="3259538"/>
            <a:ext cx="777716" cy="1577843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BD7DE6D6-6421-B25E-FBE4-8106238A4812}"/>
              </a:ext>
            </a:extLst>
          </p:cNvPr>
          <p:cNvSpPr/>
          <p:nvPr/>
        </p:nvSpPr>
        <p:spPr>
          <a:xfrm flipV="1">
            <a:off x="6566414" y="4548942"/>
            <a:ext cx="1955894" cy="630312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100CE335-D6E6-2BBF-F071-31FF8D79170E}"/>
              </a:ext>
            </a:extLst>
          </p:cNvPr>
          <p:cNvSpPr/>
          <p:nvPr/>
        </p:nvSpPr>
        <p:spPr>
          <a:xfrm flipV="1">
            <a:off x="8148903" y="3288058"/>
            <a:ext cx="1638068" cy="1572635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FFC000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7850FD51-F2DF-559E-3113-24D1031C6A83}"/>
              </a:ext>
            </a:extLst>
          </p:cNvPr>
          <p:cNvSpPr/>
          <p:nvPr/>
        </p:nvSpPr>
        <p:spPr>
          <a:xfrm flipV="1">
            <a:off x="11003808" y="3288058"/>
            <a:ext cx="775122" cy="1574723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DBC63932-6266-C20D-EB31-127285B110DE}"/>
              </a:ext>
            </a:extLst>
          </p:cNvPr>
          <p:cNvSpPr/>
          <p:nvPr/>
        </p:nvSpPr>
        <p:spPr>
          <a:xfrm flipV="1">
            <a:off x="9418761" y="4563188"/>
            <a:ext cx="1954578" cy="629283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2BABC6CB-DDB6-4D50-5114-1E47E3B256FF}"/>
              </a:ext>
            </a:extLst>
          </p:cNvPr>
          <p:cNvSpPr/>
          <p:nvPr/>
        </p:nvSpPr>
        <p:spPr>
          <a:xfrm flipV="1">
            <a:off x="6547904" y="2939561"/>
            <a:ext cx="1954578" cy="630341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DBC5E2DC-EEBB-7846-86A4-82FF68450BD9}"/>
              </a:ext>
            </a:extLst>
          </p:cNvPr>
          <p:cNvSpPr/>
          <p:nvPr/>
        </p:nvSpPr>
        <p:spPr>
          <a:xfrm flipV="1">
            <a:off x="8151462" y="3288059"/>
            <a:ext cx="1638104" cy="1573693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15B8FBC1-272F-B131-3134-C11917C25EAE}"/>
              </a:ext>
            </a:extLst>
          </p:cNvPr>
          <p:cNvSpPr/>
          <p:nvPr/>
        </p:nvSpPr>
        <p:spPr>
          <a:xfrm flipV="1">
            <a:off x="8320716" y="4620480"/>
            <a:ext cx="153759" cy="123796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85BB1EFC-2331-3495-9313-4AF0DB6FB64D}"/>
              </a:ext>
            </a:extLst>
          </p:cNvPr>
          <p:cNvSpPr/>
          <p:nvPr/>
        </p:nvSpPr>
        <p:spPr>
          <a:xfrm flipV="1">
            <a:off x="9587979" y="3340818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4C998B06-6B23-86B8-982D-4E38155E83C9}"/>
              </a:ext>
            </a:extLst>
          </p:cNvPr>
          <p:cNvSpPr/>
          <p:nvPr/>
        </p:nvSpPr>
        <p:spPr>
          <a:xfrm flipV="1">
            <a:off x="11051613" y="4700497"/>
            <a:ext cx="152444" cy="122765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5600D2FE-E325-27AD-07BB-003EAF2FE836}"/>
              </a:ext>
            </a:extLst>
          </p:cNvPr>
          <p:cNvSpPr/>
          <p:nvPr/>
        </p:nvSpPr>
        <p:spPr>
          <a:xfrm flipV="1">
            <a:off x="9467845" y="4604804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7945D83F-071F-D8A3-A60F-8C82407526FA}"/>
              </a:ext>
            </a:extLst>
          </p:cNvPr>
          <p:cNvSpPr/>
          <p:nvPr/>
        </p:nvSpPr>
        <p:spPr>
          <a:xfrm flipV="1">
            <a:off x="8200582" y="3329659"/>
            <a:ext cx="153759" cy="123825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560D7E87-35BA-269A-ECDC-4AB59DE589C2}"/>
              </a:ext>
            </a:extLst>
          </p:cNvPr>
          <p:cNvSpPr txBox="1"/>
          <p:nvPr/>
        </p:nvSpPr>
        <p:spPr>
          <a:xfrm rot="18698352">
            <a:off x="8495995" y="3916977"/>
            <a:ext cx="846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09EE6E0D-4D5B-8A6B-B675-8C7E7F269B4F}"/>
              </a:ext>
            </a:extLst>
          </p:cNvPr>
          <p:cNvSpPr txBox="1"/>
          <p:nvPr/>
        </p:nvSpPr>
        <p:spPr>
          <a:xfrm rot="2875983">
            <a:off x="10828217" y="3395433"/>
            <a:ext cx="88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E77FBB8-BF9C-8889-7E55-18404D403E3E}"/>
              </a:ext>
            </a:extLst>
          </p:cNvPr>
          <p:cNvSpPr txBox="1"/>
          <p:nvPr/>
        </p:nvSpPr>
        <p:spPr>
          <a:xfrm>
            <a:off x="9933275" y="4793019"/>
            <a:ext cx="90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DFDCA79-D7FC-597A-AD23-CB139DDEE539}"/>
              </a:ext>
            </a:extLst>
          </p:cNvPr>
          <p:cNvSpPr txBox="1"/>
          <p:nvPr/>
        </p:nvSpPr>
        <p:spPr>
          <a:xfrm rot="2606566">
            <a:off x="8296423" y="3561687"/>
            <a:ext cx="7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63B611F9-29AE-8FA4-3E99-901333BD15A7}"/>
              </a:ext>
            </a:extLst>
          </p:cNvPr>
          <p:cNvSpPr txBox="1"/>
          <p:nvPr/>
        </p:nvSpPr>
        <p:spPr>
          <a:xfrm rot="18717501">
            <a:off x="6287541" y="3253380"/>
            <a:ext cx="840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16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D107E19D-BAE9-E834-FF76-3C18765DBE46}"/>
              </a:ext>
            </a:extLst>
          </p:cNvPr>
          <p:cNvSpPr txBox="1"/>
          <p:nvPr/>
        </p:nvSpPr>
        <p:spPr>
          <a:xfrm>
            <a:off x="7332597" y="4794924"/>
            <a:ext cx="61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B93E5CC-D1C9-1417-0AC4-B7C0D58ED28A}"/>
              </a:ext>
            </a:extLst>
          </p:cNvPr>
          <p:cNvSpPr txBox="1"/>
          <p:nvPr/>
        </p:nvSpPr>
        <p:spPr>
          <a:xfrm>
            <a:off x="7014715" y="3480292"/>
            <a:ext cx="99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9084DA00-3B6E-0426-5687-1E4A8B9E6141}"/>
              </a:ext>
            </a:extLst>
          </p:cNvPr>
          <p:cNvSpPr txBox="1"/>
          <p:nvPr/>
        </p:nvSpPr>
        <p:spPr>
          <a:xfrm>
            <a:off x="9884305" y="3458611"/>
            <a:ext cx="106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3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E704BF78-DDDB-F7CC-40D4-E090DF803E4E}"/>
              </a:ext>
            </a:extLst>
          </p:cNvPr>
          <p:cNvGrpSpPr/>
          <p:nvPr/>
        </p:nvGrpSpPr>
        <p:grpSpPr>
          <a:xfrm>
            <a:off x="9265039" y="3453715"/>
            <a:ext cx="301987" cy="29549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E335BCC7-E5CD-681D-D3A7-7B20512D62F8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3F8994B2-64BF-C6A9-39FE-0F258D720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F978A762-37C3-9943-5CFA-8A86FAF861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592" y="4130964"/>
            <a:ext cx="358520" cy="440002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9B561E04-FB48-FFC1-0251-9609D6EB7A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0352" y="4166474"/>
            <a:ext cx="365533" cy="448609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BE46712E-9F83-7CF1-39C0-6413125FB4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351" y="4207315"/>
            <a:ext cx="385491" cy="385491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B7B4C475-9CBE-38E6-0188-25F12A1CD0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7579773" y="3006445"/>
            <a:ext cx="319990" cy="31999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405E9DFB-39DB-0C90-F844-FDC44C98F03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75099" y="2991364"/>
            <a:ext cx="353776" cy="353776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C1D3FFDA-EED8-19D1-985F-6C768E08CFF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91697" y="4165554"/>
            <a:ext cx="348455" cy="348455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5341A15B-B1C7-FD32-810F-24CD37A0641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97665" y="4654299"/>
            <a:ext cx="299116" cy="299116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9E5BB37E-7711-9C97-9E65-60AE0ECF0C62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6E6A55B-4C73-6D46-D840-52F4DF4C2534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0944DE31-2F88-63EB-4761-A70DC170EA0D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4FFE517-A421-5D93-6B47-E9FD92E4EBBA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635510A-3402-FB7F-1975-A361FBCE6CEE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4EB1080-914C-928F-F9A1-38C0C2AC29EF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78477F93-7AED-4F53-67CD-C4682C66EF1E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BA27DA16-76B6-3C11-A557-809A511810B0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FDBCE474-09DB-A99A-AE2B-E8DB7E9E1109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BBF9704C-8F87-7BF7-7773-6F7D89E71DA8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A240B3FA-A97B-B7BA-3097-020AC7C6006D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8B75D9B5-6065-6F74-5FC6-B3BB8A8FD9A6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A56677B3-CF62-2B6A-3538-72EFD60A55C0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FE292C86-63B1-01D7-3977-2022729E09B2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B5416E9C-B83F-3D69-F9D1-C1AC1C991F5D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9F4A3BF-424D-D339-5D7D-4DBDCE3FCF39}"/>
              </a:ext>
            </a:extLst>
          </p:cNvPr>
          <p:cNvSpPr txBox="1"/>
          <p:nvPr/>
        </p:nvSpPr>
        <p:spPr>
          <a:xfrm>
            <a:off x="568888" y="2092986"/>
            <a:ext cx="4235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610680C-3A0B-5F91-A49A-01409D6AFE86}"/>
              </a:ext>
            </a:extLst>
          </p:cNvPr>
          <p:cNvSpPr txBox="1"/>
          <p:nvPr/>
        </p:nvSpPr>
        <p:spPr>
          <a:xfrm>
            <a:off x="568887" y="2664495"/>
            <a:ext cx="4120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7D2A7E0-F65A-594C-F9C0-61956A15B301}"/>
              </a:ext>
            </a:extLst>
          </p:cNvPr>
          <p:cNvSpPr txBox="1"/>
          <p:nvPr/>
        </p:nvSpPr>
        <p:spPr>
          <a:xfrm>
            <a:off x="568887" y="3280048"/>
            <a:ext cx="481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EDC0E5D-167A-1788-EA17-DE1806091495}"/>
              </a:ext>
            </a:extLst>
          </p:cNvPr>
          <p:cNvSpPr txBox="1"/>
          <p:nvPr/>
        </p:nvSpPr>
        <p:spPr>
          <a:xfrm>
            <a:off x="568886" y="3847387"/>
            <a:ext cx="4366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87FE84B-6DDD-DB93-2705-669131C43C46}"/>
              </a:ext>
            </a:extLst>
          </p:cNvPr>
          <p:cNvSpPr txBox="1"/>
          <p:nvPr/>
        </p:nvSpPr>
        <p:spPr>
          <a:xfrm>
            <a:off x="568886" y="4414726"/>
            <a:ext cx="4176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" name="Imagen 8" descr="Icono&#10;&#10;El contenido generado por IA puede ser incorrecto.">
            <a:extLst>
              <a:ext uri="{FF2B5EF4-FFF2-40B4-BE49-F238E27FC236}">
                <a16:creationId xmlns:a16="http://schemas.microsoft.com/office/drawing/2014/main" id="{04B40A7C-0225-5E4C-61D0-F8E4017CD46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325" y="1076137"/>
            <a:ext cx="1440104" cy="1891306"/>
          </a:xfrm>
          <a:prstGeom prst="rect">
            <a:avLst/>
          </a:prstGeom>
        </p:spPr>
      </p:pic>
      <p:sp>
        <p:nvSpPr>
          <p:cNvPr id="17" name="Título 1">
            <a:extLst>
              <a:ext uri="{FF2B5EF4-FFF2-40B4-BE49-F238E27FC236}">
                <a16:creationId xmlns:a16="http://schemas.microsoft.com/office/drawing/2014/main" id="{52C85A28-A5D7-587C-C679-191F60DFF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85" y="-134145"/>
            <a:ext cx="12246526" cy="1325563"/>
          </a:xfrm>
        </p:spPr>
        <p:txBody>
          <a:bodyPr>
            <a:normAutofit/>
          </a:bodyPr>
          <a:lstStyle/>
          <a:p>
            <a:pPr algn="ctr"/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AB05BCD-BE2E-B503-6EE2-71B7AF603A2D}"/>
              </a:ext>
            </a:extLst>
          </p:cNvPr>
          <p:cNvSpPr txBox="1"/>
          <p:nvPr/>
        </p:nvSpPr>
        <p:spPr>
          <a:xfrm>
            <a:off x="11641849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26950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2804FD9-5DE0-D28E-6BD8-B3A6B0BF2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8;p32">
            <a:extLst>
              <a:ext uri="{FF2B5EF4-FFF2-40B4-BE49-F238E27FC236}">
                <a16:creationId xmlns:a16="http://schemas.microsoft.com/office/drawing/2014/main" id="{D4898251-5F9C-8F3F-4E7D-763F7FF15756}"/>
              </a:ext>
            </a:extLst>
          </p:cNvPr>
          <p:cNvSpPr/>
          <p:nvPr/>
        </p:nvSpPr>
        <p:spPr>
          <a:xfrm flipV="1">
            <a:off x="9424725" y="2411446"/>
            <a:ext cx="1955894" cy="628253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FFC000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828F95FA-6DF5-C298-7769-38CCEEA08844}"/>
              </a:ext>
            </a:extLst>
          </p:cNvPr>
          <p:cNvSpPr/>
          <p:nvPr/>
        </p:nvSpPr>
        <p:spPr>
          <a:xfrm flipV="1">
            <a:off x="6147588" y="2705351"/>
            <a:ext cx="777716" cy="1577843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FFC000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F07B83A3-A137-224E-DBC5-89D1E5F347D1}"/>
              </a:ext>
            </a:extLst>
          </p:cNvPr>
          <p:cNvSpPr/>
          <p:nvPr/>
        </p:nvSpPr>
        <p:spPr>
          <a:xfrm flipV="1">
            <a:off x="6566414" y="3994755"/>
            <a:ext cx="1955894" cy="630312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476F58FB-898B-EE25-4EF5-72BCB91576ED}"/>
              </a:ext>
            </a:extLst>
          </p:cNvPr>
          <p:cNvSpPr/>
          <p:nvPr/>
        </p:nvSpPr>
        <p:spPr>
          <a:xfrm flipV="1">
            <a:off x="8148903" y="2733871"/>
            <a:ext cx="1638068" cy="1572635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03FD3151-82BB-CC48-2A5C-EAD32B3B8540}"/>
              </a:ext>
            </a:extLst>
          </p:cNvPr>
          <p:cNvSpPr/>
          <p:nvPr/>
        </p:nvSpPr>
        <p:spPr>
          <a:xfrm flipV="1">
            <a:off x="11003808" y="2733871"/>
            <a:ext cx="775122" cy="1574723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FFC000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48D3D9C2-7105-1152-8D53-E188DD21709B}"/>
              </a:ext>
            </a:extLst>
          </p:cNvPr>
          <p:cNvSpPr/>
          <p:nvPr/>
        </p:nvSpPr>
        <p:spPr>
          <a:xfrm flipV="1">
            <a:off x="9418761" y="4009001"/>
            <a:ext cx="1954578" cy="629283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70EAD5E2-544D-F760-F9A5-877D3DEA73D3}"/>
              </a:ext>
            </a:extLst>
          </p:cNvPr>
          <p:cNvSpPr/>
          <p:nvPr/>
        </p:nvSpPr>
        <p:spPr>
          <a:xfrm flipV="1">
            <a:off x="6547904" y="2385374"/>
            <a:ext cx="1954578" cy="630341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FFC000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14013551-4F94-541E-640B-9767EF3DEBCA}"/>
              </a:ext>
            </a:extLst>
          </p:cNvPr>
          <p:cNvSpPr/>
          <p:nvPr/>
        </p:nvSpPr>
        <p:spPr>
          <a:xfrm flipV="1">
            <a:off x="8151462" y="2733872"/>
            <a:ext cx="1638104" cy="1573693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A1D14A53-DE74-24B2-54EC-4A709677825D}"/>
              </a:ext>
            </a:extLst>
          </p:cNvPr>
          <p:cNvSpPr/>
          <p:nvPr/>
        </p:nvSpPr>
        <p:spPr>
          <a:xfrm flipV="1">
            <a:off x="8320716" y="4066293"/>
            <a:ext cx="153759" cy="123796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BDE11FB0-618B-89F4-C8A5-7C1B6F1F7DDC}"/>
              </a:ext>
            </a:extLst>
          </p:cNvPr>
          <p:cNvSpPr/>
          <p:nvPr/>
        </p:nvSpPr>
        <p:spPr>
          <a:xfrm flipV="1">
            <a:off x="9587979" y="2786631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01E3F91F-2B44-D2F6-84C0-744C780D0342}"/>
              </a:ext>
            </a:extLst>
          </p:cNvPr>
          <p:cNvSpPr/>
          <p:nvPr/>
        </p:nvSpPr>
        <p:spPr>
          <a:xfrm flipV="1">
            <a:off x="11051613" y="4146310"/>
            <a:ext cx="152444" cy="122765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2681CA57-06F5-7FF3-363F-33AE6C668366}"/>
              </a:ext>
            </a:extLst>
          </p:cNvPr>
          <p:cNvSpPr/>
          <p:nvPr/>
        </p:nvSpPr>
        <p:spPr>
          <a:xfrm flipV="1">
            <a:off x="9467845" y="4050617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16DAD9DD-6749-6396-4DCC-A8D18F4B83D7}"/>
              </a:ext>
            </a:extLst>
          </p:cNvPr>
          <p:cNvSpPr/>
          <p:nvPr/>
        </p:nvSpPr>
        <p:spPr>
          <a:xfrm flipV="1">
            <a:off x="8200582" y="2775472"/>
            <a:ext cx="153759" cy="123825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65689C2-1D89-83E0-401A-4A77C32D3D78}"/>
              </a:ext>
            </a:extLst>
          </p:cNvPr>
          <p:cNvSpPr txBox="1"/>
          <p:nvPr/>
        </p:nvSpPr>
        <p:spPr>
          <a:xfrm rot="18698352">
            <a:off x="8495995" y="3362790"/>
            <a:ext cx="846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0D9F4496-37DE-42B2-BE75-162721821EB6}"/>
              </a:ext>
            </a:extLst>
          </p:cNvPr>
          <p:cNvSpPr txBox="1"/>
          <p:nvPr/>
        </p:nvSpPr>
        <p:spPr>
          <a:xfrm rot="2875983">
            <a:off x="10828217" y="2841246"/>
            <a:ext cx="88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6B5A6B3A-32AB-1B42-EB3F-A3093FC45563}"/>
              </a:ext>
            </a:extLst>
          </p:cNvPr>
          <p:cNvSpPr txBox="1"/>
          <p:nvPr/>
        </p:nvSpPr>
        <p:spPr>
          <a:xfrm>
            <a:off x="9933275" y="4238832"/>
            <a:ext cx="90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7550761-AD67-0D70-488C-258163AF4A43}"/>
              </a:ext>
            </a:extLst>
          </p:cNvPr>
          <p:cNvSpPr txBox="1"/>
          <p:nvPr/>
        </p:nvSpPr>
        <p:spPr>
          <a:xfrm rot="2606566">
            <a:off x="8296423" y="3007500"/>
            <a:ext cx="7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34A81C4A-1401-AF31-8586-6A8727F410FE}"/>
              </a:ext>
            </a:extLst>
          </p:cNvPr>
          <p:cNvSpPr txBox="1"/>
          <p:nvPr/>
        </p:nvSpPr>
        <p:spPr>
          <a:xfrm rot="18717501">
            <a:off x="6287541" y="2699193"/>
            <a:ext cx="840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D786CB65-0CD3-2F75-779D-A1B0442BE1E3}"/>
              </a:ext>
            </a:extLst>
          </p:cNvPr>
          <p:cNvSpPr txBox="1"/>
          <p:nvPr/>
        </p:nvSpPr>
        <p:spPr>
          <a:xfrm>
            <a:off x="7332597" y="4240737"/>
            <a:ext cx="61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E631FB44-2DC6-F915-D89E-27E26519A7CD}"/>
              </a:ext>
            </a:extLst>
          </p:cNvPr>
          <p:cNvSpPr txBox="1"/>
          <p:nvPr/>
        </p:nvSpPr>
        <p:spPr>
          <a:xfrm>
            <a:off x="7014715" y="2926105"/>
            <a:ext cx="99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75CB1A44-C61D-EAE2-E5ED-874EDB765E42}"/>
              </a:ext>
            </a:extLst>
          </p:cNvPr>
          <p:cNvSpPr txBox="1"/>
          <p:nvPr/>
        </p:nvSpPr>
        <p:spPr>
          <a:xfrm>
            <a:off x="9884305" y="2904424"/>
            <a:ext cx="106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3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6D160B1-4A64-369D-78BD-FFBB7739F48E}"/>
              </a:ext>
            </a:extLst>
          </p:cNvPr>
          <p:cNvGrpSpPr/>
          <p:nvPr/>
        </p:nvGrpSpPr>
        <p:grpSpPr>
          <a:xfrm>
            <a:off x="9265039" y="2899528"/>
            <a:ext cx="301987" cy="29549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374F9C9C-58E5-1D96-BD31-E1D8C513481A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737FFEAB-75C1-1E1F-5492-F81C52A42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0CC2118C-B778-736F-3D0C-F2C4F5DEA0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592" y="3576777"/>
            <a:ext cx="358520" cy="440002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DAE85D28-C60F-AEB0-04B7-C06E587426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0352" y="3612287"/>
            <a:ext cx="365533" cy="448609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96D84E9F-995A-9938-2FD3-A3313E5DD1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351" y="3653128"/>
            <a:ext cx="385491" cy="385491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09DE3495-5F27-E4DA-CC56-2206B3E692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7579773" y="2452258"/>
            <a:ext cx="319990" cy="31999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85FF4208-F276-79AF-0652-57EFEE0AB07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75099" y="2437177"/>
            <a:ext cx="353776" cy="353776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44D5D065-5A34-615A-2894-73067571D3F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91697" y="3611367"/>
            <a:ext cx="348455" cy="348455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758D14A3-1F41-49DC-26AC-1B1F3BDFAFB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97665" y="4100112"/>
            <a:ext cx="299116" cy="299116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9CFBEC50-4E0E-A746-E3B4-CFB306B57A41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8DD29068-9E5F-78D8-4ECB-9F9EA223E31A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3DC80814-68AC-E4FB-D58D-6C3D04AD148F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0B20924-8599-B3CD-E93D-E4F1ECE80E43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AFF64686-5BF9-184B-F48E-96809A1B2647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8249482-8FC4-789C-AABB-4894F72456D3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CBB476E4-BD91-06E0-A6A1-D86FE6504490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B68825F9-B515-9542-03E6-FB377768CE3B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53A0A99-D19E-A380-E3FC-C19C0938911A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9C31819E-53A0-29EE-51A8-C7168A5D7CB3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0F807FD-3A70-B018-E02F-3CB8D693F227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3732457A-5B58-5CD5-A174-126FE3511D2C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D92DB44-5BEA-5C1D-FC13-9F4D2A038E79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887A1600-CAFE-A6BA-3964-33B60C426158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884184A-86B8-D54D-6337-30BCC3654114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4E0ECF4-14C3-A7F7-5E24-1E78440ECEE5}"/>
              </a:ext>
            </a:extLst>
          </p:cNvPr>
          <p:cNvSpPr txBox="1"/>
          <p:nvPr/>
        </p:nvSpPr>
        <p:spPr>
          <a:xfrm>
            <a:off x="568888" y="2092986"/>
            <a:ext cx="4235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1D74676-8746-F518-8316-CD7179EFB0FE}"/>
              </a:ext>
            </a:extLst>
          </p:cNvPr>
          <p:cNvSpPr txBox="1"/>
          <p:nvPr/>
        </p:nvSpPr>
        <p:spPr>
          <a:xfrm>
            <a:off x="568887" y="2664495"/>
            <a:ext cx="4073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38E6243-293E-33E6-B3AE-002E4BBC63B7}"/>
              </a:ext>
            </a:extLst>
          </p:cNvPr>
          <p:cNvSpPr txBox="1"/>
          <p:nvPr/>
        </p:nvSpPr>
        <p:spPr>
          <a:xfrm>
            <a:off x="568887" y="3280048"/>
            <a:ext cx="4953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s-ES_tradnl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647E076-6DDD-444F-79D1-DBA5FAFBC5F2}"/>
              </a:ext>
            </a:extLst>
          </p:cNvPr>
          <p:cNvSpPr txBox="1"/>
          <p:nvPr/>
        </p:nvSpPr>
        <p:spPr>
          <a:xfrm>
            <a:off x="568886" y="3847387"/>
            <a:ext cx="4366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F8B4052-7D1B-5473-0CB2-0085B215CDBC}"/>
              </a:ext>
            </a:extLst>
          </p:cNvPr>
          <p:cNvSpPr txBox="1"/>
          <p:nvPr/>
        </p:nvSpPr>
        <p:spPr>
          <a:xfrm>
            <a:off x="568886" y="4414726"/>
            <a:ext cx="4176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1A9A364-EA5A-9CD1-E226-92756260E322}"/>
              </a:ext>
            </a:extLst>
          </p:cNvPr>
          <p:cNvGrpSpPr/>
          <p:nvPr/>
        </p:nvGrpSpPr>
        <p:grpSpPr>
          <a:xfrm>
            <a:off x="6067780" y="1057835"/>
            <a:ext cx="5703256" cy="5029200"/>
            <a:chOff x="6067780" y="1057835"/>
            <a:chExt cx="5703256" cy="5029200"/>
          </a:xfrm>
        </p:grpSpPr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0EE04796-9087-660C-ABE9-3C66A3A69F00}"/>
                </a:ext>
              </a:extLst>
            </p:cNvPr>
            <p:cNvSpPr/>
            <p:nvPr/>
          </p:nvSpPr>
          <p:spPr>
            <a:xfrm>
              <a:off x="6067780" y="1057835"/>
              <a:ext cx="5703256" cy="50292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5" name="Imagen 4" descr="Una captura de pantalla de un celular con texto e imágenes&#10;&#10;El contenido generado por IA puede ser incorrecto.">
              <a:extLst>
                <a:ext uri="{FF2B5EF4-FFF2-40B4-BE49-F238E27FC236}">
                  <a16:creationId xmlns:a16="http://schemas.microsoft.com/office/drawing/2014/main" id="{80B41E2C-A628-BAF5-6FCA-56593FC4F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534" b="13678"/>
            <a:stretch>
              <a:fillRect/>
            </a:stretch>
          </p:blipFill>
          <p:spPr>
            <a:xfrm>
              <a:off x="6163512" y="1095547"/>
              <a:ext cx="5430535" cy="4958508"/>
            </a:xfrm>
            <a:prstGeom prst="rect">
              <a:avLst/>
            </a:prstGeom>
          </p:spPr>
        </p:pic>
      </p:grpSp>
      <p:sp>
        <p:nvSpPr>
          <p:cNvPr id="21" name="Título 1">
            <a:extLst>
              <a:ext uri="{FF2B5EF4-FFF2-40B4-BE49-F238E27FC236}">
                <a16:creationId xmlns:a16="http://schemas.microsoft.com/office/drawing/2014/main" id="{89D0D889-D531-0CD0-CB51-B59619EEB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85" y="-134145"/>
            <a:ext cx="12246526" cy="1325563"/>
          </a:xfrm>
        </p:spPr>
        <p:txBody>
          <a:bodyPr>
            <a:normAutofit/>
          </a:bodyPr>
          <a:lstStyle/>
          <a:p>
            <a:pPr algn="ctr"/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D9EF393-C070-B4EB-2281-2EC0270B4359}"/>
              </a:ext>
            </a:extLst>
          </p:cNvPr>
          <p:cNvSpPr txBox="1"/>
          <p:nvPr/>
        </p:nvSpPr>
        <p:spPr>
          <a:xfrm>
            <a:off x="11641849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462064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B6F1AF37-9BF8-7B25-4640-772C39ECC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8;p32">
            <a:extLst>
              <a:ext uri="{FF2B5EF4-FFF2-40B4-BE49-F238E27FC236}">
                <a16:creationId xmlns:a16="http://schemas.microsoft.com/office/drawing/2014/main" id="{AC340673-659D-36F9-A3CB-603FEC8EFD64}"/>
              </a:ext>
            </a:extLst>
          </p:cNvPr>
          <p:cNvSpPr/>
          <p:nvPr/>
        </p:nvSpPr>
        <p:spPr>
          <a:xfrm flipV="1">
            <a:off x="9424725" y="2411446"/>
            <a:ext cx="1955894" cy="628253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155EDF00-1FB7-79C0-56E3-A13B0D4A319D}"/>
              </a:ext>
            </a:extLst>
          </p:cNvPr>
          <p:cNvSpPr/>
          <p:nvPr/>
        </p:nvSpPr>
        <p:spPr>
          <a:xfrm flipV="1">
            <a:off x="6147588" y="2705351"/>
            <a:ext cx="777716" cy="1577843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D5AF9E5E-8E75-877D-80CE-FD23F3196B31}"/>
              </a:ext>
            </a:extLst>
          </p:cNvPr>
          <p:cNvSpPr/>
          <p:nvPr/>
        </p:nvSpPr>
        <p:spPr>
          <a:xfrm flipV="1">
            <a:off x="6566414" y="3994755"/>
            <a:ext cx="1955894" cy="630312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FFC000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AE6931BF-1AEF-25B7-E9E3-71AF6E671620}"/>
              </a:ext>
            </a:extLst>
          </p:cNvPr>
          <p:cNvSpPr/>
          <p:nvPr/>
        </p:nvSpPr>
        <p:spPr>
          <a:xfrm flipV="1">
            <a:off x="8148903" y="2733871"/>
            <a:ext cx="1638068" cy="1572635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97129C5C-03D8-B2C0-0799-9A8FA62CCB7A}"/>
              </a:ext>
            </a:extLst>
          </p:cNvPr>
          <p:cNvSpPr/>
          <p:nvPr/>
        </p:nvSpPr>
        <p:spPr>
          <a:xfrm flipV="1">
            <a:off x="11003808" y="2733871"/>
            <a:ext cx="775122" cy="1574723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43EB2001-BE61-E16E-56BF-134B4E100336}"/>
              </a:ext>
            </a:extLst>
          </p:cNvPr>
          <p:cNvSpPr/>
          <p:nvPr/>
        </p:nvSpPr>
        <p:spPr>
          <a:xfrm flipV="1">
            <a:off x="9418761" y="4009001"/>
            <a:ext cx="1954578" cy="629283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A2419E31-143F-2470-063C-10AE5BF9B005}"/>
              </a:ext>
            </a:extLst>
          </p:cNvPr>
          <p:cNvSpPr/>
          <p:nvPr/>
        </p:nvSpPr>
        <p:spPr>
          <a:xfrm flipV="1">
            <a:off x="6547904" y="2385374"/>
            <a:ext cx="1954578" cy="630341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89937B0E-C0E2-6E2C-3EEF-92D8E3AEE411}"/>
              </a:ext>
            </a:extLst>
          </p:cNvPr>
          <p:cNvSpPr/>
          <p:nvPr/>
        </p:nvSpPr>
        <p:spPr>
          <a:xfrm flipV="1">
            <a:off x="8151462" y="2733872"/>
            <a:ext cx="1638104" cy="1573693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FFC000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FD25D2F4-104F-05D1-1A8F-86D613B2C822}"/>
              </a:ext>
            </a:extLst>
          </p:cNvPr>
          <p:cNvSpPr/>
          <p:nvPr/>
        </p:nvSpPr>
        <p:spPr>
          <a:xfrm flipV="1">
            <a:off x="8320716" y="4066293"/>
            <a:ext cx="153759" cy="123796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5BC3760C-0009-3F97-8CE0-7A18EEAB4632}"/>
              </a:ext>
            </a:extLst>
          </p:cNvPr>
          <p:cNvSpPr/>
          <p:nvPr/>
        </p:nvSpPr>
        <p:spPr>
          <a:xfrm flipV="1">
            <a:off x="9587979" y="2786631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09D59078-AFEE-D362-CDD7-E3DA986766B7}"/>
              </a:ext>
            </a:extLst>
          </p:cNvPr>
          <p:cNvSpPr/>
          <p:nvPr/>
        </p:nvSpPr>
        <p:spPr>
          <a:xfrm flipV="1">
            <a:off x="11051613" y="4146310"/>
            <a:ext cx="152444" cy="122765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5D52830A-28F6-7DA4-D9C0-8367C5AB3F6A}"/>
              </a:ext>
            </a:extLst>
          </p:cNvPr>
          <p:cNvSpPr/>
          <p:nvPr/>
        </p:nvSpPr>
        <p:spPr>
          <a:xfrm flipV="1">
            <a:off x="9467845" y="4050617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7BDB148F-3E5A-B10A-4881-9FF008EB0685}"/>
              </a:ext>
            </a:extLst>
          </p:cNvPr>
          <p:cNvSpPr/>
          <p:nvPr/>
        </p:nvSpPr>
        <p:spPr>
          <a:xfrm flipV="1">
            <a:off x="8200582" y="2775472"/>
            <a:ext cx="153759" cy="123825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DA242CC1-308E-CE15-729F-2947D64E3D03}"/>
              </a:ext>
            </a:extLst>
          </p:cNvPr>
          <p:cNvSpPr txBox="1"/>
          <p:nvPr/>
        </p:nvSpPr>
        <p:spPr>
          <a:xfrm rot="18698352">
            <a:off x="8495995" y="3362790"/>
            <a:ext cx="846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9A621D89-4C7A-661A-BE62-5FFF27A0CF6B}"/>
              </a:ext>
            </a:extLst>
          </p:cNvPr>
          <p:cNvSpPr txBox="1"/>
          <p:nvPr/>
        </p:nvSpPr>
        <p:spPr>
          <a:xfrm rot="2875983">
            <a:off x="10828217" y="2841246"/>
            <a:ext cx="88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020EA10C-1652-16C1-362F-F640C5FC6329}"/>
              </a:ext>
            </a:extLst>
          </p:cNvPr>
          <p:cNvSpPr txBox="1"/>
          <p:nvPr/>
        </p:nvSpPr>
        <p:spPr>
          <a:xfrm>
            <a:off x="9933275" y="4238832"/>
            <a:ext cx="90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C32B38B-C033-4897-8F40-05D927C80525}"/>
              </a:ext>
            </a:extLst>
          </p:cNvPr>
          <p:cNvSpPr txBox="1"/>
          <p:nvPr/>
        </p:nvSpPr>
        <p:spPr>
          <a:xfrm rot="2606566">
            <a:off x="8296423" y="3007500"/>
            <a:ext cx="7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E1B8E05-2CD0-786E-94C0-A4A6CC297B9E}"/>
              </a:ext>
            </a:extLst>
          </p:cNvPr>
          <p:cNvSpPr txBox="1"/>
          <p:nvPr/>
        </p:nvSpPr>
        <p:spPr>
          <a:xfrm rot="18717501">
            <a:off x="6287541" y="2699193"/>
            <a:ext cx="840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16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4D622F6F-C835-02DC-0F59-D3F2DCD10212}"/>
              </a:ext>
            </a:extLst>
          </p:cNvPr>
          <p:cNvSpPr txBox="1"/>
          <p:nvPr/>
        </p:nvSpPr>
        <p:spPr>
          <a:xfrm>
            <a:off x="7332597" y="4240737"/>
            <a:ext cx="61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037567B-3F73-6594-69FE-CEF34E206ECB}"/>
              </a:ext>
            </a:extLst>
          </p:cNvPr>
          <p:cNvSpPr txBox="1"/>
          <p:nvPr/>
        </p:nvSpPr>
        <p:spPr>
          <a:xfrm>
            <a:off x="7014715" y="2926105"/>
            <a:ext cx="99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0E7B3B04-9005-85EB-2B81-3738D239E6F6}"/>
              </a:ext>
            </a:extLst>
          </p:cNvPr>
          <p:cNvSpPr txBox="1"/>
          <p:nvPr/>
        </p:nvSpPr>
        <p:spPr>
          <a:xfrm>
            <a:off x="9884305" y="2904424"/>
            <a:ext cx="106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3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E6AD59CE-FC30-6669-A976-3A7CAA382D37}"/>
              </a:ext>
            </a:extLst>
          </p:cNvPr>
          <p:cNvGrpSpPr/>
          <p:nvPr/>
        </p:nvGrpSpPr>
        <p:grpSpPr>
          <a:xfrm>
            <a:off x="9265039" y="2899528"/>
            <a:ext cx="301987" cy="29549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11D47054-422A-BEDA-CA3C-14E379E8565A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5D5D1825-203B-BCEB-1EF1-BB56D7DA3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96B779B3-7D0C-4465-0A74-95467175B3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592" y="3576777"/>
            <a:ext cx="358520" cy="440002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9B9C32BE-204F-CB07-B91E-2EC69B64ED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0352" y="3612287"/>
            <a:ext cx="365533" cy="448609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8427726F-35E3-AD2C-99D4-42978DC4BF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351" y="3653128"/>
            <a:ext cx="385491" cy="385491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72F5497-B426-23E0-BD8E-0B2E6115663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7579773" y="2452258"/>
            <a:ext cx="319990" cy="31999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1F158C1D-0D31-A7F3-4D08-1446822D983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75099" y="2437177"/>
            <a:ext cx="353776" cy="353776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E03B4D6B-F619-BD52-BC58-D87B65BAF4A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91697" y="3611367"/>
            <a:ext cx="348455" cy="348455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5B950262-C362-EFBE-4523-385524E5414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97665" y="4100112"/>
            <a:ext cx="299116" cy="299116"/>
          </a:xfrm>
          <a:prstGeom prst="rect">
            <a:avLst/>
          </a:prstGeom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C6E00BFC-EAB5-3A32-08A9-5F1D20CD3C26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9189976-A61E-AF8B-BB69-79DB53E7DB71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DC8AF0A3-CF2D-CC5E-FC3C-2D8B1ABEF391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46019625-EEC1-38DD-8074-50E78062F3EF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6775BFF9-40FC-453E-948A-96947F7CAED5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4C9C079-EF9C-90D4-8237-386CBB3F2083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816CF677-F5C3-2322-428C-52DA2EBACDD1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4B8391A6-0086-3238-9F97-DFA906E0D85B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B5B4D520-95F7-B5F4-EC65-77EDFF724E47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588C4967-A9A1-2EAD-A11D-E6DD69C6D6FD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891A9956-2B36-807E-0103-0CB993007EFF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4A7C8120-702E-7622-EE7D-52E602FA456F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DE89BBB7-AC71-C5A1-6861-12B72C33CF45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87FED4A-E3AA-9094-191E-52861E215E5A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BBACDBCB-39DB-28AE-6F64-CECCA58ABC66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BF78F87-379B-339B-EEBE-E5B51E792984}"/>
              </a:ext>
            </a:extLst>
          </p:cNvPr>
          <p:cNvSpPr txBox="1"/>
          <p:nvPr/>
        </p:nvSpPr>
        <p:spPr>
          <a:xfrm>
            <a:off x="568888" y="2092986"/>
            <a:ext cx="4235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4B952FE-2018-A674-6449-926AC05FB3BA}"/>
              </a:ext>
            </a:extLst>
          </p:cNvPr>
          <p:cNvSpPr txBox="1"/>
          <p:nvPr/>
        </p:nvSpPr>
        <p:spPr>
          <a:xfrm>
            <a:off x="568887" y="2664495"/>
            <a:ext cx="4073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7441714-B3DC-51A3-9F46-CD74F3D7C648}"/>
              </a:ext>
            </a:extLst>
          </p:cNvPr>
          <p:cNvSpPr txBox="1"/>
          <p:nvPr/>
        </p:nvSpPr>
        <p:spPr>
          <a:xfrm>
            <a:off x="568887" y="3280048"/>
            <a:ext cx="481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B7B57A8-5AE0-FC41-9373-736C1D9E9F17}"/>
              </a:ext>
            </a:extLst>
          </p:cNvPr>
          <p:cNvSpPr txBox="1"/>
          <p:nvPr/>
        </p:nvSpPr>
        <p:spPr>
          <a:xfrm>
            <a:off x="568886" y="3847387"/>
            <a:ext cx="4424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endParaRPr lang="es-ES_tradnl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E354449-969D-AA59-2D4C-7C9F0579132C}"/>
              </a:ext>
            </a:extLst>
          </p:cNvPr>
          <p:cNvSpPr txBox="1"/>
          <p:nvPr/>
        </p:nvSpPr>
        <p:spPr>
          <a:xfrm>
            <a:off x="568886" y="4414726"/>
            <a:ext cx="4176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A617D59C-817C-C42A-BEAC-C7702AEEA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185" y="-134145"/>
            <a:ext cx="12246526" cy="1325563"/>
          </a:xfrm>
        </p:spPr>
        <p:txBody>
          <a:bodyPr>
            <a:normAutofit/>
          </a:bodyPr>
          <a:lstStyle/>
          <a:p>
            <a:pPr algn="ctr"/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sz="4000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sz="400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E6B3B9-A845-73D6-11D3-A142C368DF39}"/>
              </a:ext>
            </a:extLst>
          </p:cNvPr>
          <p:cNvSpPr txBox="1"/>
          <p:nvPr/>
        </p:nvSpPr>
        <p:spPr>
          <a:xfrm>
            <a:off x="11641849" y="633478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468225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