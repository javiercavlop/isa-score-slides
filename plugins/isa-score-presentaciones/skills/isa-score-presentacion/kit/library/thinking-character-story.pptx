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image" Target="../media/image7.png"/><Relationship Id="rId6" Type="http://schemas.microsoft.com/office/2007/relationships/hdphoto" Target="../media/hdphoto1.wdp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8.png"/><Relationship Id="rId11" Type="http://schemas.microsoft.com/office/2007/relationships/hdphoto" Target="../media/hdphoto2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6.wdp"/><Relationship Id="rId4" Type="http://schemas.openxmlformats.org/officeDocument/2006/relationships/image" Target="../media/image7.png"/><Relationship Id="rId5" Type="http://schemas.microsoft.com/office/2007/relationships/hdphoto" Target="../media/hdphoto7.wdp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microsoft.com/office/2007/relationships/hdphoto" Target="../media/hdphoto5.wdp"/><Relationship Id="rId9" Type="http://schemas.openxmlformats.org/officeDocument/2006/relationships/image" Target="../media/image8.png"/><Relationship Id="rId10" Type="http://schemas.microsoft.com/office/2007/relationships/hdphoto" Target="../media/hdphoto8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10.wdp"/><Relationship Id="rId4" Type="http://schemas.openxmlformats.org/officeDocument/2006/relationships/image" Target="../media/image7.png"/><Relationship Id="rId5" Type="http://schemas.microsoft.com/office/2007/relationships/hdphoto" Target="../media/hdphoto11.wdp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microsoft.com/office/2007/relationships/hdphoto" Target="../media/hdphoto9.wdp"/><Relationship Id="rId9" Type="http://schemas.openxmlformats.org/officeDocument/2006/relationships/image" Target="../media/image8.png"/><Relationship Id="rId10" Type="http://schemas.microsoft.com/office/2007/relationships/hdphoto" Target="../media/hdphoto12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13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14.wdp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.svg"/><Relationship Id="rId8" Type="http://schemas.openxmlformats.org/officeDocument/2006/relationships/image" Target="../media/image9.png"/><Relationship Id="rId9" Type="http://schemas.openxmlformats.org/officeDocument/2006/relationships/image" Target="../media/image16.png"/><Relationship Id="rId10" Type="http://schemas.openxmlformats.org/officeDocument/2006/relationships/image" Target="../media/image14.png"/><Relationship Id="rId11" Type="http://schemas.openxmlformats.org/officeDocument/2006/relationships/image" Target="../media/image12.png"/><Relationship Id="rId1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15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microsoft.com/office/2007/relationships/hdphoto" Target="../media/hdphoto17.wdp"/><Relationship Id="rId4" Type="http://schemas.openxmlformats.org/officeDocument/2006/relationships/image" Target="../media/image7.png"/><Relationship Id="rId5" Type="http://schemas.microsoft.com/office/2007/relationships/hdphoto" Target="../media/hdphoto18.wdp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microsoft.com/office/2007/relationships/hdphoto" Target="../media/hdphoto16.wdp"/><Relationship Id="rId9" Type="http://schemas.openxmlformats.org/officeDocument/2006/relationships/image" Target="../media/image8.png"/><Relationship Id="rId10" Type="http://schemas.microsoft.com/office/2007/relationships/hdphoto" Target="../media/hdphoto19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4BB9749-869C-3E62-154E-1A1EBEA4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9CA05-CCF8-1E59-5D6D-D3682742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82EA20-A6C5-A69F-59CA-C59DBF0E9A03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49" name="Imagen 48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F84EDB7D-91E2-6FDE-A0F8-B74A0F8FD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6148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D83DCA0-1625-4AFD-5F32-B315E9AD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9CDFA-8E72-2FFC-5D6E-F94DCF35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03C2465-B544-4630-A4F6-01ACB3C9DFE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6F396101-FECC-D822-1252-12FE75E3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277FB322-E064-8175-DE8B-6B02D202722A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BEC1B1B-A638-6C07-65D4-6AC18808FADC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484A055D-BA65-056A-09CD-0B2C15183A37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0F54120-3374-92B3-73C3-01BF310C2FB1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ACF42FFB-CE7D-AF44-870D-C6EEE55AFBF1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18ED7835-F35C-ED70-FA3A-447AB9890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076" y="1525695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5BA65860-F89E-EBD9-E583-C5439F81A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430" y="3133703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6A09956F-B2AB-74B2-9D19-48905BB5B6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43" y="1508412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A4EBA740-4E12-A924-80B7-E74ADDAA4D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09" y="1413994"/>
            <a:ext cx="2202591" cy="220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2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0AB6EE3-D7E3-0376-9B94-21DBEFB0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ED5F4-AAEB-312E-CF9B-B2EA23E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D04205D-2C78-B167-B2DC-79AFB1C8FBB1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2189EC67-49D7-240A-628A-C96B43EE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110F1DF8-DD34-5DC9-572B-1603E7C5274F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B24430E-7649-150D-0154-030404FF9989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6D99FA2F-5944-8F77-7EBE-FBD8DE69E2B5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D885A568-8AB9-D174-205C-A9463B0E5837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61E5628B-17ED-E0EB-A36E-A0164614CD06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EC5CE395-BE5C-D44A-9BAA-B388DAA04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23" y="2704657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A92D5A37-3C17-DFD4-CA53-92D3D3F90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149" y="2296432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E828DE76-160F-029E-D128-0B01B0ADC1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881" y="1985033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C8B86A43-4C6F-9E89-C633-DDE5A6D560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438" y="1861675"/>
            <a:ext cx="2202591" cy="2202591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6226C782-78E5-010A-3BF9-875F23C25744}"/>
              </a:ext>
            </a:extLst>
          </p:cNvPr>
          <p:cNvSpPr txBox="1"/>
          <p:nvPr/>
        </p:nvSpPr>
        <p:spPr>
          <a:xfrm>
            <a:off x="3983227" y="24513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E0AA3FF-6424-5404-9D18-2E1B03F1F848}"/>
              </a:ext>
            </a:extLst>
          </p:cNvPr>
          <p:cNvSpPr txBox="1"/>
          <p:nvPr/>
        </p:nvSpPr>
        <p:spPr>
          <a:xfrm>
            <a:off x="6369624" y="1944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9786B7E-5681-54E3-F879-4EF9F8E70972}"/>
              </a:ext>
            </a:extLst>
          </p:cNvPr>
          <p:cNvSpPr txBox="1"/>
          <p:nvPr/>
        </p:nvSpPr>
        <p:spPr>
          <a:xfrm>
            <a:off x="8448443" y="2003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A4B2366-774F-C76E-192F-AE9FD53C2918}"/>
              </a:ext>
            </a:extLst>
          </p:cNvPr>
          <p:cNvSpPr txBox="1"/>
          <p:nvPr/>
        </p:nvSpPr>
        <p:spPr>
          <a:xfrm>
            <a:off x="10522047" y="1732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F1721D8-2ED5-D716-5061-622875CD7C3F}"/>
              </a:ext>
            </a:extLst>
          </p:cNvPr>
          <p:cNvCxnSpPr/>
          <p:nvPr/>
        </p:nvCxnSpPr>
        <p:spPr>
          <a:xfrm>
            <a:off x="4893906" y="3326961"/>
            <a:ext cx="6811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8DFAC46B-A985-02D7-4542-AC900C2040F5}"/>
              </a:ext>
            </a:extLst>
          </p:cNvPr>
          <p:cNvCxnSpPr/>
          <p:nvPr/>
        </p:nvCxnSpPr>
        <p:spPr>
          <a:xfrm>
            <a:off x="7481596" y="3243357"/>
            <a:ext cx="6811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B5D61D2-988D-5168-60EB-1A8541CF2CCA}"/>
              </a:ext>
            </a:extLst>
          </p:cNvPr>
          <p:cNvCxnSpPr>
            <a:cxnSpLocks/>
          </p:cNvCxnSpPr>
          <p:nvPr/>
        </p:nvCxnSpPr>
        <p:spPr>
          <a:xfrm>
            <a:off x="9592307" y="3243357"/>
            <a:ext cx="544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045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2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35FBA14-4CB1-F010-273A-1057B039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DB70C-1B14-50C2-CC83-3058A42D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3F46C9-238E-A341-EE27-324E06C487B8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3CC8AB10-0EC4-B918-5C32-CD6ADA447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sp>
        <p:nvSpPr>
          <p:cNvPr id="32" name="Elipse 31">
            <a:extLst>
              <a:ext uri="{FF2B5EF4-FFF2-40B4-BE49-F238E27FC236}">
                <a16:creationId xmlns:a16="http://schemas.microsoft.com/office/drawing/2014/main" id="{C0698FE2-0A95-557A-0D49-F2E60CF356D6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3A546583-23CB-F368-D006-7E7EAA76E7FC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57C0E1AC-2610-8CCB-A0BE-1C6FB120640B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F8041F1-D81B-5443-B2A3-A3A5DDD4B5BA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B19A3BDD-EFB1-035C-04EA-6C737580054A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7" name="Imagen 36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5E5CCE7F-B602-61AC-BF61-2C3996B84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15" y="2398731"/>
            <a:ext cx="3147602" cy="1733640"/>
          </a:xfrm>
          <a:prstGeom prst="rect">
            <a:avLst/>
          </a:prstGeom>
        </p:spPr>
      </p:pic>
      <p:pic>
        <p:nvPicPr>
          <p:cNvPr id="41" name="Imagen 40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7003E4DB-364F-7D6F-D3D0-F10C2F0EC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09" y="1299127"/>
            <a:ext cx="2799103" cy="2061058"/>
          </a:xfrm>
          <a:prstGeom prst="rect">
            <a:avLst/>
          </a:prstGeom>
        </p:spPr>
      </p:pic>
      <p:pic>
        <p:nvPicPr>
          <p:cNvPr id="43" name="Imagen 42" descr="Texto, Icono&#10;&#10;El contenido generado por IA puede ser incorrecto.">
            <a:extLst>
              <a:ext uri="{FF2B5EF4-FFF2-40B4-BE49-F238E27FC236}">
                <a16:creationId xmlns:a16="http://schemas.microsoft.com/office/drawing/2014/main" id="{F701463B-6DB4-EA1D-122B-153C7038B0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624" y="3125951"/>
            <a:ext cx="2100445" cy="2100445"/>
          </a:xfrm>
          <a:prstGeom prst="rect">
            <a:avLst/>
          </a:prstGeom>
        </p:spPr>
      </p:pic>
      <p:pic>
        <p:nvPicPr>
          <p:cNvPr id="47" name="Imagen 46" descr="Texto&#10;&#10;El contenido generado por IA puede ser incorrecto.">
            <a:extLst>
              <a:ext uri="{FF2B5EF4-FFF2-40B4-BE49-F238E27FC236}">
                <a16:creationId xmlns:a16="http://schemas.microsoft.com/office/drawing/2014/main" id="{E2501BE1-4224-509A-B80A-B62EA48AD5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112" y="1872306"/>
            <a:ext cx="2202591" cy="2202591"/>
          </a:xfrm>
          <a:prstGeom prst="rect">
            <a:avLst/>
          </a:prstGeom>
        </p:spPr>
      </p:pic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F73BAF7C-C57F-3139-6D89-9384E54A7D57}"/>
              </a:ext>
            </a:extLst>
          </p:cNvPr>
          <p:cNvCxnSpPr>
            <a:cxnSpLocks/>
          </p:cNvCxnSpPr>
          <p:nvPr/>
        </p:nvCxnSpPr>
        <p:spPr>
          <a:xfrm>
            <a:off x="8310465" y="2398731"/>
            <a:ext cx="940132" cy="928230"/>
          </a:xfrm>
          <a:prstGeom prst="bentConnector3">
            <a:avLst>
              <a:gd name="adj1" fmla="val 48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4C651269-0BEF-6748-456D-09A8A455ACFD}"/>
              </a:ext>
            </a:extLst>
          </p:cNvPr>
          <p:cNvCxnSpPr>
            <a:cxnSpLocks/>
          </p:cNvCxnSpPr>
          <p:nvPr/>
        </p:nvCxnSpPr>
        <p:spPr>
          <a:xfrm flipV="1">
            <a:off x="8140903" y="3326961"/>
            <a:ext cx="1109694" cy="921895"/>
          </a:xfrm>
          <a:prstGeom prst="bentConnector3">
            <a:avLst>
              <a:gd name="adj1" fmla="val 561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r 15">
            <a:extLst>
              <a:ext uri="{FF2B5EF4-FFF2-40B4-BE49-F238E27FC236}">
                <a16:creationId xmlns:a16="http://schemas.microsoft.com/office/drawing/2014/main" id="{E49D4373-B196-C182-973B-04D1EBF29F6D}"/>
              </a:ext>
            </a:extLst>
          </p:cNvPr>
          <p:cNvCxnSpPr>
            <a:cxnSpLocks/>
          </p:cNvCxnSpPr>
          <p:nvPr/>
        </p:nvCxnSpPr>
        <p:spPr>
          <a:xfrm flipV="1">
            <a:off x="5379509" y="237723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4B1BBDCB-ACE5-23D8-535C-03C7149A176F}"/>
              </a:ext>
            </a:extLst>
          </p:cNvPr>
          <p:cNvCxnSpPr>
            <a:cxnSpLocks/>
          </p:cNvCxnSpPr>
          <p:nvPr/>
        </p:nvCxnSpPr>
        <p:spPr>
          <a:xfrm>
            <a:off x="5379509" y="3312660"/>
            <a:ext cx="1370723" cy="945495"/>
          </a:xfrm>
          <a:prstGeom prst="bentConnector3">
            <a:avLst>
              <a:gd name="adj1" fmla="val 41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FACCE6-4E80-1443-2EE8-377970CE86AC}"/>
              </a:ext>
            </a:extLst>
          </p:cNvPr>
          <p:cNvSpPr txBox="1"/>
          <p:nvPr/>
        </p:nvSpPr>
        <p:spPr>
          <a:xfrm>
            <a:off x="4529704" y="23881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839286B-F2A9-D799-3441-1DD3DC5B3461}"/>
              </a:ext>
            </a:extLst>
          </p:cNvPr>
          <p:cNvSpPr txBox="1"/>
          <p:nvPr/>
        </p:nvSpPr>
        <p:spPr>
          <a:xfrm>
            <a:off x="6666025" y="11983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D952468-706F-216B-B700-1BEE1777BD54}"/>
              </a:ext>
            </a:extLst>
          </p:cNvPr>
          <p:cNvSpPr txBox="1"/>
          <p:nvPr/>
        </p:nvSpPr>
        <p:spPr>
          <a:xfrm>
            <a:off x="7039036" y="321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33B3499-BBF8-32F6-CC0D-2D866502C920}"/>
              </a:ext>
            </a:extLst>
          </p:cNvPr>
          <p:cNvSpPr txBox="1"/>
          <p:nvPr/>
        </p:nvSpPr>
        <p:spPr>
          <a:xfrm>
            <a:off x="9194754" y="1872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0976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E0537A0-D643-D03B-7CDE-655F6E85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587E0-90E1-6A77-BB3B-8C3A2DE0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DFAF4DE-BFC1-1609-2BD6-0A41388814C6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BABC640-4173-84D4-4764-4E0564C56798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4D1B078-92DC-06E4-1A10-087312C8A5D4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4C8EB8A-45FB-E283-2235-03AFB97F567C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71C0F57-E931-5388-5770-E987A3D88F5B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C8C5FD2D-D718-CF7C-A856-14163B7BE0B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3A4682FD-C9D7-45E8-C367-5A87028A37D0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82D25B17-9E5E-D2FD-911E-D6979BCE426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669E7A68-25C0-7996-EFA4-CC61226B3F50}"/>
              </a:ext>
            </a:extLst>
          </p:cNvPr>
          <p:cNvSpPr/>
          <p:nvPr/>
        </p:nvSpPr>
        <p:spPr>
          <a:xfrm>
            <a:off x="1329561" y="2717796"/>
            <a:ext cx="2722179" cy="1546118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DEF5B5-B196-4020-F52A-1951DC4FC93F}"/>
              </a:ext>
            </a:extLst>
          </p:cNvPr>
          <p:cNvSpPr/>
          <p:nvPr/>
        </p:nvSpPr>
        <p:spPr>
          <a:xfrm>
            <a:off x="4614041" y="172917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62EEBF-DD38-0548-DBF5-FC35D4D31100}"/>
              </a:ext>
            </a:extLst>
          </p:cNvPr>
          <p:cNvSpPr/>
          <p:nvPr/>
        </p:nvSpPr>
        <p:spPr>
          <a:xfrm>
            <a:off x="4553610" y="3591361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BF2F91-91D0-7A1C-3804-E732934D0CFE}"/>
              </a:ext>
            </a:extLst>
          </p:cNvPr>
          <p:cNvSpPr/>
          <p:nvPr/>
        </p:nvSpPr>
        <p:spPr>
          <a:xfrm>
            <a:off x="7838090" y="2737122"/>
            <a:ext cx="2722179" cy="15461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402AB8E-8BC5-789E-2364-D9EC7C202498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8DC2E9-C657-893E-9A9B-C8C8B852189A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10" name="Imagen 9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180F9FBF-6078-B79C-6DF0-C46999F0C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1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0953323-F91C-AE1E-0DE7-A4C5CA05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BF36D282-2DDE-0025-1184-6F1A8D2498E5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A368B2F-0B1A-0962-0FDE-E899DFC0E0A0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9F92C86-D083-123D-6502-F0D4533D4906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E886D4C-0A04-56E2-9010-662048B71928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Nube 24">
            <a:extLst>
              <a:ext uri="{FF2B5EF4-FFF2-40B4-BE49-F238E27FC236}">
                <a16:creationId xmlns:a16="http://schemas.microsoft.com/office/drawing/2014/main" id="{4E52D08B-F4F3-0B3E-2C48-0A6996D40395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4E3F31-8B91-760C-6D28-B1B0571D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0BE64D5-E553-EDA2-E54A-46332F2A26D7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4587C11-884F-4F2C-280C-E775FDA95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A8583A1D-0781-1B9F-EE6F-183B94C03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112" y="1994114"/>
            <a:ext cx="2511293" cy="368323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977822CB-F87C-A554-9EE7-9C9504D57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129" y="3868713"/>
            <a:ext cx="2879005" cy="62762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B37A33D0-619E-917D-AF59-37DCDF878D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3092" y="1522067"/>
            <a:ext cx="2814993" cy="4774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26BFCEF-3106-C6B4-9473-3FA7082699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711" y="2227669"/>
            <a:ext cx="2345511" cy="6676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14F298-63D1-4CA1-5B0D-6AFB997AAB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190" y="2450601"/>
            <a:ext cx="2534443" cy="982928"/>
          </a:xfrm>
          <a:prstGeom prst="rect">
            <a:avLst/>
          </a:prstGeom>
        </p:spPr>
      </p:pic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DB8DD6FC-F177-FDC5-E56F-4F2A0D3263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578" y="3562239"/>
            <a:ext cx="3126534" cy="8331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E86A9B2-5FBE-A275-F18A-E1188E14C1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626" y="4522981"/>
            <a:ext cx="2424362" cy="52956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2E512FF-DAD7-AB0A-AA3C-463965A355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2355" y="2971295"/>
            <a:ext cx="3033645" cy="5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F059FAE-A1E5-5FA6-48A3-4C70F422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82152-D3D2-396F-ACE3-A696997E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57A618E-8667-0250-EB86-AE69C2BA56BF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7A2D59C2-3B3B-0D6F-7D4A-381F1D40A3CB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DE3C594E-5084-4124-F5F5-0C97D4E58121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EFA9042-DCAD-E9FD-A2F5-2300F7F9C51C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BC04C70C-C0F0-132E-0F9B-FFA59ECD72CC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01EDC63B-0A47-18AC-F1DC-6C32855290A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4E279112-F9D3-358C-7E14-26E367AD6DE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91A30786-A5EA-A3D4-FB86-AD0AFFB86EC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083419A8-CB88-FBE9-8FCF-0A1BCFD51858}"/>
              </a:ext>
            </a:extLst>
          </p:cNvPr>
          <p:cNvSpPr/>
          <p:nvPr/>
        </p:nvSpPr>
        <p:spPr>
          <a:xfrm rot="5400000">
            <a:off x="2431093" y="1703161"/>
            <a:ext cx="519111" cy="19971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5D7DF10-8780-6DAF-EC37-1B9D034003C9}"/>
              </a:ext>
            </a:extLst>
          </p:cNvPr>
          <p:cNvSpPr txBox="1"/>
          <p:nvPr/>
        </p:nvSpPr>
        <p:spPr>
          <a:xfrm>
            <a:off x="1692075" y="2317563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FCC8E7F2-1DC6-9B0B-5A31-D3C9840CC887}"/>
              </a:ext>
            </a:extLst>
          </p:cNvPr>
          <p:cNvSpPr/>
          <p:nvPr/>
        </p:nvSpPr>
        <p:spPr>
          <a:xfrm rot="5400000">
            <a:off x="5651199" y="956161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4A4C3BE-0A07-CFA3-38E8-5D32E6B5BF3E}"/>
              </a:ext>
            </a:extLst>
          </p:cNvPr>
          <p:cNvSpPr txBox="1"/>
          <p:nvPr/>
        </p:nvSpPr>
        <p:spPr>
          <a:xfrm>
            <a:off x="5111755" y="1378953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99520C62-D98E-A681-DCCF-B4EA6EBD531B}"/>
              </a:ext>
            </a:extLst>
          </p:cNvPr>
          <p:cNvSpPr/>
          <p:nvPr/>
        </p:nvSpPr>
        <p:spPr>
          <a:xfrm rot="5400000">
            <a:off x="5627560" y="2505867"/>
            <a:ext cx="519111" cy="22518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E494E95-152E-B148-37CB-A52EEBD1F54D}"/>
              </a:ext>
            </a:extLst>
          </p:cNvPr>
          <p:cNvSpPr txBox="1"/>
          <p:nvPr/>
        </p:nvSpPr>
        <p:spPr>
          <a:xfrm>
            <a:off x="4761208" y="32998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15B6F2AB-4E93-7840-2F98-3F4C1DFFFE4F}"/>
              </a:ext>
            </a:extLst>
          </p:cNvPr>
          <p:cNvSpPr/>
          <p:nvPr/>
        </p:nvSpPr>
        <p:spPr>
          <a:xfrm rot="5400000">
            <a:off x="8850282" y="1654348"/>
            <a:ext cx="519111" cy="20505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55D20F-BD81-B83A-CA0F-A2E6B3164AD6}"/>
              </a:ext>
            </a:extLst>
          </p:cNvPr>
          <p:cNvSpPr txBox="1"/>
          <p:nvPr/>
        </p:nvSpPr>
        <p:spPr>
          <a:xfrm>
            <a:off x="8084559" y="231756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37F0388-11B8-3716-C66D-74F46D5AC6A7}"/>
              </a:ext>
            </a:extLst>
          </p:cNvPr>
          <p:cNvSpPr txBox="1"/>
          <p:nvPr/>
        </p:nvSpPr>
        <p:spPr>
          <a:xfrm>
            <a:off x="3988952" y="5815766"/>
            <a:ext cx="3951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(&lt;T1,S1&gt;, &lt;T2,S3&gt;, &lt;T3,S5&gt;, &lt;T4,S7&gt;)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B0D4069-F3BA-FE50-C160-5CF0B056D27B}"/>
              </a:ext>
            </a:extLst>
          </p:cNvPr>
          <p:cNvSpPr txBox="1"/>
          <p:nvPr/>
        </p:nvSpPr>
        <p:spPr>
          <a:xfrm>
            <a:off x="5555692" y="544643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3402A74-43C5-9FF1-E47A-C58B1636D85A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6BEAE33-4F84-E424-3498-1466DEDFBEF3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10" name="Imagen 9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6B1FBF21-FBD7-9156-06F0-C85B2DBFB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2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7" grpId="0"/>
      <p:bldP spid="2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892F14A-DA66-1534-3F60-6B1F4D21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96898AC9-F313-E456-965F-C42C4FA2A196}"/>
              </a:ext>
            </a:extLst>
          </p:cNvPr>
          <p:cNvSpPr/>
          <p:nvPr/>
        </p:nvSpPr>
        <p:spPr>
          <a:xfrm>
            <a:off x="1833183" y="1977091"/>
            <a:ext cx="725149" cy="40237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A054424-6326-F40C-C095-E2BC8FD161A1}"/>
              </a:ext>
            </a:extLst>
          </p:cNvPr>
          <p:cNvSpPr/>
          <p:nvPr/>
        </p:nvSpPr>
        <p:spPr>
          <a:xfrm>
            <a:off x="1006907" y="2507562"/>
            <a:ext cx="281059" cy="1764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6445AEF-6C4C-B95E-84F2-3D0A4628C14E}"/>
              </a:ext>
            </a:extLst>
          </p:cNvPr>
          <p:cNvSpPr/>
          <p:nvPr/>
        </p:nvSpPr>
        <p:spPr>
          <a:xfrm>
            <a:off x="1384762" y="2272946"/>
            <a:ext cx="377372" cy="2391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2D40853-E2D3-820A-7735-8808A141425E}"/>
              </a:ext>
            </a:extLst>
          </p:cNvPr>
          <p:cNvSpPr/>
          <p:nvPr/>
        </p:nvSpPr>
        <p:spPr>
          <a:xfrm>
            <a:off x="2695560" y="1732547"/>
            <a:ext cx="1158773" cy="77501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Nube 24">
            <a:extLst>
              <a:ext uri="{FF2B5EF4-FFF2-40B4-BE49-F238E27FC236}">
                <a16:creationId xmlns:a16="http://schemas.microsoft.com/office/drawing/2014/main" id="{CEB88E4F-3F22-BEF4-5D3B-94677EB427AB}"/>
              </a:ext>
            </a:extLst>
          </p:cNvPr>
          <p:cNvSpPr/>
          <p:nvPr/>
        </p:nvSpPr>
        <p:spPr>
          <a:xfrm>
            <a:off x="2598821" y="974558"/>
            <a:ext cx="9503480" cy="453759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2391A-4A0E-585F-C395-C96ED9B2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4F092E1-902B-27B7-B9A0-A9FF890287BD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pic>
        <p:nvPicPr>
          <p:cNvPr id="26" name="Imagen 2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7A84150-ADD6-D67A-42F3-EB12DDCBE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723" l="9961" r="89941">
                        <a14:foregroundMark x1="58887" y1="15723" x2="58887" y2="15723"/>
                        <a14:foregroundMark x1="58691" y1="27734" x2="58691" y2="27734"/>
                        <a14:foregroundMark x1="43848" y1="90723" x2="43848" y2="90723"/>
                        <a14:foregroundMark x1="58301" y1="25098" x2="58301" y2="25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947" y="2272947"/>
            <a:ext cx="5030076" cy="5030076"/>
          </a:xfrm>
          <a:prstGeom prst="rect">
            <a:avLst/>
          </a:prstGeom>
        </p:spPr>
      </p:pic>
      <p:pic>
        <p:nvPicPr>
          <p:cNvPr id="3" name="Imagen 2" descr="Dibujo de un avión&#10;&#10;El contenido generado por IA puede ser incorrecto.">
            <a:extLst>
              <a:ext uri="{FF2B5EF4-FFF2-40B4-BE49-F238E27FC236}">
                <a16:creationId xmlns:a16="http://schemas.microsoft.com/office/drawing/2014/main" id="{8B5066F4-DBBF-1611-9BE3-0821107C9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47" b="89912" l="9961" r="89844">
                        <a14:foregroundMark x1="69727" y1="7080" x2="69727" y2="7080"/>
                        <a14:foregroundMark x1="69629" y1="1947" x2="69629" y2="1947"/>
                        <a14:foregroundMark x1="30469" y1="26549" x2="30469" y2="26549"/>
                        <a14:foregroundMark x1="64941" y1="57522" x2="64941" y2="57522"/>
                        <a14:foregroundMark x1="30469" y1="39823" x2="30469" y2="39823"/>
                        <a14:foregroundMark x1="30469" y1="39823" x2="30469" y2="39823"/>
                        <a14:foregroundMark x1="28320" y1="57168" x2="28320" y2="57168"/>
                        <a14:foregroundMark x1="83398" y1="20531" x2="83398" y2="20531"/>
                        <a14:foregroundMark x1="82813" y1="20531" x2="82813" y2="20531"/>
                        <a14:foregroundMark x1="17285" y1="7080" x2="17285" y2="7080"/>
                        <a14:foregroundMark x1="89648" y1="75398" x2="89648" y2="75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39" y="3745842"/>
            <a:ext cx="1745619" cy="961454"/>
          </a:xfrm>
          <a:prstGeom prst="rect">
            <a:avLst/>
          </a:prstGeom>
        </p:spPr>
      </p:pic>
      <p:pic>
        <p:nvPicPr>
          <p:cNvPr id="4" name="Imagen 3" descr="Imagen de la pantalla de un celular con l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13B9582D-7014-7F92-D756-ED5DA4BE1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567" y="1732547"/>
            <a:ext cx="1641164" cy="1208435"/>
          </a:xfrm>
          <a:prstGeom prst="rect">
            <a:avLst/>
          </a:prstGeom>
        </p:spPr>
      </p:pic>
      <p:pic>
        <p:nvPicPr>
          <p:cNvPr id="6" name="Imagen 5" descr="Texto, Icono&#10;&#10;El contenido generado por IA puede ser incorrecto.">
            <a:extLst>
              <a:ext uri="{FF2B5EF4-FFF2-40B4-BE49-F238E27FC236}">
                <a16:creationId xmlns:a16="http://schemas.microsoft.com/office/drawing/2014/main" id="{19DDB15F-2479-FC7E-F30B-90DE2ED6B8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70" b="98242" l="9961" r="89844">
                        <a14:foregroundMark x1="35547" y1="53809" x2="35547" y2="53809"/>
                        <a14:foregroundMark x1="31348" y1="39355" x2="31348" y2="39355"/>
                        <a14:foregroundMark x1="28418" y1="30566" x2="28418" y2="30566"/>
                        <a14:foregroundMark x1="24219" y1="56934" x2="24219" y2="56934"/>
                        <a14:foregroundMark x1="25098" y1="60059" x2="25098" y2="60059"/>
                        <a14:foregroundMark x1="22754" y1="61719" x2="22754" y2="61719"/>
                        <a14:foregroundMark x1="26465" y1="67188" x2="26465" y2="67188"/>
                        <a14:foregroundMark x1="26172" y1="69434" x2="26172" y2="69434"/>
                        <a14:foregroundMark x1="59082" y1="48438" x2="59082" y2="48438"/>
                        <a14:foregroundMark x1="59082" y1="45605" x2="59082" y2="45605"/>
                        <a14:foregroundMark x1="35547" y1="49023" x2="35547" y2="49023"/>
                        <a14:foregroundMark x1="36719" y1="42773" x2="36719" y2="42773"/>
                        <a14:foregroundMark x1="43262" y1="33398" x2="43262" y2="33398"/>
                        <a14:foregroundMark x1="36426" y1="32227" x2="36426" y2="32227"/>
                        <a14:foregroundMark x1="38086" y1="32813" x2="38086" y2="32813"/>
                        <a14:foregroundMark x1="52051" y1="33984" x2="52051" y2="33984"/>
                        <a14:foregroundMark x1="57129" y1="33984" x2="57129" y2="33984"/>
                        <a14:foregroundMark x1="60254" y1="34180" x2="60254" y2="34180"/>
                        <a14:foregroundMark x1="61426" y1="34473" x2="61426" y2="34473"/>
                        <a14:foregroundMark x1="50293" y1="32227" x2="50293" y2="32227"/>
                        <a14:foregroundMark x1="52344" y1="32227" x2="52344" y2="32227"/>
                        <a14:foregroundMark x1="50293" y1="16895" x2="50293" y2="16895"/>
                        <a14:foregroundMark x1="53711" y1="11230" x2="53711" y2="11230"/>
                        <a14:foregroundMark x1="53711" y1="5566" x2="53711" y2="5566"/>
                        <a14:foregroundMark x1="62207" y1="6934" x2="62207" y2="6934"/>
                        <a14:foregroundMark x1="54883" y1="12402" x2="54883" y2="12402"/>
                        <a14:foregroundMark x1="54297" y1="14355" x2="54297" y2="14355"/>
                        <a14:foregroundMark x1="54297" y1="19141" x2="54297" y2="19141"/>
                        <a14:foregroundMark x1="55176" y1="7520" x2="55176" y2="7520"/>
                        <a14:foregroundMark x1="54590" y1="8984" x2="54590" y2="8984"/>
                        <a14:foregroundMark x1="54590" y1="11230" x2="54590" y2="11230"/>
                        <a14:foregroundMark x1="54590" y1="13477" x2="54590" y2="13477"/>
                        <a14:foregroundMark x1="54590" y1="17480" x2="54590" y2="17480"/>
                        <a14:foregroundMark x1="56836" y1="1270" x2="56836" y2="1270"/>
                        <a14:foregroundMark x1="29590" y1="28809" x2="29590" y2="28809"/>
                        <a14:foregroundMark x1="21851" y1="28227" x2="14941" y2="40234"/>
                        <a14:foregroundMark x1="14941" y1="40234" x2="16113" y2="52051"/>
                        <a14:foregroundMark x1="61104" y1="27298" x2="61842" y2="27397"/>
                        <a14:foregroundMark x1="48638" y1="25628" x2="60637" y2="27236"/>
                        <a14:foregroundMark x1="27918" y1="22852" x2="30448" y2="23191"/>
                        <a14:foregroundMark x1="25746" y1="22561" x2="27918" y2="22852"/>
                        <a14:foregroundMark x1="66624" y1="30598" x2="72266" y2="49316"/>
                        <a14:foregroundMark x1="72266" y1="49316" x2="65918" y2="89160"/>
                        <a14:foregroundMark x1="65918" y1="89160" x2="38281" y2="95605"/>
                        <a14:foregroundMark x1="38281" y1="95605" x2="16016" y2="90039"/>
                        <a14:foregroundMark x1="16016" y1="90039" x2="13574" y2="88184"/>
                        <a14:foregroundMark x1="64160" y1="30273" x2="74805" y2="49707"/>
                        <a14:foregroundMark x1="74805" y1="49707" x2="70313" y2="70898"/>
                        <a14:foregroundMark x1="70313" y1="70898" x2="73828" y2="89258"/>
                        <a14:foregroundMark x1="73828" y1="89258" x2="55566" y2="97070"/>
                        <a14:foregroundMark x1="55566" y1="97070" x2="12012" y2="95508"/>
                        <a14:foregroundMark x1="12012" y1="95508" x2="10918" y2="92434"/>
                        <a14:foregroundMark x1="17871" y1="82910" x2="17871" y2="82910"/>
                        <a14:foregroundMark x1="14258" y1="89160" x2="23438" y2="27441"/>
                        <a14:foregroundMark x1="46775" y1="24454" x2="47852" y2="24316"/>
                        <a14:foregroundMark x1="23438" y1="27441" x2="37837" y2="25598"/>
                        <a14:foregroundMark x1="47852" y1="24316" x2="66016" y2="38672"/>
                        <a14:foregroundMark x1="66016" y1="38672" x2="69434" y2="64063"/>
                        <a14:foregroundMark x1="69434" y1="64063" x2="64063" y2="89355"/>
                        <a14:foregroundMark x1="64063" y1="89355" x2="46680" y2="99707"/>
                        <a14:foregroundMark x1="37289" y1="98969" x2="28027" y2="98242"/>
                        <a14:foregroundMark x1="46680" y1="99707" x2="45066" y2="99580"/>
                        <a14:foregroundMark x1="28027" y1="98242" x2="15137" y2="89844"/>
                        <a14:foregroundMark x1="28125" y1="35547" x2="48535" y2="30762"/>
                        <a14:foregroundMark x1="48535" y1="30762" x2="67480" y2="42676"/>
                        <a14:foregroundMark x1="67480" y1="42676" x2="71875" y2="67578"/>
                        <a14:foregroundMark x1="71875" y1="67578" x2="58789" y2="90137"/>
                        <a14:foregroundMark x1="58789" y1="90137" x2="39453" y2="96387"/>
                        <a14:foregroundMark x1="39453" y1="96387" x2="25879" y2="79297"/>
                        <a14:foregroundMark x1="25879" y1="79297" x2="27832" y2="37402"/>
                        <a14:foregroundMark x1="27539" y1="36426" x2="50977" y2="30371"/>
                        <a14:foregroundMark x1="50977" y1="30371" x2="66895" y2="49414"/>
                        <a14:foregroundMark x1="66895" y1="49414" x2="61035" y2="73340"/>
                        <a14:foregroundMark x1="61035" y1="73340" x2="45410" y2="88672"/>
                        <a14:foregroundMark x1="45410" y1="88672" x2="26172" y2="75977"/>
                        <a14:foregroundMark x1="26172" y1="75977" x2="22168" y2="57031"/>
                        <a14:foregroundMark x1="22168" y1="57031" x2="30957" y2="37305"/>
                        <a14:foregroundMark x1="39258" y1="47070" x2="43164" y2="80566"/>
                        <a14:foregroundMark x1="43164" y1="80566" x2="35449" y2="59570"/>
                        <a14:foregroundMark x1="35449" y1="59570" x2="45508" y2="76660"/>
                        <a14:foregroundMark x1="45508" y1="76660" x2="45313" y2="54688"/>
                        <a14:foregroundMark x1="45313" y1="54688" x2="55859" y2="74316"/>
                        <a14:foregroundMark x1="55859" y1="74316" x2="44238" y2="52148"/>
                        <a14:foregroundMark x1="44238" y1="52148" x2="53125" y2="79688"/>
                        <a14:foregroundMark x1="53125" y1="79688" x2="45898" y2="62109"/>
                        <a14:foregroundMark x1="45898" y1="62109" x2="47949" y2="72852"/>
                        <a14:foregroundMark x1="31836" y1="41211" x2="30371" y2="34277"/>
                        <a14:foregroundMark x1="38672" y1="39941" x2="35938" y2="42773"/>
                        <a14:foregroundMark x1="46973" y1="27441" x2="46973" y2="27441"/>
                        <a14:foregroundMark x1="46582" y1="27148" x2="47852" y2="27441"/>
                        <a14:foregroundMark x1="47852" y1="27441" x2="49023" y2="27637"/>
                        <a14:foregroundMark x1="57910" y1="28906" x2="60645" y2="29492"/>
                        <a14:backgroundMark x1="9766" y1="90723" x2="9766" y2="90723"/>
                        <a14:backgroundMark x1="9766" y1="89746" x2="9570" y2="91309"/>
                        <a14:backgroundMark x1="9766" y1="90527" x2="9570" y2="92285"/>
                        <a14:backgroundMark x1="9570" y1="92285" x2="9570" y2="92285"/>
                        <a14:backgroundMark x1="36816" y1="99707" x2="44922" y2="99805"/>
                        <a14:backgroundMark x1="30664" y1="22852" x2="42480" y2="22852"/>
                        <a14:backgroundMark x1="38184" y1="25000" x2="43945" y2="24121"/>
                        <a14:backgroundMark x1="43945" y1="24023" x2="44629" y2="25684"/>
                        <a14:backgroundMark x1="44629" y1="25586" x2="46484" y2="25000"/>
                        <a14:backgroundMark x1="44824" y1="24707" x2="47078" y2="26483"/>
                        <a14:backgroundMark x1="28418" y1="22852" x2="28418" y2="22852"/>
                        <a14:backgroundMark x1="21387" y1="25879" x2="24121" y2="24023"/>
                        <a14:backgroundMark x1="24219" y1="21582" x2="23438" y2="26563"/>
                        <a14:backgroundMark x1="22559" y1="26270" x2="23145" y2="27734"/>
                        <a14:backgroundMark x1="62695" y1="29102" x2="63867" y2="28418"/>
                        <a14:backgroundMark x1="66309" y1="29297" x2="61914" y2="27539"/>
                        <a14:backgroundMark x1="60352" y1="27832" x2="61035" y2="27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497" y="3457932"/>
            <a:ext cx="1208435" cy="1208435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883E5D5-CD69-B26C-3FED-69CDD5CAD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3848" l="4004" r="89844">
                        <a14:foregroundMark x1="6915" y1="34249" x2="6694" y2="33876"/>
                        <a14:foregroundMark x1="8789" y1="37402" x2="7110" y2="34576"/>
                        <a14:foregroundMark x1="60449" y1="90234" x2="76159" y2="91023"/>
                        <a14:foregroundMark x1="75606" y1="91891" x2="69614" y2="92452"/>
                        <a14:foregroundMark x1="75000" y1="92480" x2="75000" y2="92480"/>
                        <a14:foregroundMark x1="75195" y1="92871" x2="75195" y2="91797"/>
                        <a14:backgroundMark x1="3906" y1="30957" x2="3809" y2="30176"/>
                        <a14:backgroundMark x1="54395" y1="94336" x2="66895" y2="92578"/>
                        <a14:backgroundMark x1="67383" y1="93457" x2="65625" y2="92578"/>
                        <a14:backgroundMark x1="78613" y1="92285" x2="80859" y2="91504"/>
                        <a14:backgroundMark x1="80078" y1="91504" x2="77637" y2="90332"/>
                        <a14:backgroundMark x1="82422" y1="91504" x2="76660" y2="90820"/>
                        <a14:backgroundMark x1="75977" y1="92285" x2="76855" y2="91602"/>
                        <a14:backgroundMark x1="76465" y1="91992" x2="76855" y2="92480"/>
                        <a14:backgroundMark x1="75977" y1="92090" x2="76465" y2="92285"/>
                        <a14:backgroundMark x1="76465" y1="92578" x2="77148" y2="89844"/>
                        <a14:backgroundMark x1="75977" y1="91309" x2="76465" y2="91309"/>
                        <a14:backgroundMark x1="76172" y1="91211" x2="77246" y2="91406"/>
                        <a14:backgroundMark x1="65723" y1="93262" x2="68066" y2="93652"/>
                        <a14:backgroundMark x1="68750" y1="93457" x2="68555" y2="93066"/>
                        <a14:backgroundMark x1="68555" y1="92969" x2="69824" y2="93555"/>
                        <a14:backgroundMark x1="68750" y1="92871" x2="69238" y2="92969"/>
                        <a14:backgroundMark x1="4004" y1="31738" x2="5859" y2="33203"/>
                        <a14:backgroundMark x1="5371" y1="32715" x2="4883" y2="32422"/>
                        <a14:backgroundMark x1="5859" y1="33496" x2="5859" y2="33496"/>
                        <a14:backgroundMark x1="5859" y1="33496" x2="6055" y2="33398"/>
                        <a14:backgroundMark x1="6055" y1="33203" x2="5957" y2="33594"/>
                        <a14:backgroundMark x1="5957" y1="33496" x2="5859" y2="33594"/>
                        <a14:backgroundMark x1="5859" y1="33496" x2="6055" y2="340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631" y="1712753"/>
            <a:ext cx="1359524" cy="1359524"/>
          </a:xfrm>
          <a:prstGeom prst="rect">
            <a:avLst/>
          </a:prstGeom>
        </p:spPr>
      </p:pic>
      <p:sp>
        <p:nvSpPr>
          <p:cNvPr id="11" name="Abrir llave 10">
            <a:extLst>
              <a:ext uri="{FF2B5EF4-FFF2-40B4-BE49-F238E27FC236}">
                <a16:creationId xmlns:a16="http://schemas.microsoft.com/office/drawing/2014/main" id="{1940B8F0-24A0-86F7-4FEC-90FE6414E505}"/>
              </a:ext>
            </a:extLst>
          </p:cNvPr>
          <p:cNvSpPr/>
          <p:nvPr/>
        </p:nvSpPr>
        <p:spPr>
          <a:xfrm>
            <a:off x="5266269" y="3187699"/>
            <a:ext cx="439756" cy="17867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440BCB-7F4F-C26C-BD94-414BC1EF2CE7}"/>
              </a:ext>
            </a:extLst>
          </p:cNvPr>
          <p:cNvSpPr txBox="1"/>
          <p:nvPr/>
        </p:nvSpPr>
        <p:spPr>
          <a:xfrm>
            <a:off x="5594901" y="32647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Cost</a:t>
            </a:r>
            <a:r>
              <a:rPr lang="es-ES" dirty="0"/>
              <a:t> &lt; 10€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7C1E68-A892-3C4F-B37D-DE7CBDC95FCE}"/>
              </a:ext>
            </a:extLst>
          </p:cNvPr>
          <p:cNvSpPr txBox="1"/>
          <p:nvPr/>
        </p:nvSpPr>
        <p:spPr>
          <a:xfrm>
            <a:off x="5586688" y="4319880"/>
            <a:ext cx="129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Avail</a:t>
            </a:r>
            <a:r>
              <a:rPr lang="es-ES" dirty="0"/>
              <a:t> &gt;= 99%</a:t>
            </a:r>
          </a:p>
        </p:txBody>
      </p:sp>
    </p:spTree>
    <p:extLst>
      <p:ext uri="{BB962C8B-B14F-4D97-AF65-F5344CB8AC3E}">
        <p14:creationId xmlns:p14="http://schemas.microsoft.com/office/powerpoint/2010/main" val="222748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79F19B6-34DE-0C42-9261-674F4A9B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37A54-5F90-6FDE-4D38-AED6E7A8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(QACO)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280A61E-13A7-DA68-BA91-8D62E9A16D1B}"/>
              </a:ext>
            </a:extLst>
          </p:cNvPr>
          <p:cNvSpPr/>
          <p:nvPr/>
        </p:nvSpPr>
        <p:spPr>
          <a:xfrm>
            <a:off x="8071944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T4: </a:t>
            </a:r>
            <a:r>
              <a:rPr lang="es-ES" dirty="0" err="1"/>
              <a:t>Send</a:t>
            </a:r>
            <a:r>
              <a:rPr lang="es-ES" dirty="0"/>
              <a:t> </a:t>
            </a:r>
            <a:r>
              <a:rPr lang="es-ES" dirty="0" err="1"/>
              <a:t>invoice</a:t>
            </a:r>
            <a:endParaRPr lang="es-ES" dirty="0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58E4632-AB42-0A76-DD5D-F11117308457}"/>
              </a:ext>
            </a:extLst>
          </p:cNvPr>
          <p:cNvSpPr/>
          <p:nvPr/>
        </p:nvSpPr>
        <p:spPr>
          <a:xfrm>
            <a:off x="1676402" y="2961289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T1: Book </a:t>
            </a:r>
            <a:r>
              <a:rPr lang="es-ES" dirty="0" err="1"/>
              <a:t>flights</a:t>
            </a:r>
            <a:endParaRPr lang="es-ES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43F1912-4EC2-6F8C-3D51-FDBF4748ED48}"/>
              </a:ext>
            </a:extLst>
          </p:cNvPr>
          <p:cNvSpPr/>
          <p:nvPr/>
        </p:nvSpPr>
        <p:spPr>
          <a:xfrm>
            <a:off x="4916214" y="2025868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T2: Book </a:t>
            </a:r>
            <a:r>
              <a:rPr lang="es-ES" dirty="0" err="1"/>
              <a:t>hotels</a:t>
            </a:r>
            <a:endParaRPr lang="es-ES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05A86386-87C9-9182-80CC-02DD1C018007}"/>
              </a:ext>
            </a:extLst>
          </p:cNvPr>
          <p:cNvSpPr/>
          <p:nvPr/>
        </p:nvSpPr>
        <p:spPr>
          <a:xfrm>
            <a:off x="4916213" y="3896710"/>
            <a:ext cx="2096813" cy="9354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T3: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insurance</a:t>
            </a:r>
            <a:endParaRPr lang="es-ES" dirty="0"/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916A5791-6514-6352-C3C8-81E6C470BB18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73215" y="2493579"/>
            <a:ext cx="1142999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8">
            <a:extLst>
              <a:ext uri="{FF2B5EF4-FFF2-40B4-BE49-F238E27FC236}">
                <a16:creationId xmlns:a16="http://schemas.microsoft.com/office/drawing/2014/main" id="{CAAC3819-37EC-64EC-AD55-9C1F915625D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73215" y="3429000"/>
            <a:ext cx="114299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7ACE3D26-1B13-0F56-8E6F-3BF97B6599E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013027" y="2493579"/>
            <a:ext cx="1058917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ABE3BAE4-41F2-9DCC-67A7-C257825EF3B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7013026" y="3429000"/>
            <a:ext cx="1058918" cy="9354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9D494F-7110-4988-438B-3AF683E645D3}"/>
              </a:ext>
            </a:extLst>
          </p:cNvPr>
          <p:cNvSpPr txBox="1"/>
          <p:nvPr/>
        </p:nvSpPr>
        <p:spPr>
          <a:xfrm>
            <a:off x="4092329" y="5786851"/>
            <a:ext cx="795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Ⓑ</a:t>
            </a:r>
            <a:r>
              <a:rPr lang="es-ES" dirty="0"/>
              <a:t>(&lt;T1,S2&gt;, &lt;T2,S3&gt;, &lt;T3,S5&gt;, &lt;T4,S7&gt;), … 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(&lt;T1,S2&gt;, &lt;T2,S4&gt;, &lt;T3,S6&gt;, &lt;T4,S8&gt;)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C9BAE3C-B1EC-CC18-A890-8CCAB4F4ED7F}"/>
              </a:ext>
            </a:extLst>
          </p:cNvPr>
          <p:cNvSpPr txBox="1"/>
          <p:nvPr/>
        </p:nvSpPr>
        <p:spPr>
          <a:xfrm>
            <a:off x="566033" y="5765656"/>
            <a:ext cx="381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Ⓑ</a:t>
            </a:r>
            <a:r>
              <a:rPr lang="es-ES" dirty="0"/>
              <a:t>(&lt;T1,S1&gt;, &lt;T2,S3&gt;, &lt;T3,S5&gt;, &lt;T4,S7&gt;)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8D1D60-A2AC-F755-4DDC-0404C2B98B05}"/>
              </a:ext>
            </a:extLst>
          </p:cNvPr>
          <p:cNvSpPr txBox="1"/>
          <p:nvPr/>
        </p:nvSpPr>
        <p:spPr>
          <a:xfrm>
            <a:off x="5711181" y="5346160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Space</a:t>
            </a:r>
            <a:r>
              <a:rPr lang="es-ES" dirty="0"/>
              <a:t> (BS)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AEB2BC-9E99-440F-CF47-FF2CFEC991F0}"/>
              </a:ext>
            </a:extLst>
          </p:cNvPr>
          <p:cNvSpPr txBox="1"/>
          <p:nvPr/>
        </p:nvSpPr>
        <p:spPr>
          <a:xfrm>
            <a:off x="4372611" y="6183442"/>
            <a:ext cx="3446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BS(CWS) = 16 </a:t>
            </a:r>
            <a:r>
              <a:rPr lang="es-ES" sz="2800" b="1" dirty="0" err="1"/>
              <a:t>bindings</a:t>
            </a:r>
            <a:endParaRPr lang="es-ES" sz="2800" b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C1F4FF5-FE4F-0764-6E1C-1D5FA2E2EB03}"/>
              </a:ext>
            </a:extLst>
          </p:cNvPr>
          <p:cNvSpPr txBox="1"/>
          <p:nvPr/>
        </p:nvSpPr>
        <p:spPr>
          <a:xfrm>
            <a:off x="4679618" y="936032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Composite Web </a:t>
            </a:r>
            <a:r>
              <a:rPr lang="es-ES" dirty="0" err="1"/>
              <a:t>Service</a:t>
            </a:r>
            <a:r>
              <a:rPr lang="es-ES" dirty="0"/>
              <a:t> (CWS)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F43FFB2-20A6-DFDC-CB14-C4C3179DC9C9}"/>
              </a:ext>
            </a:extLst>
          </p:cNvPr>
          <p:cNvSpPr txBox="1"/>
          <p:nvPr/>
        </p:nvSpPr>
        <p:spPr>
          <a:xfrm>
            <a:off x="11423910" y="6352529"/>
            <a:ext cx="678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3/20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A1440E9-D9D9-6E96-E6CD-4D11B02D9D30}"/>
              </a:ext>
            </a:extLst>
          </p:cNvPr>
          <p:cNvSpPr txBox="1"/>
          <p:nvPr/>
        </p:nvSpPr>
        <p:spPr>
          <a:xfrm>
            <a:off x="5044335" y="535662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95F5077D-7BD9-49E9-6FBB-0BE36BBD4F80}"/>
              </a:ext>
            </a:extLst>
          </p:cNvPr>
          <p:cNvSpPr/>
          <p:nvPr/>
        </p:nvSpPr>
        <p:spPr>
          <a:xfrm rot="5400000">
            <a:off x="2431093" y="1703161"/>
            <a:ext cx="519111" cy="19971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DA28EC-280C-227E-2036-79822ACC1948}"/>
              </a:ext>
            </a:extLst>
          </p:cNvPr>
          <p:cNvSpPr txBox="1"/>
          <p:nvPr/>
        </p:nvSpPr>
        <p:spPr>
          <a:xfrm>
            <a:off x="1692075" y="2317563"/>
            <a:ext cx="19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Amadeus, </a:t>
            </a:r>
            <a:r>
              <a:rPr lang="es-ES" dirty="0" err="1"/>
              <a:t>TravelPerk</a:t>
            </a:r>
            <a:endParaRPr lang="es-ES" dirty="0"/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B8E15B98-D0D6-52DA-AC8C-42B19F0916FD}"/>
              </a:ext>
            </a:extLst>
          </p:cNvPr>
          <p:cNvSpPr/>
          <p:nvPr/>
        </p:nvSpPr>
        <p:spPr>
          <a:xfrm rot="5400000">
            <a:off x="5651199" y="956161"/>
            <a:ext cx="519111" cy="15980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FDA132-C8F7-A2F3-0EA7-062674B208AB}"/>
              </a:ext>
            </a:extLst>
          </p:cNvPr>
          <p:cNvSpPr txBox="1"/>
          <p:nvPr/>
        </p:nvSpPr>
        <p:spPr>
          <a:xfrm>
            <a:off x="5111755" y="1378953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Booking</a:t>
            </a:r>
            <a:r>
              <a:rPr lang="es-ES" dirty="0"/>
              <a:t>, </a:t>
            </a:r>
            <a:r>
              <a:rPr lang="es-ES" dirty="0" err="1"/>
              <a:t>Trivago</a:t>
            </a:r>
            <a:endParaRPr lang="es-ES" dirty="0"/>
          </a:p>
        </p:txBody>
      </p: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FA9570D4-9286-EE10-CC31-4127107FDFB1}"/>
              </a:ext>
            </a:extLst>
          </p:cNvPr>
          <p:cNvSpPr/>
          <p:nvPr/>
        </p:nvSpPr>
        <p:spPr>
          <a:xfrm rot="5400000">
            <a:off x="5627560" y="2505867"/>
            <a:ext cx="519111" cy="22518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BFA1E1-2E52-906D-D522-29D5BC432638}"/>
              </a:ext>
            </a:extLst>
          </p:cNvPr>
          <p:cNvSpPr txBox="1"/>
          <p:nvPr/>
        </p:nvSpPr>
        <p:spPr>
          <a:xfrm>
            <a:off x="4761208" y="3299848"/>
            <a:ext cx="22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Treppy</a:t>
            </a:r>
            <a:r>
              <a:rPr lang="es-ES" dirty="0"/>
              <a:t>, </a:t>
            </a:r>
            <a:r>
              <a:rPr lang="es-ES" dirty="0" err="1"/>
              <a:t>VisitorsCoverage</a:t>
            </a:r>
            <a:endParaRPr lang="es-ES" dirty="0"/>
          </a:p>
        </p:txBody>
      </p:sp>
      <p:sp>
        <p:nvSpPr>
          <p:cNvPr id="32" name="Cerrar llave 31">
            <a:extLst>
              <a:ext uri="{FF2B5EF4-FFF2-40B4-BE49-F238E27FC236}">
                <a16:creationId xmlns:a16="http://schemas.microsoft.com/office/drawing/2014/main" id="{830CD187-7ED7-CFD4-1E6C-27EBDEB5C57F}"/>
              </a:ext>
            </a:extLst>
          </p:cNvPr>
          <p:cNvSpPr/>
          <p:nvPr/>
        </p:nvSpPr>
        <p:spPr>
          <a:xfrm rot="5400000">
            <a:off x="8850282" y="1654348"/>
            <a:ext cx="519111" cy="20505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9DF8EC7-5EA1-877D-545B-1B9ECCA40DA3}"/>
              </a:ext>
            </a:extLst>
          </p:cNvPr>
          <p:cNvSpPr txBox="1"/>
          <p:nvPr/>
        </p:nvSpPr>
        <p:spPr>
          <a:xfrm>
            <a:off x="8084559" y="231756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SendGrid</a:t>
            </a:r>
            <a:r>
              <a:rPr lang="es-ES" dirty="0"/>
              <a:t>, </a:t>
            </a:r>
            <a:r>
              <a:rPr lang="es-ES" dirty="0" err="1"/>
              <a:t>MailerSend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1400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