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16/6/25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37BC4F6A-9F73-837C-4383-D2DCDE733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73309B17-6A4F-5E97-75B7-675B581CCEEF}"/>
              </a:ext>
            </a:extLst>
          </p:cNvPr>
          <p:cNvSpPr/>
          <p:nvPr/>
        </p:nvSpPr>
        <p:spPr>
          <a:xfrm>
            <a:off x="6272403" y="10199"/>
            <a:ext cx="5919596" cy="6858000"/>
          </a:xfrm>
          <a:prstGeom prst="rect">
            <a:avLst/>
          </a:prstGeom>
          <a:solidFill>
            <a:srgbClr val="F8D0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0BBF021-520B-22A0-E6FA-19F0055D2CED}"/>
              </a:ext>
            </a:extLst>
          </p:cNvPr>
          <p:cNvSpPr/>
          <p:nvPr/>
        </p:nvSpPr>
        <p:spPr>
          <a:xfrm>
            <a:off x="1" y="0"/>
            <a:ext cx="6272402" cy="6858000"/>
          </a:xfrm>
          <a:prstGeom prst="rect">
            <a:avLst/>
          </a:prstGeom>
          <a:solidFill>
            <a:srgbClr val="FFF1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D79A502-E680-4546-C722-7A87CBF6CD86}"/>
              </a:ext>
            </a:extLst>
          </p:cNvPr>
          <p:cNvGrpSpPr/>
          <p:nvPr/>
        </p:nvGrpSpPr>
        <p:grpSpPr>
          <a:xfrm>
            <a:off x="737642" y="1513682"/>
            <a:ext cx="1440000" cy="1440000"/>
            <a:chOff x="737642" y="1513682"/>
            <a:chExt cx="1440000" cy="1440000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0AEC3BC6-BF50-5034-4D2B-C30A9916D51A}"/>
                </a:ext>
              </a:extLst>
            </p:cNvPr>
            <p:cNvSpPr/>
            <p:nvPr/>
          </p:nvSpPr>
          <p:spPr>
            <a:xfrm>
              <a:off x="737642" y="1513682"/>
              <a:ext cx="1440000" cy="144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BE6E4C9-1D7F-793E-D2FC-66E53AB308A1}"/>
                </a:ext>
              </a:extLst>
            </p:cNvPr>
            <p:cNvSpPr/>
            <p:nvPr/>
          </p:nvSpPr>
          <p:spPr>
            <a:xfrm>
              <a:off x="946731" y="1864350"/>
              <a:ext cx="102182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30</a:t>
              </a:r>
            </a:p>
            <a:p>
              <a:pPr algn="ctr"/>
              <a:r>
                <a:rPr lang="en-US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SaaS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EA319396-27CD-8E52-A3C4-608D7E2905F7}"/>
              </a:ext>
            </a:extLst>
          </p:cNvPr>
          <p:cNvGrpSpPr/>
          <p:nvPr/>
        </p:nvGrpSpPr>
        <p:grpSpPr>
          <a:xfrm>
            <a:off x="3386566" y="1633945"/>
            <a:ext cx="1800000" cy="1800000"/>
            <a:chOff x="3822812" y="2711339"/>
            <a:chExt cx="1800000" cy="1800000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323DEC72-D241-4049-F59E-2B63D3C0890C}"/>
                </a:ext>
              </a:extLst>
            </p:cNvPr>
            <p:cNvSpPr/>
            <p:nvPr/>
          </p:nvSpPr>
          <p:spPr>
            <a:xfrm>
              <a:off x="3822812" y="2711339"/>
              <a:ext cx="1800000" cy="180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0BDFE381-718E-0473-15CC-E771F61F2D71}"/>
                </a:ext>
              </a:extLst>
            </p:cNvPr>
            <p:cNvSpPr/>
            <p:nvPr/>
          </p:nvSpPr>
          <p:spPr>
            <a:xfrm>
              <a:off x="4124240" y="3161503"/>
              <a:ext cx="1197144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162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pricings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A14C4C9A-9DB5-3F5B-B00D-C32AF5996F50}"/>
              </a:ext>
            </a:extLst>
          </p:cNvPr>
          <p:cNvGrpSpPr/>
          <p:nvPr/>
        </p:nvGrpSpPr>
        <p:grpSpPr>
          <a:xfrm>
            <a:off x="1457642" y="3486641"/>
            <a:ext cx="1440000" cy="1440000"/>
            <a:chOff x="737642" y="3606394"/>
            <a:chExt cx="1440000" cy="1440000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E0B68422-C474-9879-7B4C-FC0491D0BAB7}"/>
                </a:ext>
              </a:extLst>
            </p:cNvPr>
            <p:cNvSpPr/>
            <p:nvPr/>
          </p:nvSpPr>
          <p:spPr>
            <a:xfrm>
              <a:off x="737642" y="3606394"/>
              <a:ext cx="1440000" cy="144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8E91FF6-ABB1-DCB3-8C27-BDA7B2C434B1}"/>
                </a:ext>
              </a:extLst>
            </p:cNvPr>
            <p:cNvSpPr/>
            <p:nvPr/>
          </p:nvSpPr>
          <p:spPr>
            <a:xfrm>
              <a:off x="953666" y="3922687"/>
              <a:ext cx="102182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6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years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9E096D3-5200-5B44-4D34-88EB74141DCD}"/>
              </a:ext>
            </a:extLst>
          </p:cNvPr>
          <p:cNvGrpSpPr/>
          <p:nvPr/>
        </p:nvGrpSpPr>
        <p:grpSpPr>
          <a:xfrm>
            <a:off x="3453334" y="3846642"/>
            <a:ext cx="2160000" cy="2160000"/>
            <a:chOff x="2897205" y="4324055"/>
            <a:chExt cx="2160000" cy="2160000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8E1E6CC2-FF90-92B4-0CAA-33CEB5A28D19}"/>
                </a:ext>
              </a:extLst>
            </p:cNvPr>
            <p:cNvSpPr/>
            <p:nvPr/>
          </p:nvSpPr>
          <p:spPr>
            <a:xfrm>
              <a:off x="2897205" y="4324055"/>
              <a:ext cx="2160000" cy="216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9997458A-6296-2FD5-720C-C62F4A3C27DA}"/>
                </a:ext>
              </a:extLst>
            </p:cNvPr>
            <p:cNvSpPr/>
            <p:nvPr/>
          </p:nvSpPr>
          <p:spPr>
            <a:xfrm>
              <a:off x="3053855" y="4927001"/>
              <a:ext cx="1846700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24223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configurations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pic>
        <p:nvPicPr>
          <p:cNvPr id="28" name="Imagen 27" descr="Dibujo en fondo negro&#10;&#10;El contenido generado por IA puede ser incorrecto.">
            <a:extLst>
              <a:ext uri="{FF2B5EF4-FFF2-40B4-BE49-F238E27FC236}">
                <a16:creationId xmlns:a16="http://schemas.microsoft.com/office/drawing/2014/main" id="{42C4B810-ECC6-53A8-EEB5-5D20EF5A0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51" y="6440323"/>
            <a:ext cx="1255891" cy="282575"/>
          </a:xfrm>
          <a:prstGeom prst="rect">
            <a:avLst/>
          </a:prstGeom>
        </p:spPr>
      </p:pic>
      <p:pic>
        <p:nvPicPr>
          <p:cNvPr id="30" name="Imagen 29" descr="Logotipo&#10;&#10;El contenido generado por IA puede ser incorrecto.">
            <a:extLst>
              <a:ext uri="{FF2B5EF4-FFF2-40B4-BE49-F238E27FC236}">
                <a16:creationId xmlns:a16="http://schemas.microsoft.com/office/drawing/2014/main" id="{6DBFD847-ECBC-D013-8EC6-342715E04EC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666" y="6348021"/>
            <a:ext cx="1440000" cy="467177"/>
          </a:xfrm>
          <a:prstGeom prst="rect">
            <a:avLst/>
          </a:prstGeom>
        </p:spPr>
      </p:pic>
      <p:pic>
        <p:nvPicPr>
          <p:cNvPr id="32" name="Imagen 31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A6D0A639-9F11-E0FC-47AE-FE4660EB6A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923" y="6360789"/>
            <a:ext cx="1440000" cy="362109"/>
          </a:xfrm>
          <a:prstGeom prst="rect">
            <a:avLst/>
          </a:prstGeom>
        </p:spPr>
      </p:pic>
      <p:pic>
        <p:nvPicPr>
          <p:cNvPr id="34" name="Imagen 33" descr="Logotipo&#10;&#10;El contenido generado por IA puede ser incorrecto.">
            <a:extLst>
              <a:ext uri="{FF2B5EF4-FFF2-40B4-BE49-F238E27FC236}">
                <a16:creationId xmlns:a16="http://schemas.microsoft.com/office/drawing/2014/main" id="{1D504C0E-2FE6-7FFF-80DB-B29FAFFF2C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960" y="5705152"/>
            <a:ext cx="1926765" cy="714187"/>
          </a:xfrm>
          <a:prstGeom prst="rect">
            <a:avLst/>
          </a:prstGeom>
        </p:spPr>
      </p:pic>
      <p:pic>
        <p:nvPicPr>
          <p:cNvPr id="42" name="Imagen 41" descr="Logotipo&#10;&#10;El contenido generado por IA puede ser incorrecto.">
            <a:extLst>
              <a:ext uri="{FF2B5EF4-FFF2-40B4-BE49-F238E27FC236}">
                <a16:creationId xmlns:a16="http://schemas.microsoft.com/office/drawing/2014/main" id="{4A052DFF-0D14-E3F7-B011-E6A3B36867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0" y="5758915"/>
            <a:ext cx="1926765" cy="495453"/>
          </a:xfrm>
          <a:prstGeom prst="rect">
            <a:avLst/>
          </a:prstGeom>
        </p:spPr>
      </p:pic>
      <p:pic>
        <p:nvPicPr>
          <p:cNvPr id="44" name="Imagen 43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B74B1B26-83E9-CF1E-B64D-5102FCF508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220" y="5993203"/>
            <a:ext cx="1050244" cy="735171"/>
          </a:xfrm>
          <a:prstGeom prst="rect">
            <a:avLst/>
          </a:prstGeom>
        </p:spPr>
      </p:pic>
      <p:pic>
        <p:nvPicPr>
          <p:cNvPr id="48" name="Imagen 47" descr="Icono&#10;&#10;El contenido generado por IA puede ser incorrecto.">
            <a:extLst>
              <a:ext uri="{FF2B5EF4-FFF2-40B4-BE49-F238E27FC236}">
                <a16:creationId xmlns:a16="http://schemas.microsoft.com/office/drawing/2014/main" id="{E17B2B60-BDDB-5CB3-FD2E-DE3EFE9D61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42" y="5167865"/>
            <a:ext cx="1260938" cy="494485"/>
          </a:xfrm>
          <a:prstGeom prst="rect">
            <a:avLst/>
          </a:prstGeom>
        </p:spPr>
      </p:pic>
      <p:sp>
        <p:nvSpPr>
          <p:cNvPr id="20" name="Título 1">
            <a:extLst>
              <a:ext uri="{FF2B5EF4-FFF2-40B4-BE49-F238E27FC236}">
                <a16:creationId xmlns:a16="http://schemas.microsoft.com/office/drawing/2014/main" id="{BAFA47E6-FF03-A3C4-53D8-23569F62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Evaluating Pricing Validity on a State-of-the-art Dataset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8A8E4F4D-E7A1-CEEF-C084-462D1FF1E7EE}"/>
              </a:ext>
            </a:extLst>
          </p:cNvPr>
          <p:cNvSpPr txBox="1">
            <a:spLocks/>
          </p:cNvSpPr>
          <p:nvPr/>
        </p:nvSpPr>
        <p:spPr>
          <a:xfrm>
            <a:off x="609600" y="707629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(Stage one)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CC08E84-3F4F-8FEC-C830-0A705303115F}"/>
              </a:ext>
            </a:extLst>
          </p:cNvPr>
          <p:cNvSpPr txBox="1"/>
          <p:nvPr/>
        </p:nvSpPr>
        <p:spPr>
          <a:xfrm>
            <a:off x="6646651" y="1513973"/>
            <a:ext cx="52693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6600" b="1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+20% </a:t>
            </a:r>
            <a:r>
              <a:rPr lang="es-ES_tradnl" sz="32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contain</a:t>
            </a:r>
            <a:r>
              <a:rPr lang="es-ES_tradnl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32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errors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4EACE3D-ABF3-A4EB-AE16-C5172C3F0C8F}"/>
              </a:ext>
            </a:extLst>
          </p:cNvPr>
          <p:cNvSpPr txBox="1"/>
          <p:nvPr/>
        </p:nvSpPr>
        <p:spPr>
          <a:xfrm>
            <a:off x="6767814" y="2730660"/>
            <a:ext cx="5269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44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25</a:t>
            </a:r>
            <a:r>
              <a:rPr lang="es-ES_tradnl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linked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features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mismatches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2563358-72E1-26BF-4D73-0A45F0B2F45F}"/>
              </a:ext>
            </a:extLst>
          </p:cNvPr>
          <p:cNvSpPr txBox="1"/>
          <p:nvPr/>
        </p:nvSpPr>
        <p:spPr>
          <a:xfrm>
            <a:off x="6790249" y="3545930"/>
            <a:ext cx="5269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44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  <a:r>
              <a:rPr lang="es-ES_tradnl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incorrect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definitions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153D507-DE8B-0ECB-46C0-35CD26F5AFB6}"/>
              </a:ext>
            </a:extLst>
          </p:cNvPr>
          <p:cNvSpPr txBox="1"/>
          <p:nvPr/>
        </p:nvSpPr>
        <p:spPr>
          <a:xfrm>
            <a:off x="6790249" y="4325570"/>
            <a:ext cx="5269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44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s-ES_tradnl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future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date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9B0CC9B-5E38-BE8A-5959-3F3EAD5DB632}"/>
              </a:ext>
            </a:extLst>
          </p:cNvPr>
          <p:cNvSpPr txBox="1"/>
          <p:nvPr/>
        </p:nvSpPr>
        <p:spPr>
          <a:xfrm>
            <a:off x="6813549" y="5095011"/>
            <a:ext cx="5269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44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s-ES_tradnl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without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prices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D3B56337-AFF6-0862-F329-3F49ED096F42}"/>
              </a:ext>
            </a:extLst>
          </p:cNvPr>
          <p:cNvCxnSpPr/>
          <p:nvPr/>
        </p:nvCxnSpPr>
        <p:spPr>
          <a:xfrm>
            <a:off x="7281746" y="3486641"/>
            <a:ext cx="46342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5F7ECF0-3DB2-22C2-DE7E-4FA9E403C791}"/>
              </a:ext>
            </a:extLst>
          </p:cNvPr>
          <p:cNvCxnSpPr>
            <a:cxnSpLocks/>
          </p:cNvCxnSpPr>
          <p:nvPr/>
        </p:nvCxnSpPr>
        <p:spPr>
          <a:xfrm>
            <a:off x="7281746" y="4315371"/>
            <a:ext cx="4300654" cy="10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DB16E1E-FBE9-4A9A-8CA1-152C4A40501F}"/>
              </a:ext>
            </a:extLst>
          </p:cNvPr>
          <p:cNvCxnSpPr>
            <a:cxnSpLocks/>
          </p:cNvCxnSpPr>
          <p:nvPr/>
        </p:nvCxnSpPr>
        <p:spPr>
          <a:xfrm>
            <a:off x="7281746" y="5095011"/>
            <a:ext cx="33788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A875F50-B5D7-D76B-7FCD-A7874124EC6E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25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7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5" grpId="0"/>
      <p:bldP spid="36" grpId="0"/>
      <p:bldP spid="37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7A0C0A2-619B-BD78-BB1D-C00D9BA1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2870529B-992C-BB47-C147-8D3D31452E78}"/>
              </a:ext>
            </a:extLst>
          </p:cNvPr>
          <p:cNvSpPr/>
          <p:nvPr/>
        </p:nvSpPr>
        <p:spPr>
          <a:xfrm>
            <a:off x="6272403" y="10199"/>
            <a:ext cx="5919596" cy="6858000"/>
          </a:xfrm>
          <a:prstGeom prst="rect">
            <a:avLst/>
          </a:prstGeom>
          <a:solidFill>
            <a:srgbClr val="F8D0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41E834-1564-5A89-F476-D74E2560EBB2}"/>
              </a:ext>
            </a:extLst>
          </p:cNvPr>
          <p:cNvSpPr/>
          <p:nvPr/>
        </p:nvSpPr>
        <p:spPr>
          <a:xfrm>
            <a:off x="1" y="0"/>
            <a:ext cx="6272402" cy="6858000"/>
          </a:xfrm>
          <a:prstGeom prst="rect">
            <a:avLst/>
          </a:prstGeom>
          <a:solidFill>
            <a:srgbClr val="FFF1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8C8D04A7-E3C8-4BEE-4BA3-2AA0324A5350}"/>
              </a:ext>
            </a:extLst>
          </p:cNvPr>
          <p:cNvGrpSpPr/>
          <p:nvPr/>
        </p:nvGrpSpPr>
        <p:grpSpPr>
          <a:xfrm>
            <a:off x="737642" y="1513682"/>
            <a:ext cx="1440000" cy="1440000"/>
            <a:chOff x="737642" y="1513682"/>
            <a:chExt cx="1440000" cy="1440000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378FF714-289B-FAF2-326B-EB1AB84954C1}"/>
                </a:ext>
              </a:extLst>
            </p:cNvPr>
            <p:cNvSpPr/>
            <p:nvPr/>
          </p:nvSpPr>
          <p:spPr>
            <a:xfrm>
              <a:off x="737642" y="1513682"/>
              <a:ext cx="1440000" cy="144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F0116EED-312E-340B-AD9C-5C7C6F71E7BA}"/>
                </a:ext>
              </a:extLst>
            </p:cNvPr>
            <p:cNvSpPr/>
            <p:nvPr/>
          </p:nvSpPr>
          <p:spPr>
            <a:xfrm>
              <a:off x="946731" y="1864350"/>
              <a:ext cx="102182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30</a:t>
              </a:r>
            </a:p>
            <a:p>
              <a:pPr algn="ctr"/>
              <a:r>
                <a:rPr lang="en-US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SaaS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86651339-FE48-396B-6D73-F3894EDE5668}"/>
              </a:ext>
            </a:extLst>
          </p:cNvPr>
          <p:cNvGrpSpPr/>
          <p:nvPr/>
        </p:nvGrpSpPr>
        <p:grpSpPr>
          <a:xfrm>
            <a:off x="3386566" y="1633945"/>
            <a:ext cx="1800000" cy="1800000"/>
            <a:chOff x="3822812" y="2711339"/>
            <a:chExt cx="1800000" cy="1800000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B79D021-5D24-825D-1691-D216EEE68B45}"/>
                </a:ext>
              </a:extLst>
            </p:cNvPr>
            <p:cNvSpPr/>
            <p:nvPr/>
          </p:nvSpPr>
          <p:spPr>
            <a:xfrm>
              <a:off x="3822812" y="2711339"/>
              <a:ext cx="1800000" cy="180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EE378B5C-012A-64C8-8B2D-2B1D93C18853}"/>
                </a:ext>
              </a:extLst>
            </p:cNvPr>
            <p:cNvSpPr/>
            <p:nvPr/>
          </p:nvSpPr>
          <p:spPr>
            <a:xfrm>
              <a:off x="4124240" y="3161503"/>
              <a:ext cx="1197144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162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pricings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DC60A385-5799-7712-2E18-4D7E50182CC9}"/>
              </a:ext>
            </a:extLst>
          </p:cNvPr>
          <p:cNvGrpSpPr/>
          <p:nvPr/>
        </p:nvGrpSpPr>
        <p:grpSpPr>
          <a:xfrm>
            <a:off x="1457642" y="3486641"/>
            <a:ext cx="1440000" cy="1440000"/>
            <a:chOff x="737642" y="3606394"/>
            <a:chExt cx="1440000" cy="1440000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097296D8-066D-9DE1-6C20-DEE8B43E2C46}"/>
                </a:ext>
              </a:extLst>
            </p:cNvPr>
            <p:cNvSpPr/>
            <p:nvPr/>
          </p:nvSpPr>
          <p:spPr>
            <a:xfrm>
              <a:off x="737642" y="3606394"/>
              <a:ext cx="1440000" cy="144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3E74E00-89FA-2583-AC77-F32C6729B617}"/>
                </a:ext>
              </a:extLst>
            </p:cNvPr>
            <p:cNvSpPr/>
            <p:nvPr/>
          </p:nvSpPr>
          <p:spPr>
            <a:xfrm>
              <a:off x="953666" y="3922687"/>
              <a:ext cx="102182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6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years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2FB21A94-DE1C-3B0C-2321-23923265ABFE}"/>
              </a:ext>
            </a:extLst>
          </p:cNvPr>
          <p:cNvGrpSpPr/>
          <p:nvPr/>
        </p:nvGrpSpPr>
        <p:grpSpPr>
          <a:xfrm>
            <a:off x="3453334" y="3846642"/>
            <a:ext cx="2160000" cy="2160000"/>
            <a:chOff x="2897205" y="4324055"/>
            <a:chExt cx="2160000" cy="2160000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BF6773C2-1297-5253-AD87-D9E45FE5B3E2}"/>
                </a:ext>
              </a:extLst>
            </p:cNvPr>
            <p:cNvSpPr/>
            <p:nvPr/>
          </p:nvSpPr>
          <p:spPr>
            <a:xfrm>
              <a:off x="2897205" y="4324055"/>
              <a:ext cx="2160000" cy="216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BBBFDD94-6FBF-2F1F-7AD5-8225868552B4}"/>
                </a:ext>
              </a:extLst>
            </p:cNvPr>
            <p:cNvSpPr/>
            <p:nvPr/>
          </p:nvSpPr>
          <p:spPr>
            <a:xfrm>
              <a:off x="3053855" y="4927001"/>
              <a:ext cx="1846700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24223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configurations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pic>
        <p:nvPicPr>
          <p:cNvPr id="28" name="Imagen 27" descr="Dibujo en fondo negro&#10;&#10;El contenido generado por IA puede ser incorrecto.">
            <a:extLst>
              <a:ext uri="{FF2B5EF4-FFF2-40B4-BE49-F238E27FC236}">
                <a16:creationId xmlns:a16="http://schemas.microsoft.com/office/drawing/2014/main" id="{CDC7B782-B197-E77D-CE02-C836AECA0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51" y="6440323"/>
            <a:ext cx="1255891" cy="282575"/>
          </a:xfrm>
          <a:prstGeom prst="rect">
            <a:avLst/>
          </a:prstGeom>
        </p:spPr>
      </p:pic>
      <p:pic>
        <p:nvPicPr>
          <p:cNvPr id="30" name="Imagen 29" descr="Logotipo&#10;&#10;El contenido generado por IA puede ser incorrecto.">
            <a:extLst>
              <a:ext uri="{FF2B5EF4-FFF2-40B4-BE49-F238E27FC236}">
                <a16:creationId xmlns:a16="http://schemas.microsoft.com/office/drawing/2014/main" id="{36AF95CC-99CE-4479-ACCB-D01A595E2FA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666" y="6348021"/>
            <a:ext cx="1440000" cy="467177"/>
          </a:xfrm>
          <a:prstGeom prst="rect">
            <a:avLst/>
          </a:prstGeom>
        </p:spPr>
      </p:pic>
      <p:pic>
        <p:nvPicPr>
          <p:cNvPr id="32" name="Imagen 31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67EFB832-B2E9-B07D-28B4-18C80744AA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923" y="6360789"/>
            <a:ext cx="1440000" cy="362109"/>
          </a:xfrm>
          <a:prstGeom prst="rect">
            <a:avLst/>
          </a:prstGeom>
        </p:spPr>
      </p:pic>
      <p:pic>
        <p:nvPicPr>
          <p:cNvPr id="34" name="Imagen 33" descr="Logotipo&#10;&#10;El contenido generado por IA puede ser incorrecto.">
            <a:extLst>
              <a:ext uri="{FF2B5EF4-FFF2-40B4-BE49-F238E27FC236}">
                <a16:creationId xmlns:a16="http://schemas.microsoft.com/office/drawing/2014/main" id="{F809B913-A84D-ECE9-5FC4-519E290B8B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960" y="5705152"/>
            <a:ext cx="1926765" cy="714187"/>
          </a:xfrm>
          <a:prstGeom prst="rect">
            <a:avLst/>
          </a:prstGeom>
        </p:spPr>
      </p:pic>
      <p:pic>
        <p:nvPicPr>
          <p:cNvPr id="42" name="Imagen 41" descr="Logotipo&#10;&#10;El contenido generado por IA puede ser incorrecto.">
            <a:extLst>
              <a:ext uri="{FF2B5EF4-FFF2-40B4-BE49-F238E27FC236}">
                <a16:creationId xmlns:a16="http://schemas.microsoft.com/office/drawing/2014/main" id="{1752A628-3F0C-7111-BE77-7BB50B432D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0" y="5758915"/>
            <a:ext cx="1926765" cy="495453"/>
          </a:xfrm>
          <a:prstGeom prst="rect">
            <a:avLst/>
          </a:prstGeom>
        </p:spPr>
      </p:pic>
      <p:pic>
        <p:nvPicPr>
          <p:cNvPr id="44" name="Imagen 43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B5492CBE-41A5-89B2-8949-65AC9F4C99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220" y="5993203"/>
            <a:ext cx="1050244" cy="735171"/>
          </a:xfrm>
          <a:prstGeom prst="rect">
            <a:avLst/>
          </a:prstGeom>
        </p:spPr>
      </p:pic>
      <p:pic>
        <p:nvPicPr>
          <p:cNvPr id="48" name="Imagen 47" descr="Icono&#10;&#10;El contenido generado por IA puede ser incorrecto.">
            <a:extLst>
              <a:ext uri="{FF2B5EF4-FFF2-40B4-BE49-F238E27FC236}">
                <a16:creationId xmlns:a16="http://schemas.microsoft.com/office/drawing/2014/main" id="{D157DA56-47D6-C076-AFC0-854BBB24DE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42" y="5167865"/>
            <a:ext cx="1260938" cy="494485"/>
          </a:xfrm>
          <a:prstGeom prst="rect">
            <a:avLst/>
          </a:prstGeom>
        </p:spPr>
      </p:pic>
      <p:sp>
        <p:nvSpPr>
          <p:cNvPr id="20" name="Título 1">
            <a:extLst>
              <a:ext uri="{FF2B5EF4-FFF2-40B4-BE49-F238E27FC236}">
                <a16:creationId xmlns:a16="http://schemas.microsoft.com/office/drawing/2014/main" id="{5F958748-F594-76F6-D1CB-8D003F53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en-US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omparing</a:t>
            </a: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Configuration Space Metrics with State-of-the-art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BDC85304-6EFB-3F4A-602E-6BF8A64CA473}"/>
              </a:ext>
            </a:extLst>
          </p:cNvPr>
          <p:cNvSpPr txBox="1">
            <a:spLocks/>
          </p:cNvSpPr>
          <p:nvPr/>
        </p:nvSpPr>
        <p:spPr>
          <a:xfrm>
            <a:off x="609600" y="707629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(Stage one)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04B481B8-465A-CCFA-2BB7-21935CDE5867}"/>
              </a:ext>
            </a:extLst>
          </p:cNvPr>
          <p:cNvGrpSpPr/>
          <p:nvPr/>
        </p:nvGrpSpPr>
        <p:grpSpPr>
          <a:xfrm>
            <a:off x="8023109" y="1864350"/>
            <a:ext cx="2495225" cy="3693234"/>
            <a:chOff x="8023109" y="1864350"/>
            <a:chExt cx="2495225" cy="3693234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7595D08-BDB6-8D6A-01F3-E8AF4880355B}"/>
                </a:ext>
              </a:extLst>
            </p:cNvPr>
            <p:cNvSpPr txBox="1"/>
            <p:nvPr/>
          </p:nvSpPr>
          <p:spPr>
            <a:xfrm>
              <a:off x="8185086" y="4449588"/>
              <a:ext cx="233324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66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100%</a:t>
              </a:r>
              <a:endParaRPr lang="es-ES_tradnl" sz="6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90FFA5B1-ACF1-1EDE-79B2-96141B4C0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023109" y="1864350"/>
              <a:ext cx="2495225" cy="2495225"/>
            </a:xfrm>
            <a:prstGeom prst="rect">
              <a:avLst/>
            </a:prstGeom>
          </p:spPr>
        </p:pic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AF1C5220-5AC4-FA9F-62EF-A1B7203B28EF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25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359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