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3.svg"/><Relationship Id="rId5" Type="http://schemas.openxmlformats.org/officeDocument/2006/relationships/image" Target="../media/image2.svg"/><Relationship Id="rId6" Type="http://schemas.openxmlformats.org/officeDocument/2006/relationships/image" Target="../media/image1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3.svg"/><Relationship Id="rId6" Type="http://schemas.openxmlformats.org/officeDocument/2006/relationships/image" Target="../media/image2.svg"/><Relationship Id="rId7" Type="http://schemas.openxmlformats.org/officeDocument/2006/relationships/image" Target="../media/image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3.svg"/><Relationship Id="rId6" Type="http://schemas.openxmlformats.org/officeDocument/2006/relationships/image" Target="../media/image2.svg"/><Relationship Id="rId7" Type="http://schemas.openxmlformats.org/officeDocument/2006/relationships/image" Target="../media/image1.svg"/><Relationship Id="rId8" Type="http://schemas.openxmlformats.org/officeDocument/2006/relationships/image" Target="../media/image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3.svg"/><Relationship Id="rId6" Type="http://schemas.openxmlformats.org/officeDocument/2006/relationships/image" Target="../media/image2.svg"/><Relationship Id="rId7" Type="http://schemas.openxmlformats.org/officeDocument/2006/relationships/image" Target="../media/image1.svg"/><Relationship Id="rId8" Type="http://schemas.openxmlformats.org/officeDocument/2006/relationships/image" Target="../media/image5.svg"/><Relationship Id="rId9" Type="http://schemas.openxmlformats.org/officeDocument/2006/relationships/image" Target="../media/image5.png"/><Relationship Id="rId10" Type="http://schemas.openxmlformats.org/officeDocument/2006/relationships/image" Target="../media/image4.png"/><Relationship Id="rId1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DBB38B7-88C1-3CE1-87C1-29E290A6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6AB297EC-9DB7-6913-EE52-814BFED4D51B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A5C0AF02-890D-F4AE-8931-D75F0866B762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AB75DB3-F577-D949-6315-7859439EB422}"/>
              </a:ext>
            </a:extLst>
          </p:cNvPr>
          <p:cNvSpPr/>
          <p:nvPr/>
        </p:nvSpPr>
        <p:spPr>
          <a:xfrm>
            <a:off x="4714672" y="1835782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9D540E8C-1EA8-7973-B9DA-F0FB55CE0C8D}"/>
              </a:ext>
            </a:extLst>
          </p:cNvPr>
          <p:cNvSpPr/>
          <p:nvPr/>
        </p:nvSpPr>
        <p:spPr>
          <a:xfrm>
            <a:off x="4784444" y="1811324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entágono regular 8">
            <a:extLst>
              <a:ext uri="{FF2B5EF4-FFF2-40B4-BE49-F238E27FC236}">
                <a16:creationId xmlns:a16="http://schemas.microsoft.com/office/drawing/2014/main" id="{D98E5D4F-0CB0-9CFA-2525-C0244506E706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7AABA5E-FF2E-0810-D480-F97EB4C5E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6696576-5DE8-6F1D-4C44-66AA9C94C93E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50716841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DE5F830-D83A-4020-F5BB-15EB26D8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64B4E600-B1A7-928C-B4A4-987693417BFD}"/>
              </a:ext>
            </a:extLst>
          </p:cNvPr>
          <p:cNvSpPr/>
          <p:nvPr/>
        </p:nvSpPr>
        <p:spPr bwMode="auto">
          <a:xfrm rot="10800000">
            <a:off x="6206836" y="399142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79FDE07E-AA6B-38DC-B740-483BA1514E06}"/>
              </a:ext>
            </a:extLst>
          </p:cNvPr>
          <p:cNvSpPr/>
          <p:nvPr/>
        </p:nvSpPr>
        <p:spPr bwMode="auto">
          <a:xfrm rot="10800000">
            <a:off x="4871404" y="196898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40FA3348-A32B-8B7C-B393-6064CD644EFB}"/>
              </a:ext>
            </a:extLst>
          </p:cNvPr>
          <p:cNvSpPr/>
          <p:nvPr/>
        </p:nvSpPr>
        <p:spPr bwMode="auto">
          <a:xfrm rot="10800000">
            <a:off x="4871404" y="196898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5E6159A5-E97F-E664-06F3-764D4D7B46E7}"/>
              </a:ext>
            </a:extLst>
          </p:cNvPr>
          <p:cNvSpPr txBox="1"/>
          <p:nvPr/>
        </p:nvSpPr>
        <p:spPr>
          <a:xfrm rot="2160000">
            <a:off x="6664445" y="1117763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70338572-8B12-FBEA-648E-CE88343BA637}"/>
              </a:ext>
            </a:extLst>
          </p:cNvPr>
          <p:cNvSpPr/>
          <p:nvPr/>
        </p:nvSpPr>
        <p:spPr>
          <a:xfrm>
            <a:off x="4722962" y="1830833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E5282F8-0F7F-E7D9-A5F6-0F8A90F9403C}"/>
              </a:ext>
            </a:extLst>
          </p:cNvPr>
          <p:cNvSpPr/>
          <p:nvPr/>
        </p:nvSpPr>
        <p:spPr>
          <a:xfrm rot="12960000">
            <a:off x="6152972" y="2015512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18A0F56E-0744-9E67-447B-269D4740D8AE}"/>
              </a:ext>
            </a:extLst>
          </p:cNvPr>
          <p:cNvSpPr/>
          <p:nvPr/>
        </p:nvSpPr>
        <p:spPr>
          <a:xfrm>
            <a:off x="6402619" y="1643908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5C4E8A83-00D4-E163-A077-EEF82F78B2A6}"/>
              </a:ext>
            </a:extLst>
          </p:cNvPr>
          <p:cNvSpPr/>
          <p:nvPr/>
        </p:nvSpPr>
        <p:spPr>
          <a:xfrm>
            <a:off x="4792734" y="1806375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entágono regular 6">
            <a:extLst>
              <a:ext uri="{FF2B5EF4-FFF2-40B4-BE49-F238E27FC236}">
                <a16:creationId xmlns:a16="http://schemas.microsoft.com/office/drawing/2014/main" id="{C3D51F7A-FCE9-F905-7672-984BBE45C132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4A8F16A-5411-2CF1-8B68-88BFE837E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5A06D017-1CA9-026F-DCF8-6C98C2B4F50C}"/>
              </a:ext>
            </a:extLst>
          </p:cNvPr>
          <p:cNvSpPr/>
          <p:nvPr/>
        </p:nvSpPr>
        <p:spPr>
          <a:xfrm>
            <a:off x="6580475" y="183921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8" name="Gráfico 107">
            <a:extLst>
              <a:ext uri="{FF2B5EF4-FFF2-40B4-BE49-F238E27FC236}">
                <a16:creationId xmlns:a16="http://schemas.microsoft.com/office/drawing/2014/main" id="{2B6E0A79-EF99-17A6-18AB-29FD654E3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60000">
            <a:off x="6689247" y="1949142"/>
            <a:ext cx="517427" cy="51742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6DD0F571-946F-F913-76FD-215CFDA7994F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B2A91-A5E1-006F-3FE4-5B978A909A68}"/>
              </a:ext>
            </a:extLst>
          </p:cNvPr>
          <p:cNvSpPr txBox="1"/>
          <p:nvPr/>
        </p:nvSpPr>
        <p:spPr>
          <a:xfrm>
            <a:off x="8472427" y="22281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</a:t>
            </a:r>
            <a:r>
              <a:rPr lang="es-ES" dirty="0" err="1"/>
              <a:t>What</a:t>
            </a:r>
            <a:r>
              <a:rPr lang="es-ES" dirty="0"/>
              <a:t> are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similarities</a:t>
            </a:r>
            <a:r>
              <a:rPr lang="es-ES" dirty="0"/>
              <a:t> and </a:t>
            </a:r>
            <a:r>
              <a:rPr lang="es-ES" dirty="0" err="1"/>
              <a:t>diﬀerences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</a:t>
            </a:r>
            <a:r>
              <a:rPr lang="es-ES" dirty="0" err="1"/>
              <a:t>these</a:t>
            </a:r>
            <a:r>
              <a:rPr lang="es-ES" dirty="0"/>
              <a:t> </a:t>
            </a:r>
            <a:r>
              <a:rPr lang="es-ES" dirty="0" err="1"/>
              <a:t>two</a:t>
            </a:r>
            <a:r>
              <a:rPr lang="es-ES" dirty="0"/>
              <a:t> </a:t>
            </a:r>
            <a:r>
              <a:rPr lang="es-ES" dirty="0" err="1"/>
              <a:t>service</a:t>
            </a:r>
            <a:r>
              <a:rPr lang="es-ES" dirty="0"/>
              <a:t> </a:t>
            </a:r>
            <a:r>
              <a:rPr lang="es-ES" dirty="0" err="1"/>
              <a:t>oﬀerings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a </a:t>
            </a:r>
            <a:r>
              <a:rPr lang="es-ES" dirty="0" err="1"/>
              <a:t>company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more </a:t>
            </a:r>
            <a:r>
              <a:rPr lang="es-ES" dirty="0" err="1"/>
              <a:t>than</a:t>
            </a:r>
            <a:r>
              <a:rPr lang="es-ES" dirty="0"/>
              <a:t> 200 </a:t>
            </a:r>
            <a:r>
              <a:rPr lang="es-ES" dirty="0" err="1"/>
              <a:t>users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1991830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2B5328E-2BFC-1582-687C-CBF83EF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22B8107B-1ADE-DCF9-E24F-5C4893E73D67}"/>
              </a:ext>
            </a:extLst>
          </p:cNvPr>
          <p:cNvSpPr/>
          <p:nvPr/>
        </p:nvSpPr>
        <p:spPr bwMode="auto">
          <a:xfrm rot="6492807">
            <a:off x="6345807" y="310358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B9AEACD9-10BD-4CBE-F469-018D41865AC6}"/>
              </a:ext>
            </a:extLst>
          </p:cNvPr>
          <p:cNvSpPr/>
          <p:nvPr/>
        </p:nvSpPr>
        <p:spPr bwMode="auto">
          <a:xfrm rot="6492807">
            <a:off x="3755705" y="305863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8F4CF1A8-4568-4B28-A870-2A03D64878CC}"/>
              </a:ext>
            </a:extLst>
          </p:cNvPr>
          <p:cNvSpPr/>
          <p:nvPr/>
        </p:nvSpPr>
        <p:spPr bwMode="auto">
          <a:xfrm rot="6492807">
            <a:off x="4878613" y="203327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00CEA231-81B5-C265-0684-48A722151EA3}"/>
              </a:ext>
            </a:extLst>
          </p:cNvPr>
          <p:cNvSpPr/>
          <p:nvPr/>
        </p:nvSpPr>
        <p:spPr bwMode="auto">
          <a:xfrm rot="6492807">
            <a:off x="4878613" y="203327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F45F4275-8CD8-6E98-6C6F-BDF45B60D300}"/>
              </a:ext>
            </a:extLst>
          </p:cNvPr>
          <p:cNvSpPr txBox="1"/>
          <p:nvPr/>
        </p:nvSpPr>
        <p:spPr>
          <a:xfrm rot="19452807">
            <a:off x="4042093" y="113074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B0BCEBB-5B8E-8059-A69A-62C30460BED7}"/>
              </a:ext>
            </a:extLst>
          </p:cNvPr>
          <p:cNvSpPr/>
          <p:nvPr/>
        </p:nvSpPr>
        <p:spPr>
          <a:xfrm rot="8652807">
            <a:off x="4568575" y="2055124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EB412752-89E8-0A76-2EB5-CA6E9B01C011}"/>
              </a:ext>
            </a:extLst>
          </p:cNvPr>
          <p:cNvSpPr/>
          <p:nvPr/>
        </p:nvSpPr>
        <p:spPr>
          <a:xfrm rot="12972807">
            <a:off x="6159720" y="2115367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5D6ED523-C24D-7523-2A4D-8E171EF557BD}"/>
              </a:ext>
            </a:extLst>
          </p:cNvPr>
          <p:cNvSpPr/>
          <p:nvPr/>
        </p:nvSpPr>
        <p:spPr>
          <a:xfrm rot="17292807">
            <a:off x="4851367" y="171252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0449FF4A-F85B-DF7E-20D7-6D99B57CF77B}"/>
              </a:ext>
            </a:extLst>
          </p:cNvPr>
          <p:cNvSpPr/>
          <p:nvPr/>
        </p:nvSpPr>
        <p:spPr>
          <a:xfrm rot="17292807">
            <a:off x="6458888" y="1741062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7E6188B7-40EB-EC1F-779D-F4D58BF51463}"/>
              </a:ext>
            </a:extLst>
          </p:cNvPr>
          <p:cNvSpPr/>
          <p:nvPr/>
        </p:nvSpPr>
        <p:spPr>
          <a:xfrm rot="17292807">
            <a:off x="4651642" y="1946785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entágono regular 7">
            <a:extLst>
              <a:ext uri="{FF2B5EF4-FFF2-40B4-BE49-F238E27FC236}">
                <a16:creationId xmlns:a16="http://schemas.microsoft.com/office/drawing/2014/main" id="{CF60E308-606F-0DBF-6FA9-F234563EF1D2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B117D63-5522-3643-289F-344FBA006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7351424"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E1B878A1-463E-A79C-AF82-3592A3C0EEF8}"/>
              </a:ext>
            </a:extLst>
          </p:cNvPr>
          <p:cNvSpPr/>
          <p:nvPr/>
        </p:nvSpPr>
        <p:spPr>
          <a:xfrm rot="17292807">
            <a:off x="5045233" y="189934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B5DA4207-8FFB-33C4-5CB8-C94E32ADDCFC}"/>
              </a:ext>
            </a:extLst>
          </p:cNvPr>
          <p:cNvSpPr txBox="1"/>
          <p:nvPr/>
        </p:nvSpPr>
        <p:spPr>
          <a:xfrm rot="2412807">
            <a:off x="7036007" y="1150043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8446AD21-B2D4-1337-27C3-0D9145398E0F}"/>
              </a:ext>
            </a:extLst>
          </p:cNvPr>
          <p:cNvSpPr/>
          <p:nvPr/>
        </p:nvSpPr>
        <p:spPr>
          <a:xfrm rot="17292807">
            <a:off x="6652754" y="1927882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5" name="Gráfico 104">
            <a:extLst>
              <a:ext uri="{FF2B5EF4-FFF2-40B4-BE49-F238E27FC236}">
                <a16:creationId xmlns:a16="http://schemas.microsoft.com/office/drawing/2014/main" id="{3D98AE98-C3F2-A5FE-A52E-25B4A976CE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412807">
            <a:off x="6788285" y="2019257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401465E9-3584-2AC8-8767-AB3F283BF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52807">
            <a:off x="5157070" y="1996218"/>
            <a:ext cx="517427" cy="51742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DBE14EB-57AD-A968-4EB4-7734BAD1E6C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DA21F22-33F8-D4D5-8FA6-CC4C776258B2}"/>
              </a:ext>
            </a:extLst>
          </p:cNvPr>
          <p:cNvSpPr txBox="1"/>
          <p:nvPr/>
        </p:nvSpPr>
        <p:spPr>
          <a:xfrm>
            <a:off x="9135291" y="222810"/>
            <a:ext cx="29947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would</a:t>
            </a:r>
            <a:r>
              <a:rPr lang="es-ES" dirty="0"/>
              <a:t> be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optimal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needs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analytics</a:t>
            </a:r>
            <a:r>
              <a:rPr lang="es-ES" dirty="0"/>
              <a:t> </a:t>
            </a:r>
            <a:r>
              <a:rPr lang="es-ES" dirty="0" err="1"/>
              <a:t>add-on</a:t>
            </a:r>
            <a:r>
              <a:rPr lang="es-ES" dirty="0"/>
              <a:t> </a:t>
            </a:r>
            <a:r>
              <a:rPr lang="es-ES" dirty="0" err="1"/>
              <a:t>was</a:t>
            </a:r>
            <a:r>
              <a:rPr lang="es-ES" dirty="0"/>
              <a:t> removed?”</a:t>
            </a:r>
          </a:p>
        </p:txBody>
      </p:sp>
    </p:spTree>
    <p:extLst>
      <p:ext uri="{BB962C8B-B14F-4D97-AF65-F5344CB8AC3E}">
        <p14:creationId xmlns:p14="http://schemas.microsoft.com/office/powerpoint/2010/main" val="3769756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D2DD7C0-A73B-507F-522A-7599CFEF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DC0F7960-BC67-3EEA-6F84-0D22DFFE9A51}"/>
              </a:ext>
            </a:extLst>
          </p:cNvPr>
          <p:cNvSpPr/>
          <p:nvPr/>
        </p:nvSpPr>
        <p:spPr>
          <a:xfrm rot="12950281">
            <a:off x="4725607" y="2105636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BA5255E9-2B1D-D8D9-E246-A562D3D37B3C}"/>
              </a:ext>
            </a:extLst>
          </p:cNvPr>
          <p:cNvSpPr/>
          <p:nvPr/>
        </p:nvSpPr>
        <p:spPr bwMode="auto">
          <a:xfrm rot="2150281">
            <a:off x="5653130" y="757699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67124A9B-F2E1-3D56-6526-435133170E0D}"/>
              </a:ext>
            </a:extLst>
          </p:cNvPr>
          <p:cNvSpPr/>
          <p:nvPr/>
        </p:nvSpPr>
        <p:spPr bwMode="auto">
          <a:xfrm rot="2150281">
            <a:off x="4100536" y="124506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C4238A7C-F51A-BBDC-69CD-A0431B83C146}"/>
              </a:ext>
            </a:extLst>
          </p:cNvPr>
          <p:cNvSpPr/>
          <p:nvPr/>
        </p:nvSpPr>
        <p:spPr bwMode="auto">
          <a:xfrm rot="2150281">
            <a:off x="2813843" y="2577976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EE0FA13A-32ED-FCFB-A392-9C0A02D8FBF3}"/>
              </a:ext>
            </a:extLst>
          </p:cNvPr>
          <p:cNvSpPr/>
          <p:nvPr/>
        </p:nvSpPr>
        <p:spPr bwMode="auto">
          <a:xfrm rot="2150281">
            <a:off x="4925591" y="2026434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4CA476C-265A-5075-F45E-B0310C48E686}"/>
              </a:ext>
            </a:extLst>
          </p:cNvPr>
          <p:cNvSpPr/>
          <p:nvPr/>
        </p:nvSpPr>
        <p:spPr bwMode="auto">
          <a:xfrm rot="2150281">
            <a:off x="4925591" y="2026434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17CFEFB6-E219-2D72-F487-891C2EA421DE}"/>
              </a:ext>
            </a:extLst>
          </p:cNvPr>
          <p:cNvSpPr txBox="1"/>
          <p:nvPr/>
        </p:nvSpPr>
        <p:spPr>
          <a:xfrm rot="15110281">
            <a:off x="3225129" y="362774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11E7CA0A-1E18-CB38-3E28-E8163745FDE0}"/>
              </a:ext>
            </a:extLst>
          </p:cNvPr>
          <p:cNvSpPr/>
          <p:nvPr/>
        </p:nvSpPr>
        <p:spPr>
          <a:xfrm rot="12950281">
            <a:off x="4772081" y="1863374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858F308-0E5B-0DE7-E143-39009A08CC14}"/>
              </a:ext>
            </a:extLst>
          </p:cNvPr>
          <p:cNvSpPr/>
          <p:nvPr/>
        </p:nvSpPr>
        <p:spPr>
          <a:xfrm rot="4310281">
            <a:off x="4098739" y="3565769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FA8C8249-F1C1-00BF-1319-56C393DB5E69}"/>
              </a:ext>
            </a:extLst>
          </p:cNvPr>
          <p:cNvSpPr/>
          <p:nvPr/>
        </p:nvSpPr>
        <p:spPr>
          <a:xfrm rot="8630281">
            <a:off x="4605465" y="2091292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58D204A2-506F-D49D-BFA6-D26D4051F01D}"/>
              </a:ext>
            </a:extLst>
          </p:cNvPr>
          <p:cNvSpPr/>
          <p:nvPr/>
        </p:nvSpPr>
        <p:spPr>
          <a:xfrm rot="12950281">
            <a:off x="6163936" y="209957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E72FABA0-83C5-B161-33D8-0A19152B2A78}"/>
              </a:ext>
            </a:extLst>
          </p:cNvPr>
          <p:cNvSpPr/>
          <p:nvPr/>
        </p:nvSpPr>
        <p:spPr>
          <a:xfrm rot="12950281">
            <a:off x="4419591" y="320039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85719A3D-6175-574F-A090-995C8AFD2289}"/>
              </a:ext>
            </a:extLst>
          </p:cNvPr>
          <p:cNvSpPr/>
          <p:nvPr/>
        </p:nvSpPr>
        <p:spPr>
          <a:xfrm rot="12950281">
            <a:off x="4933515" y="1676967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14CA170F-3786-FDC5-E115-F2BC158EE326}"/>
              </a:ext>
            </a:extLst>
          </p:cNvPr>
          <p:cNvSpPr/>
          <p:nvPr/>
        </p:nvSpPr>
        <p:spPr>
          <a:xfrm rot="12950281">
            <a:off x="6409481" y="1697058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ágono regular 10">
            <a:extLst>
              <a:ext uri="{FF2B5EF4-FFF2-40B4-BE49-F238E27FC236}">
                <a16:creationId xmlns:a16="http://schemas.microsoft.com/office/drawing/2014/main" id="{E0D1E93E-5268-E25D-7C3A-FB3751206CD8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C2316C6-6F87-F323-357F-38E944CA3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2825316">
            <a:off x="5343276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889FA190-8D78-BF5B-8D10-E9F88DCC6264}"/>
              </a:ext>
            </a:extLst>
          </p:cNvPr>
          <p:cNvSpPr/>
          <p:nvPr/>
        </p:nvSpPr>
        <p:spPr>
          <a:xfrm rot="12950281">
            <a:off x="4610289" y="336924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EFDB284-E41D-D83D-8725-D54E0831C448}"/>
              </a:ext>
            </a:extLst>
          </p:cNvPr>
          <p:cNvSpPr txBox="1"/>
          <p:nvPr/>
        </p:nvSpPr>
        <p:spPr>
          <a:xfrm rot="19670281">
            <a:off x="4309835" y="998677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7A7A6677-C976-6CFF-B854-FCD344542CFF}"/>
              </a:ext>
            </a:extLst>
          </p:cNvPr>
          <p:cNvSpPr/>
          <p:nvPr/>
        </p:nvSpPr>
        <p:spPr>
          <a:xfrm rot="12950281">
            <a:off x="5124213" y="1845816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BC2580D9-0A51-AAC1-CDDE-3A5B02A02B41}"/>
              </a:ext>
            </a:extLst>
          </p:cNvPr>
          <p:cNvSpPr/>
          <p:nvPr/>
        </p:nvSpPr>
        <p:spPr>
          <a:xfrm rot="12950281">
            <a:off x="6600179" y="1865908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FCE15173-413F-1118-D243-19187E38E807}"/>
              </a:ext>
            </a:extLst>
          </p:cNvPr>
          <p:cNvSpPr txBox="1"/>
          <p:nvPr/>
        </p:nvSpPr>
        <p:spPr>
          <a:xfrm rot="2150281">
            <a:off x="6829528" y="1122999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pic>
        <p:nvPicPr>
          <p:cNvPr id="103" name="Gráfico 102">
            <a:extLst>
              <a:ext uri="{FF2B5EF4-FFF2-40B4-BE49-F238E27FC236}">
                <a16:creationId xmlns:a16="http://schemas.microsoft.com/office/drawing/2014/main" id="{BE562FAD-AF66-3181-A749-BCDAD0D38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50281">
            <a:off x="6711030" y="1960999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36B3F561-BDBC-8FE7-7215-96792FF3F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670281">
            <a:off x="5222985" y="1933641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9C4C9325-E78B-7FD0-FFAB-41471CFC4E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110281">
            <a:off x="4710568" y="3459136"/>
            <a:ext cx="517427" cy="51742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7A6DAC6-9C9F-31CD-0CA1-1B4D31220862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3BCC43-993C-BD63-E3D6-985F241B9002}"/>
              </a:ext>
            </a:extLst>
          </p:cNvPr>
          <p:cNvSpPr txBox="1"/>
          <p:nvPr/>
        </p:nvSpPr>
        <p:spPr>
          <a:xfrm>
            <a:off x="8472427" y="22281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</a:t>
            </a:r>
            <a:r>
              <a:rPr lang="es-ES" dirty="0" err="1"/>
              <a:t>Based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previous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, </a:t>
            </a:r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likely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provider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reduce </a:t>
            </a:r>
            <a:r>
              <a:rPr lang="es-ES" dirty="0" err="1"/>
              <a:t>its</a:t>
            </a:r>
            <a:r>
              <a:rPr lang="es-ES" dirty="0"/>
              <a:t> API </a:t>
            </a:r>
            <a:r>
              <a:rPr lang="es-ES" dirty="0" err="1"/>
              <a:t>usage</a:t>
            </a:r>
            <a:r>
              <a:rPr lang="es-ES" dirty="0"/>
              <a:t> </a:t>
            </a:r>
            <a:r>
              <a:rPr lang="es-ES" dirty="0" err="1"/>
              <a:t>limits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next</a:t>
            </a:r>
            <a:r>
              <a:rPr lang="es-ES" dirty="0"/>
              <a:t> </a:t>
            </a:r>
            <a:r>
              <a:rPr lang="es-ES" dirty="0" err="1"/>
              <a:t>six</a:t>
            </a:r>
            <a:r>
              <a:rPr lang="es-ES" dirty="0"/>
              <a:t> </a:t>
            </a:r>
            <a:r>
              <a:rPr lang="es-ES" dirty="0" err="1"/>
              <a:t>months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2947812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F3B8023-27A8-654F-0C58-47DDA41D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99E9869E-CDE3-9AFD-736A-F7F04B205736}"/>
              </a:ext>
            </a:extLst>
          </p:cNvPr>
          <p:cNvSpPr/>
          <p:nvPr/>
        </p:nvSpPr>
        <p:spPr bwMode="auto">
          <a:xfrm rot="19462802">
            <a:off x="3502676" y="710234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3F90C4D3-CBB0-E15E-F172-FF75DBF60B65}"/>
              </a:ext>
            </a:extLst>
          </p:cNvPr>
          <p:cNvSpPr/>
          <p:nvPr/>
        </p:nvSpPr>
        <p:spPr bwMode="auto">
          <a:xfrm rot="19462802">
            <a:off x="6109282" y="61877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3819DF15-CE2D-0AB3-40F9-13035B141A42}"/>
              </a:ext>
            </a:extLst>
          </p:cNvPr>
          <p:cNvSpPr/>
          <p:nvPr/>
        </p:nvSpPr>
        <p:spPr bwMode="auto">
          <a:xfrm rot="19462802">
            <a:off x="3204388" y="2159522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8D0270BB-53E9-5599-1C95-BA2596375DED}"/>
              </a:ext>
            </a:extLst>
          </p:cNvPr>
          <p:cNvSpPr/>
          <p:nvPr/>
        </p:nvSpPr>
        <p:spPr bwMode="auto">
          <a:xfrm rot="19462802">
            <a:off x="4676327" y="4128848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3B6533DA-3F2A-A072-B7A6-9E3FA3131399}"/>
              </a:ext>
            </a:extLst>
          </p:cNvPr>
          <p:cNvSpPr/>
          <p:nvPr/>
        </p:nvSpPr>
        <p:spPr bwMode="auto">
          <a:xfrm rot="19462802">
            <a:off x="4901446" y="196129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3C15038C-510E-794D-7BB7-D0AE68107BF2}"/>
              </a:ext>
            </a:extLst>
          </p:cNvPr>
          <p:cNvSpPr/>
          <p:nvPr/>
        </p:nvSpPr>
        <p:spPr bwMode="auto">
          <a:xfrm rot="19462802">
            <a:off x="4901446" y="196129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C49E9E85-653D-FA7E-FD6D-8CE912A0B633}"/>
              </a:ext>
            </a:extLst>
          </p:cNvPr>
          <p:cNvSpPr txBox="1"/>
          <p:nvPr/>
        </p:nvSpPr>
        <p:spPr>
          <a:xfrm rot="10822802">
            <a:off x="5289804" y="5143525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EE9B889-EDE1-FCC6-E24F-BED9BC3EABD7}"/>
              </a:ext>
            </a:extLst>
          </p:cNvPr>
          <p:cNvSpPr/>
          <p:nvPr/>
        </p:nvSpPr>
        <p:spPr>
          <a:xfrm rot="22802">
            <a:off x="5342635" y="4452382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D817CE93-6EBD-A553-E77F-F2BA41F1A729}"/>
              </a:ext>
            </a:extLst>
          </p:cNvPr>
          <p:cNvSpPr/>
          <p:nvPr/>
        </p:nvSpPr>
        <p:spPr>
          <a:xfrm rot="4342802">
            <a:off x="4073551" y="3526300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12EAE8-4871-A87B-58FF-622CBDB5E357}"/>
              </a:ext>
            </a:extLst>
          </p:cNvPr>
          <p:cNvSpPr/>
          <p:nvPr/>
        </p:nvSpPr>
        <p:spPr>
          <a:xfrm rot="8662802">
            <a:off x="4576999" y="2051362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CC9CED14-B8F5-0C8A-D2D2-35C9A7D51CF3}"/>
              </a:ext>
            </a:extLst>
          </p:cNvPr>
          <p:cNvSpPr/>
          <p:nvPr/>
        </p:nvSpPr>
        <p:spPr>
          <a:xfrm rot="12982802">
            <a:off x="6163071" y="1994087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79D08712-8E71-164C-7B4D-8B8312143016}"/>
              </a:ext>
            </a:extLst>
          </p:cNvPr>
          <p:cNvSpPr/>
          <p:nvPr/>
        </p:nvSpPr>
        <p:spPr>
          <a:xfrm rot="8662802">
            <a:off x="5653758" y="4044229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29284E2C-7403-3B74-F322-3ACC4F7B4F1D}"/>
              </a:ext>
            </a:extLst>
          </p:cNvPr>
          <p:cNvSpPr/>
          <p:nvPr/>
        </p:nvSpPr>
        <p:spPr>
          <a:xfrm rot="8662802">
            <a:off x="4372842" y="3072534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EB769C7F-C69D-200F-4FDF-CDF22A9AC35B}"/>
              </a:ext>
            </a:extLst>
          </p:cNvPr>
          <p:cNvSpPr/>
          <p:nvPr/>
        </p:nvSpPr>
        <p:spPr>
          <a:xfrm rot="8662802">
            <a:off x="4861248" y="1679573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718BB2C8-153A-4100-3F82-A2D52C2E05A0}"/>
              </a:ext>
            </a:extLst>
          </p:cNvPr>
          <p:cNvSpPr/>
          <p:nvPr/>
        </p:nvSpPr>
        <p:spPr>
          <a:xfrm rot="8662802">
            <a:off x="6416127" y="1666737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8BB1A060-2FB8-5270-D75C-3CB4DD9AFBF6}"/>
              </a:ext>
            </a:extLst>
          </p:cNvPr>
          <p:cNvSpPr/>
          <p:nvPr/>
        </p:nvSpPr>
        <p:spPr>
          <a:xfrm rot="8662802">
            <a:off x="4865526" y="2065992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entágono regular 4">
            <a:extLst>
              <a:ext uri="{FF2B5EF4-FFF2-40B4-BE49-F238E27FC236}">
                <a16:creationId xmlns:a16="http://schemas.microsoft.com/office/drawing/2014/main" id="{7DD3B08C-AA33-8E5F-B467-0E8D3CBE215C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D2EB403-F2F1-B621-79A5-0C380B5C8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8632978"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46960B1D-6B2D-08AA-1FAE-3E48EB7C1193}"/>
              </a:ext>
            </a:extLst>
          </p:cNvPr>
          <p:cNvSpPr/>
          <p:nvPr/>
        </p:nvSpPr>
        <p:spPr>
          <a:xfrm rot="8662802">
            <a:off x="5826589" y="421054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34E5D75-2E6F-08A9-1B8E-5A08677F852A}"/>
              </a:ext>
            </a:extLst>
          </p:cNvPr>
          <p:cNvSpPr txBox="1"/>
          <p:nvPr/>
        </p:nvSpPr>
        <p:spPr>
          <a:xfrm rot="15382802">
            <a:off x="3298477" y="3496411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DB439838-2C4B-2301-33D9-96551B8D9183}"/>
              </a:ext>
            </a:extLst>
          </p:cNvPr>
          <p:cNvSpPr/>
          <p:nvPr/>
        </p:nvSpPr>
        <p:spPr>
          <a:xfrm rot="8662802">
            <a:off x="4545673" y="3238845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E52DFD4-93EA-A059-3FE7-14580945826D}"/>
              </a:ext>
            </a:extLst>
          </p:cNvPr>
          <p:cNvSpPr/>
          <p:nvPr/>
        </p:nvSpPr>
        <p:spPr>
          <a:xfrm rot="8662802">
            <a:off x="5034079" y="1845885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816685E3-04A5-AD76-C0C2-C7CEDBDCD6EB}"/>
              </a:ext>
            </a:extLst>
          </p:cNvPr>
          <p:cNvSpPr txBox="1"/>
          <p:nvPr/>
        </p:nvSpPr>
        <p:spPr>
          <a:xfrm rot="19462802">
            <a:off x="4164039" y="1072578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ACFB273-67EC-21B1-3E2F-952B31EDA8A3}"/>
              </a:ext>
            </a:extLst>
          </p:cNvPr>
          <p:cNvSpPr/>
          <p:nvPr/>
        </p:nvSpPr>
        <p:spPr>
          <a:xfrm rot="8662802">
            <a:off x="6588957" y="1833049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9115A789-CBF5-66A2-9722-CBEDAF6C670C}"/>
              </a:ext>
            </a:extLst>
          </p:cNvPr>
          <p:cNvSpPr txBox="1"/>
          <p:nvPr/>
        </p:nvSpPr>
        <p:spPr>
          <a:xfrm rot="1942802">
            <a:off x="6671018" y="983122"/>
            <a:ext cx="170912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Analytics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B480020-7096-31A3-AF0F-0FBF88B242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662802">
            <a:off x="6754766" y="1997071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E1F2EAFA-F941-6809-2EB7-5E99EBB8D9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62802">
            <a:off x="5132693" y="1935152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0D586955-6591-C9E2-E686-DF839D1C2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82802">
            <a:off x="4629820" y="3360139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F79727F3-0F5A-24E8-B800-261C14095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22802">
            <a:off x="5916756" y="4309160"/>
            <a:ext cx="517427" cy="51742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E84625A-E65C-EDD0-BB35-77B4C0B9876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44E2B69-7CE7-0269-FD92-7782346BE20A}"/>
              </a:ext>
            </a:extLst>
          </p:cNvPr>
          <p:cNvSpPr txBox="1"/>
          <p:nvPr/>
        </p:nvSpPr>
        <p:spPr>
          <a:xfrm>
            <a:off x="8848495" y="222810"/>
            <a:ext cx="3281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“How are </a:t>
            </a:r>
            <a:r>
              <a:rPr lang="es-ES" dirty="0" err="1"/>
              <a:t>our</a:t>
            </a:r>
            <a:r>
              <a:rPr lang="es-ES" dirty="0"/>
              <a:t> 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users</a:t>
            </a:r>
            <a:r>
              <a:rPr lang="es-ES" dirty="0"/>
              <a:t> </a:t>
            </a:r>
            <a:r>
              <a:rPr lang="es-ES" dirty="0" err="1"/>
              <a:t>distributed</a:t>
            </a:r>
            <a:r>
              <a:rPr lang="es-ES" dirty="0"/>
              <a:t> </a:t>
            </a:r>
            <a:r>
              <a:rPr lang="es-ES" dirty="0" err="1"/>
              <a:t>across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available</a:t>
            </a:r>
            <a:r>
              <a:rPr lang="es-ES" dirty="0"/>
              <a:t> </a:t>
            </a:r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configurations</a:t>
            </a:r>
            <a:r>
              <a:rPr lang="es-ES" dirty="0"/>
              <a:t>, and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subscriptions</a:t>
            </a:r>
            <a:r>
              <a:rPr lang="es-ES" dirty="0"/>
              <a:t> are </a:t>
            </a:r>
            <a:r>
              <a:rPr lang="es-ES" dirty="0" err="1"/>
              <a:t>underutilized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89534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969851B-CB11-8D45-1CF1-546DB0DB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A3103C0C-F157-6F6C-EAD1-0871B9593A16}"/>
              </a:ext>
            </a:extLst>
          </p:cNvPr>
          <p:cNvSpPr/>
          <p:nvPr/>
        </p:nvSpPr>
        <p:spPr bwMode="auto">
          <a:xfrm rot="15076377">
            <a:off x="2820108" y="2768823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51EFB128-929F-F0F1-542E-9287258CEC8B}"/>
              </a:ext>
            </a:extLst>
          </p:cNvPr>
          <p:cNvSpPr/>
          <p:nvPr/>
        </p:nvSpPr>
        <p:spPr bwMode="auto">
          <a:xfrm rot="15076377">
            <a:off x="3792912" y="243352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C3C871F6-190D-1E8C-ACDA-DC4F94823E7D}"/>
              </a:ext>
            </a:extLst>
          </p:cNvPr>
          <p:cNvSpPr/>
          <p:nvPr/>
        </p:nvSpPr>
        <p:spPr bwMode="auto">
          <a:xfrm rot="15076377">
            <a:off x="4934317" y="3645880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052EA613-C6A5-835F-27F6-20300316F179}"/>
              </a:ext>
            </a:extLst>
          </p:cNvPr>
          <p:cNvSpPr/>
          <p:nvPr/>
        </p:nvSpPr>
        <p:spPr bwMode="auto">
          <a:xfrm rot="15076377">
            <a:off x="6792121" y="2784852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E9B2391C-A2F0-EF0A-3BF9-A9A59E297455}"/>
              </a:ext>
            </a:extLst>
          </p:cNvPr>
          <p:cNvSpPr/>
          <p:nvPr/>
        </p:nvSpPr>
        <p:spPr bwMode="auto">
          <a:xfrm rot="15076377">
            <a:off x="5914061" y="187541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1EAA29FA-2A7A-34EE-8A99-A275B1B0EC4A}"/>
              </a:ext>
            </a:extLst>
          </p:cNvPr>
          <p:cNvSpPr/>
          <p:nvPr/>
        </p:nvSpPr>
        <p:spPr bwMode="auto">
          <a:xfrm rot="15076377">
            <a:off x="4861672" y="194863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90B58342-F164-5BAA-A0A2-5CFFF5B3BD1A}"/>
              </a:ext>
            </a:extLst>
          </p:cNvPr>
          <p:cNvSpPr/>
          <p:nvPr/>
        </p:nvSpPr>
        <p:spPr bwMode="auto">
          <a:xfrm rot="15076377">
            <a:off x="4700107" y="1787214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936BC1A-455C-F746-89BA-E4AB02574D20}"/>
              </a:ext>
            </a:extLst>
          </p:cNvPr>
          <p:cNvSpPr/>
          <p:nvPr/>
        </p:nvSpPr>
        <p:spPr bwMode="auto">
          <a:xfrm rot="15076377">
            <a:off x="4861672" y="194863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A6E3ED8B-CA22-0B61-162B-F39F9688BADF}"/>
              </a:ext>
            </a:extLst>
          </p:cNvPr>
          <p:cNvSpPr txBox="1"/>
          <p:nvPr/>
        </p:nvSpPr>
        <p:spPr>
          <a:xfrm rot="6436377">
            <a:off x="7434259" y="3592203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C0522096-237A-A8FA-E4DD-F8073467EFD1}"/>
              </a:ext>
            </a:extLst>
          </p:cNvPr>
          <p:cNvSpPr/>
          <p:nvPr/>
        </p:nvSpPr>
        <p:spPr>
          <a:xfrm rot="4276377">
            <a:off x="4697755" y="1808798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91C39DF6-7019-10C5-D8FA-02814870816F}"/>
              </a:ext>
            </a:extLst>
          </p:cNvPr>
          <p:cNvSpPr/>
          <p:nvPr/>
        </p:nvSpPr>
        <p:spPr>
          <a:xfrm rot="17236377">
            <a:off x="6621088" y="3503188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E9FB75C-CC77-972D-7728-01C2FEC69452}"/>
              </a:ext>
            </a:extLst>
          </p:cNvPr>
          <p:cNvSpPr/>
          <p:nvPr/>
        </p:nvSpPr>
        <p:spPr>
          <a:xfrm rot="21556377">
            <a:off x="5333608" y="4472563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B84D2BC5-9BBF-FB8B-8D13-09AF71F6F8AA}"/>
              </a:ext>
            </a:extLst>
          </p:cNvPr>
          <p:cNvSpPr/>
          <p:nvPr/>
        </p:nvSpPr>
        <p:spPr>
          <a:xfrm rot="4276377">
            <a:off x="4068608" y="356224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EDE2AD64-7252-8E0B-0C77-F2DC9282EECB}"/>
              </a:ext>
            </a:extLst>
          </p:cNvPr>
          <p:cNvSpPr/>
          <p:nvPr/>
        </p:nvSpPr>
        <p:spPr>
          <a:xfrm rot="8596377">
            <a:off x="4508447" y="2002944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4CD43A76-23E9-699B-AB67-562B1ACA559A}"/>
              </a:ext>
            </a:extLst>
          </p:cNvPr>
          <p:cNvSpPr/>
          <p:nvPr/>
        </p:nvSpPr>
        <p:spPr>
          <a:xfrm rot="12916377">
            <a:off x="6104369" y="1983525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A5ECEBDF-0FB3-7857-B57C-4DD8DDF3DA0A}"/>
              </a:ext>
            </a:extLst>
          </p:cNvPr>
          <p:cNvSpPr/>
          <p:nvPr/>
        </p:nvSpPr>
        <p:spPr>
          <a:xfrm rot="4276377">
            <a:off x="6887635" y="309121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72B7FB77-117A-BB9E-E8D4-DA68EC77F8FC}"/>
              </a:ext>
            </a:extLst>
          </p:cNvPr>
          <p:cNvSpPr/>
          <p:nvPr/>
        </p:nvSpPr>
        <p:spPr>
          <a:xfrm rot="4276377">
            <a:off x="5585655" y="4034495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45375BAF-9CD6-9E2F-3F66-622A62980F6F}"/>
              </a:ext>
            </a:extLst>
          </p:cNvPr>
          <p:cNvSpPr/>
          <p:nvPr/>
        </p:nvSpPr>
        <p:spPr>
          <a:xfrm rot="4276377">
            <a:off x="4394724" y="3162393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1835B53A-FB4F-7A90-487D-D03F9E321DF1}"/>
              </a:ext>
            </a:extLst>
          </p:cNvPr>
          <p:cNvSpPr/>
          <p:nvPr/>
        </p:nvSpPr>
        <p:spPr>
          <a:xfrm rot="4276377">
            <a:off x="4834265" y="1670878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6A681B1F-A7DE-2013-956C-AA4FEFEA8373}"/>
              </a:ext>
            </a:extLst>
          </p:cNvPr>
          <p:cNvSpPr/>
          <p:nvPr/>
        </p:nvSpPr>
        <p:spPr>
          <a:xfrm rot="4276377">
            <a:off x="6325315" y="1623353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2A9A9DC6-8153-9FBC-7BD2-BD43DE658454}"/>
              </a:ext>
            </a:extLst>
          </p:cNvPr>
          <p:cNvSpPr/>
          <p:nvPr/>
        </p:nvSpPr>
        <p:spPr>
          <a:xfrm rot="4276377">
            <a:off x="4901442" y="1901849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entágono regular 4">
            <a:extLst>
              <a:ext uri="{FF2B5EF4-FFF2-40B4-BE49-F238E27FC236}">
                <a16:creationId xmlns:a16="http://schemas.microsoft.com/office/drawing/2014/main" id="{CF8584A0-3CE8-6029-E735-E2401B55272D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88AF3FB-A045-4863-3D1B-A78122E41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4211358"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55B3079A-640D-274A-9D90-608E39755313}"/>
              </a:ext>
            </a:extLst>
          </p:cNvPr>
          <p:cNvSpPr/>
          <p:nvPr/>
        </p:nvSpPr>
        <p:spPr>
          <a:xfrm rot="4276377">
            <a:off x="7052454" y="3274094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3C52257-A38E-BE4E-E979-A735DBA5B18F}"/>
              </a:ext>
            </a:extLst>
          </p:cNvPr>
          <p:cNvSpPr txBox="1"/>
          <p:nvPr/>
        </p:nvSpPr>
        <p:spPr>
          <a:xfrm rot="10996377">
            <a:off x="5442190" y="5238317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CEEF5E84-8794-24D9-811C-A8E5B361DCB2}"/>
              </a:ext>
            </a:extLst>
          </p:cNvPr>
          <p:cNvSpPr/>
          <p:nvPr/>
        </p:nvSpPr>
        <p:spPr>
          <a:xfrm rot="4276377">
            <a:off x="5750474" y="4217378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A253148-4834-4896-A242-59D4B3D5E239}"/>
              </a:ext>
            </a:extLst>
          </p:cNvPr>
          <p:cNvSpPr/>
          <p:nvPr/>
        </p:nvSpPr>
        <p:spPr>
          <a:xfrm rot="4276377">
            <a:off x="4559543" y="3345275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4D1FA9DD-554C-8B21-3AF2-1FB5A714D024}"/>
              </a:ext>
            </a:extLst>
          </p:cNvPr>
          <p:cNvSpPr txBox="1"/>
          <p:nvPr/>
        </p:nvSpPr>
        <p:spPr>
          <a:xfrm rot="15076377">
            <a:off x="3318743" y="3630620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B9B53147-4010-D5CE-1F54-DFA818D39D34}"/>
              </a:ext>
            </a:extLst>
          </p:cNvPr>
          <p:cNvSpPr/>
          <p:nvPr/>
        </p:nvSpPr>
        <p:spPr>
          <a:xfrm rot="4276377">
            <a:off x="4999084" y="1853761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6256A158-A141-85FB-EB0C-E6151FC28EBB}"/>
              </a:ext>
            </a:extLst>
          </p:cNvPr>
          <p:cNvSpPr txBox="1"/>
          <p:nvPr/>
        </p:nvSpPr>
        <p:spPr>
          <a:xfrm rot="19156377">
            <a:off x="3853032" y="1059342"/>
            <a:ext cx="170912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Analytics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A202E4D7-9AC3-0763-7604-2FDA33B4B4D9}"/>
              </a:ext>
            </a:extLst>
          </p:cNvPr>
          <p:cNvSpPr/>
          <p:nvPr/>
        </p:nvSpPr>
        <p:spPr>
          <a:xfrm rot="4276377">
            <a:off x="6490133" y="1806236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FB63F888-0296-C88F-5D47-00F0577F52E0}"/>
              </a:ext>
            </a:extLst>
          </p:cNvPr>
          <p:cNvSpPr txBox="1"/>
          <p:nvPr/>
        </p:nvSpPr>
        <p:spPr>
          <a:xfrm rot="2116377">
            <a:off x="6664959" y="1031824"/>
            <a:ext cx="153599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Cost-aware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B787ED1-5D4A-23A5-CB0D-13A2D536B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276377">
            <a:off x="5161610" y="2029638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715AFC9B-AAD7-7BB3-1AE6-196A62862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076377">
            <a:off x="4648701" y="3444623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4EDAA879-E208-B763-3EC3-2AE61007E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996377">
            <a:off x="5862599" y="4363268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00CF8538-6B00-03AC-DC83-CFBCFEBB9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6436377">
            <a:off x="7147957" y="3385245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6B1F5ED9-E2B2-B635-F966-E2644EBD7FBB}"/>
              </a:ext>
            </a:extLst>
          </p:cNvPr>
          <p:cNvGrpSpPr/>
          <p:nvPr/>
        </p:nvGrpSpPr>
        <p:grpSpPr>
          <a:xfrm rot="4276377">
            <a:off x="6728894" y="1844577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F1AB3C5C-6823-382B-5237-66D8642B96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83E5FAF3-6FF1-FCE2-02B9-C6D155E512FE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305AC765-C70B-D826-7EF6-A3B8B0D17692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BCB0B760-D1A5-9D56-B520-0B3A263FBC93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9CA22C3-46D6-AE5F-8AF8-230B3B1848CE}"/>
              </a:ext>
            </a:extLst>
          </p:cNvPr>
          <p:cNvSpPr txBox="1"/>
          <p:nvPr/>
        </p:nvSpPr>
        <p:spPr>
          <a:xfrm>
            <a:off x="8884734" y="222810"/>
            <a:ext cx="3245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“Does </a:t>
            </a:r>
            <a:r>
              <a:rPr lang="es-ES" dirty="0" err="1"/>
              <a:t>our</a:t>
            </a:r>
            <a:r>
              <a:rPr lang="es-ES" dirty="0"/>
              <a:t> </a:t>
            </a:r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maximizes</a:t>
            </a:r>
            <a:r>
              <a:rPr lang="es-ES" dirty="0"/>
              <a:t> </a:t>
            </a:r>
            <a:r>
              <a:rPr lang="es-ES" dirty="0" err="1"/>
              <a:t>subscription</a:t>
            </a:r>
            <a:r>
              <a:rPr lang="es-ES" dirty="0"/>
              <a:t> </a:t>
            </a:r>
            <a:r>
              <a:rPr lang="es-ES" dirty="0" err="1"/>
              <a:t>revenue</a:t>
            </a:r>
            <a:r>
              <a:rPr lang="es-ES" dirty="0"/>
              <a:t> </a:t>
            </a:r>
            <a:r>
              <a:rPr lang="es-ES" dirty="0" err="1"/>
              <a:t>while</a:t>
            </a:r>
            <a:r>
              <a:rPr lang="es-ES" dirty="0"/>
              <a:t> </a:t>
            </a:r>
            <a:r>
              <a:rPr lang="es-ES" dirty="0" err="1"/>
              <a:t>keeping</a:t>
            </a:r>
            <a:r>
              <a:rPr lang="es-ES" dirty="0"/>
              <a:t> </a:t>
            </a:r>
            <a:r>
              <a:rPr lang="es-ES" dirty="0" err="1"/>
              <a:t>operational</a:t>
            </a:r>
            <a:r>
              <a:rPr lang="es-ES" dirty="0"/>
              <a:t> </a:t>
            </a:r>
            <a:r>
              <a:rPr lang="es-ES" dirty="0" err="1"/>
              <a:t>costs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control </a:t>
            </a:r>
            <a:r>
              <a:rPr lang="es-ES" dirty="0" err="1"/>
              <a:t>for</a:t>
            </a:r>
            <a:r>
              <a:rPr lang="es-ES" dirty="0"/>
              <a:t> 10,000 </a:t>
            </a:r>
            <a:r>
              <a:rPr lang="es-ES" dirty="0" err="1"/>
              <a:t>monthly</a:t>
            </a:r>
            <a:r>
              <a:rPr lang="es-ES" dirty="0"/>
              <a:t> API </a:t>
            </a:r>
            <a:r>
              <a:rPr lang="es-ES" dirty="0" err="1"/>
              <a:t>calls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1677630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FC782EC-B4E8-C020-AD1C-22B96316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86DEFB44-9FE4-1B84-4C63-97C3A2DC7FAC}"/>
              </a:ext>
            </a:extLst>
          </p:cNvPr>
          <p:cNvSpPr/>
          <p:nvPr/>
        </p:nvSpPr>
        <p:spPr bwMode="auto">
          <a:xfrm rot="10800000">
            <a:off x="1332861" y="4141334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7B7D8196-D928-A66E-9969-AC30A96CFB7A}"/>
              </a:ext>
            </a:extLst>
          </p:cNvPr>
          <p:cNvSpPr/>
          <p:nvPr/>
        </p:nvSpPr>
        <p:spPr bwMode="auto">
          <a:xfrm rot="10800000">
            <a:off x="68454" y="2575920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D36A8045-0B38-539B-37A2-BC85F9D28551}"/>
              </a:ext>
            </a:extLst>
          </p:cNvPr>
          <p:cNvSpPr/>
          <p:nvPr/>
        </p:nvSpPr>
        <p:spPr bwMode="auto">
          <a:xfrm rot="10800000">
            <a:off x="3635959" y="2600166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026020CE-D9B1-BD15-517D-E1014495AAC9}"/>
              </a:ext>
            </a:extLst>
          </p:cNvPr>
          <p:cNvSpPr/>
          <p:nvPr/>
        </p:nvSpPr>
        <p:spPr bwMode="auto">
          <a:xfrm rot="10800000">
            <a:off x="2973027" y="532847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FE47F69B-584B-C8AD-B6D7-96AC7C193F65}"/>
              </a:ext>
            </a:extLst>
          </p:cNvPr>
          <p:cNvSpPr/>
          <p:nvPr/>
        </p:nvSpPr>
        <p:spPr bwMode="auto">
          <a:xfrm rot="10800000">
            <a:off x="231198" y="533597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EACFF935-2383-9C3D-67B8-61AACC11F629}"/>
              </a:ext>
            </a:extLst>
          </p:cNvPr>
          <p:cNvSpPr/>
          <p:nvPr/>
        </p:nvSpPr>
        <p:spPr bwMode="auto">
          <a:xfrm rot="10800000">
            <a:off x="1637595" y="2102688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7DE5036B-E098-15F4-B4CB-87FA24A92A24}"/>
              </a:ext>
            </a:extLst>
          </p:cNvPr>
          <p:cNvSpPr/>
          <p:nvPr/>
        </p:nvSpPr>
        <p:spPr bwMode="auto">
          <a:xfrm rot="10800000">
            <a:off x="1476032" y="1941268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836B001-3079-CCB7-EC7B-ECD2B0742EEB}"/>
              </a:ext>
            </a:extLst>
          </p:cNvPr>
          <p:cNvSpPr/>
          <p:nvPr/>
        </p:nvSpPr>
        <p:spPr bwMode="auto">
          <a:xfrm rot="10800000">
            <a:off x="1637595" y="2102688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DDE7FB71-FC09-1676-F7FC-15DBC70A8571}"/>
              </a:ext>
            </a:extLst>
          </p:cNvPr>
          <p:cNvSpPr txBox="1"/>
          <p:nvPr/>
        </p:nvSpPr>
        <p:spPr>
          <a:xfrm rot="2160000">
            <a:off x="3430636" y="125146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27169590-EF33-B056-1943-F8E721A0A15B}"/>
              </a:ext>
            </a:extLst>
          </p:cNvPr>
          <p:cNvSpPr/>
          <p:nvPr/>
        </p:nvSpPr>
        <p:spPr>
          <a:xfrm>
            <a:off x="1489153" y="1964538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A72BA706-C120-7608-2149-EFC3E016340E}"/>
              </a:ext>
            </a:extLst>
          </p:cNvPr>
          <p:cNvSpPr/>
          <p:nvPr/>
        </p:nvSpPr>
        <p:spPr>
          <a:xfrm rot="-8640000">
            <a:off x="2919163" y="2149217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1EB4500-F143-F796-51E5-BC72F86511A1}"/>
              </a:ext>
            </a:extLst>
          </p:cNvPr>
          <p:cNvSpPr/>
          <p:nvPr/>
        </p:nvSpPr>
        <p:spPr>
          <a:xfrm rot="-4320000">
            <a:off x="3391610" y="3702883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14BE4A1-0271-021F-B6A1-F9DF62742EA8}"/>
              </a:ext>
            </a:extLst>
          </p:cNvPr>
          <p:cNvSpPr/>
          <p:nvPr/>
        </p:nvSpPr>
        <p:spPr>
          <a:xfrm>
            <a:off x="2123345" y="460864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17F10DFD-3871-5723-1867-DC5DF65A46BA}"/>
              </a:ext>
            </a:extLst>
          </p:cNvPr>
          <p:cNvSpPr/>
          <p:nvPr/>
        </p:nvSpPr>
        <p:spPr>
          <a:xfrm rot="4320000">
            <a:off x="821219" y="3667511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723CB143-1805-7BF7-BFC8-276B5287119F}"/>
              </a:ext>
            </a:extLst>
          </p:cNvPr>
          <p:cNvSpPr/>
          <p:nvPr/>
        </p:nvSpPr>
        <p:spPr>
          <a:xfrm rot="8640000">
            <a:off x="1312832" y="2151553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3DD045C5-5735-C2AC-53CF-F36B87815AEF}"/>
              </a:ext>
            </a:extLst>
          </p:cNvPr>
          <p:cNvSpPr/>
          <p:nvPr/>
        </p:nvSpPr>
        <p:spPr>
          <a:xfrm>
            <a:off x="3168810" y="1777613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50DA4310-31F0-52CC-4A3A-88C4FDD9EA68}"/>
              </a:ext>
            </a:extLst>
          </p:cNvPr>
          <p:cNvSpPr/>
          <p:nvPr/>
        </p:nvSpPr>
        <p:spPr>
          <a:xfrm>
            <a:off x="3644142" y="3313516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B320CC1A-72CB-1F50-DEBB-E03A7E5E0EE6}"/>
              </a:ext>
            </a:extLst>
          </p:cNvPr>
          <p:cNvSpPr/>
          <p:nvPr/>
        </p:nvSpPr>
        <p:spPr>
          <a:xfrm>
            <a:off x="2435849" y="4161400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B2B7D4F2-3157-C65B-D0AA-588393CAB9CD}"/>
              </a:ext>
            </a:extLst>
          </p:cNvPr>
          <p:cNvSpPr/>
          <p:nvPr/>
        </p:nvSpPr>
        <p:spPr>
          <a:xfrm>
            <a:off x="1164416" y="3266263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8B14FA05-7205-9620-9BA8-04FCA2A2E71D}"/>
              </a:ext>
            </a:extLst>
          </p:cNvPr>
          <p:cNvSpPr/>
          <p:nvPr/>
        </p:nvSpPr>
        <p:spPr>
          <a:xfrm>
            <a:off x="1598124" y="1838893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4B8B177A-7305-5FD8-E0B5-33161BC0BCA6}"/>
              </a:ext>
            </a:extLst>
          </p:cNvPr>
          <p:cNvSpPr/>
          <p:nvPr/>
        </p:nvSpPr>
        <p:spPr>
          <a:xfrm>
            <a:off x="1558925" y="1940080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entágono regular 3">
            <a:extLst>
              <a:ext uri="{FF2B5EF4-FFF2-40B4-BE49-F238E27FC236}">
                <a16:creationId xmlns:a16="http://schemas.microsoft.com/office/drawing/2014/main" id="{3957A524-2103-5904-F961-163503694CCF}"/>
              </a:ext>
            </a:extLst>
          </p:cNvPr>
          <p:cNvSpPr/>
          <p:nvPr/>
        </p:nvSpPr>
        <p:spPr>
          <a:xfrm>
            <a:off x="1679174" y="2075602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012016-DB70-146F-1E97-9C525EC49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5953" y="2516313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7DFDB5DD-AD4C-C060-CCEA-903E8E464EC6}"/>
              </a:ext>
            </a:extLst>
          </p:cNvPr>
          <p:cNvSpPr/>
          <p:nvPr/>
        </p:nvSpPr>
        <p:spPr>
          <a:xfrm>
            <a:off x="3346666" y="1972916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C6B663F9-1F92-F36C-5477-CE94C96263FD}"/>
              </a:ext>
            </a:extLst>
          </p:cNvPr>
          <p:cNvSpPr txBox="1"/>
          <p:nvPr/>
        </p:nvSpPr>
        <p:spPr>
          <a:xfrm rot="6720000">
            <a:off x="4509669" y="3883669"/>
            <a:ext cx="123783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B346FF30-D73E-BA55-7061-BEF3C93E2710}"/>
              </a:ext>
            </a:extLst>
          </p:cNvPr>
          <p:cNvSpPr/>
          <p:nvPr/>
        </p:nvSpPr>
        <p:spPr>
          <a:xfrm>
            <a:off x="3821998" y="3508819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18A7FFBB-82B2-B0E0-558C-98F134CA6C1D}"/>
              </a:ext>
            </a:extLst>
          </p:cNvPr>
          <p:cNvSpPr/>
          <p:nvPr/>
        </p:nvSpPr>
        <p:spPr>
          <a:xfrm>
            <a:off x="2613705" y="4356703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FA517332-3616-818A-55F5-8FCC2F0E4EA4}"/>
              </a:ext>
            </a:extLst>
          </p:cNvPr>
          <p:cNvSpPr txBox="1"/>
          <p:nvPr/>
        </p:nvSpPr>
        <p:spPr>
          <a:xfrm rot="10800000">
            <a:off x="2247995" y="5304143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EE66DE65-DF08-4389-C677-2910D8458BCE}"/>
              </a:ext>
            </a:extLst>
          </p:cNvPr>
          <p:cNvSpPr/>
          <p:nvPr/>
        </p:nvSpPr>
        <p:spPr>
          <a:xfrm>
            <a:off x="1342272" y="3461566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3FE35347-23EC-6EF3-B420-FBC9D952053F}"/>
              </a:ext>
            </a:extLst>
          </p:cNvPr>
          <p:cNvSpPr txBox="1"/>
          <p:nvPr/>
        </p:nvSpPr>
        <p:spPr>
          <a:xfrm rot="-6720000">
            <a:off x="-119551" y="3827622"/>
            <a:ext cx="17091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Analytics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327CFD47-24D5-CA10-9C45-D44655A1B8BF}"/>
              </a:ext>
            </a:extLst>
          </p:cNvPr>
          <p:cNvSpPr/>
          <p:nvPr/>
        </p:nvSpPr>
        <p:spPr>
          <a:xfrm>
            <a:off x="1775980" y="2034196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908934AE-80DE-3DBA-F6A4-0CB93D9F5580}"/>
              </a:ext>
            </a:extLst>
          </p:cNvPr>
          <p:cNvSpPr txBox="1"/>
          <p:nvPr/>
        </p:nvSpPr>
        <p:spPr>
          <a:xfrm rot="-2160000">
            <a:off x="815953" y="1237706"/>
            <a:ext cx="153599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Cost-aware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5A4D148E-7D1F-2C91-D6B4-C7BEE072C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4859" y="3644048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60098698-3C17-37C0-8679-B6D16B2D2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2709423" y="4467874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99750859-2AA6-4E9F-0D84-ECBD0D370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720000">
            <a:off x="3965404" y="3636010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3E47F85F-86EC-3E1C-0AF8-52CE9F2B08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60000">
            <a:off x="3455438" y="2082847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3976FBF7-F6B4-498D-D776-1562D25B6ED3}"/>
              </a:ext>
            </a:extLst>
          </p:cNvPr>
          <p:cNvGrpSpPr/>
          <p:nvPr/>
        </p:nvGrpSpPr>
        <p:grpSpPr>
          <a:xfrm>
            <a:off x="1930340" y="2011795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6A11919E-19BD-198F-3A7C-67D7A3BF32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CD640148-BF03-9D71-A2F8-7E42D53D3782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9134D493-E387-4588-5C4A-F63016C9CEA3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28BC1B6B-715A-2984-AB9A-5B912D10166B}"/>
              </a:ext>
            </a:extLst>
          </p:cNvPr>
          <p:cNvGrpSpPr/>
          <p:nvPr/>
        </p:nvGrpSpPr>
        <p:grpSpPr>
          <a:xfrm>
            <a:off x="5936495" y="624553"/>
            <a:ext cx="6084044" cy="5318160"/>
            <a:chOff x="5962620" y="894518"/>
            <a:chExt cx="6084044" cy="5318160"/>
          </a:xfrm>
        </p:grpSpPr>
        <p:sp>
          <p:nvSpPr>
            <p:cNvPr id="50" name="Rectángulo redondeado 49">
              <a:extLst>
                <a:ext uri="{FF2B5EF4-FFF2-40B4-BE49-F238E27FC236}">
                  <a16:creationId xmlns:a16="http://schemas.microsoft.com/office/drawing/2014/main" id="{5765BD45-8548-285B-5577-B24DCC4A31D9}"/>
                </a:ext>
              </a:extLst>
            </p:cNvPr>
            <p:cNvSpPr/>
            <p:nvPr/>
          </p:nvSpPr>
          <p:spPr>
            <a:xfrm>
              <a:off x="7831162" y="2245197"/>
              <a:ext cx="2346960" cy="576421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dirty="0">
                  <a:solidFill>
                    <a:schemeClr val="tx1"/>
                  </a:solidFill>
                </a:rPr>
                <a:t>MCP SERVER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01C90C8F-2825-650F-23B2-84758D7C967B}"/>
                </a:ext>
              </a:extLst>
            </p:cNvPr>
            <p:cNvSpPr/>
            <p:nvPr/>
          </p:nvSpPr>
          <p:spPr>
            <a:xfrm>
              <a:off x="7429385" y="3710018"/>
              <a:ext cx="3348018" cy="154707"/>
            </a:xfrm>
            <a:prstGeom prst="rect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2" name="Flecha abajo 51">
              <a:extLst>
                <a:ext uri="{FF2B5EF4-FFF2-40B4-BE49-F238E27FC236}">
                  <a16:creationId xmlns:a16="http://schemas.microsoft.com/office/drawing/2014/main" id="{2933EC38-4098-2829-26C0-13F7416B509C}"/>
                </a:ext>
              </a:extLst>
            </p:cNvPr>
            <p:cNvSpPr/>
            <p:nvPr/>
          </p:nvSpPr>
          <p:spPr>
            <a:xfrm rot="10800000">
              <a:off x="8898734" y="2821615"/>
              <a:ext cx="304800" cy="950790"/>
            </a:xfrm>
            <a:prstGeom prst="downArrow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3" name="Flecha abajo 52">
              <a:extLst>
                <a:ext uri="{FF2B5EF4-FFF2-40B4-BE49-F238E27FC236}">
                  <a16:creationId xmlns:a16="http://schemas.microsoft.com/office/drawing/2014/main" id="{422D4296-BF98-0530-3EF8-54D0642073C2}"/>
                </a:ext>
              </a:extLst>
            </p:cNvPr>
            <p:cNvSpPr/>
            <p:nvPr/>
          </p:nvSpPr>
          <p:spPr>
            <a:xfrm>
              <a:off x="7351204" y="3772406"/>
              <a:ext cx="304800" cy="806531"/>
            </a:xfrm>
            <a:prstGeom prst="downArrow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4" name="Flecha abajo 53">
              <a:extLst>
                <a:ext uri="{FF2B5EF4-FFF2-40B4-BE49-F238E27FC236}">
                  <a16:creationId xmlns:a16="http://schemas.microsoft.com/office/drawing/2014/main" id="{92D6CA08-1FEC-0098-319D-A36411C6E0A5}"/>
                </a:ext>
              </a:extLst>
            </p:cNvPr>
            <p:cNvSpPr/>
            <p:nvPr/>
          </p:nvSpPr>
          <p:spPr>
            <a:xfrm>
              <a:off x="10548252" y="3772406"/>
              <a:ext cx="304800" cy="767180"/>
            </a:xfrm>
            <a:prstGeom prst="downArrow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DA75629-BD37-3FCD-DE0C-7E06EDAF8C0E}"/>
                </a:ext>
              </a:extLst>
            </p:cNvPr>
            <p:cNvSpPr/>
            <p:nvPr/>
          </p:nvSpPr>
          <p:spPr>
            <a:xfrm>
              <a:off x="10502456" y="3756021"/>
              <a:ext cx="267963" cy="116609"/>
            </a:xfrm>
            <a:prstGeom prst="rect">
              <a:avLst/>
            </a:prstGeom>
            <a:solidFill>
              <a:srgbClr val="FFE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F88721C1-B2F2-D059-C564-B1273849B42A}"/>
                </a:ext>
              </a:extLst>
            </p:cNvPr>
            <p:cNvSpPr/>
            <p:nvPr/>
          </p:nvSpPr>
          <p:spPr>
            <a:xfrm>
              <a:off x="7448097" y="3754827"/>
              <a:ext cx="267963" cy="116609"/>
            </a:xfrm>
            <a:prstGeom prst="rect">
              <a:avLst/>
            </a:prstGeom>
            <a:solidFill>
              <a:srgbClr val="FFE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ADEE3EAF-8573-5576-6C60-1A759B7C18A6}"/>
                </a:ext>
              </a:extLst>
            </p:cNvPr>
            <p:cNvSpPr/>
            <p:nvPr/>
          </p:nvSpPr>
          <p:spPr>
            <a:xfrm>
              <a:off x="8917622" y="3717954"/>
              <a:ext cx="267963" cy="116609"/>
            </a:xfrm>
            <a:prstGeom prst="rect">
              <a:avLst/>
            </a:prstGeom>
            <a:solidFill>
              <a:srgbClr val="FFE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FB7CABC7-9B4B-94EC-8869-0F2C50CCC3C0}"/>
                </a:ext>
              </a:extLst>
            </p:cNvPr>
            <p:cNvGrpSpPr/>
            <p:nvPr/>
          </p:nvGrpSpPr>
          <p:grpSpPr>
            <a:xfrm>
              <a:off x="6343620" y="4572611"/>
              <a:ext cx="5476240" cy="1215875"/>
              <a:chOff x="685674" y="3803846"/>
              <a:chExt cx="5476240" cy="1215875"/>
            </a:xfrm>
          </p:grpSpPr>
          <p:sp>
            <p:nvSpPr>
              <p:cNvPr id="60" name="Rectángulo redondeado 59">
                <a:extLst>
                  <a:ext uri="{FF2B5EF4-FFF2-40B4-BE49-F238E27FC236}">
                    <a16:creationId xmlns:a16="http://schemas.microsoft.com/office/drawing/2014/main" id="{55F3547E-2E1C-74E2-70D9-232BAFA7BF01}"/>
                  </a:ext>
                </a:extLst>
              </p:cNvPr>
              <p:cNvSpPr/>
              <p:nvPr/>
            </p:nvSpPr>
            <p:spPr>
              <a:xfrm>
                <a:off x="3814954" y="3803846"/>
                <a:ext cx="2346960" cy="1205034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807FF327-538E-128F-B9F8-747F6E6AE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34379" y="4135120"/>
                <a:ext cx="1908109" cy="564168"/>
              </a:xfrm>
              <a:prstGeom prst="rect">
                <a:avLst/>
              </a:prstGeom>
            </p:spPr>
          </p:pic>
          <p:sp>
            <p:nvSpPr>
              <p:cNvPr id="62" name="Rectángulo redondeado 61">
                <a:extLst>
                  <a:ext uri="{FF2B5EF4-FFF2-40B4-BE49-F238E27FC236}">
                    <a16:creationId xmlns:a16="http://schemas.microsoft.com/office/drawing/2014/main" id="{DB743DB7-B434-17BC-0AAF-E5CC7677E919}"/>
                  </a:ext>
                </a:extLst>
              </p:cNvPr>
              <p:cNvSpPr/>
              <p:nvPr/>
            </p:nvSpPr>
            <p:spPr>
              <a:xfrm>
                <a:off x="685674" y="3814687"/>
                <a:ext cx="2346960" cy="1205034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3" name="Imagen 62">
                <a:extLst>
                  <a:ext uri="{FF2B5EF4-FFF2-40B4-BE49-F238E27FC236}">
                    <a16:creationId xmlns:a16="http://schemas.microsoft.com/office/drawing/2014/main" id="{5B3F6B95-1976-8A55-150E-63D9AC8ACE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6063" y="3952347"/>
                <a:ext cx="1279189" cy="925199"/>
              </a:xfrm>
              <a:prstGeom prst="rect">
                <a:avLst/>
              </a:prstGeom>
            </p:spPr>
          </p:pic>
        </p:grpSp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5FAB836-D531-5E65-6F53-68035697DAB5}"/>
                </a:ext>
              </a:extLst>
            </p:cNvPr>
            <p:cNvGrpSpPr/>
            <p:nvPr/>
          </p:nvGrpSpPr>
          <p:grpSpPr>
            <a:xfrm>
              <a:off x="5962620" y="894518"/>
              <a:ext cx="6084044" cy="5318160"/>
              <a:chOff x="5962620" y="894518"/>
              <a:chExt cx="6084044" cy="5318160"/>
            </a:xfrm>
          </p:grpSpPr>
          <p:sp>
            <p:nvSpPr>
              <p:cNvPr id="47" name="Rectángulo redondeado 46">
                <a:extLst>
                  <a:ext uri="{FF2B5EF4-FFF2-40B4-BE49-F238E27FC236}">
                    <a16:creationId xmlns:a16="http://schemas.microsoft.com/office/drawing/2014/main" id="{2414ECE1-F488-47D1-D668-CD0B32596377}"/>
                  </a:ext>
                </a:extLst>
              </p:cNvPr>
              <p:cNvSpPr/>
              <p:nvPr/>
            </p:nvSpPr>
            <p:spPr>
              <a:xfrm>
                <a:off x="5962620" y="1782918"/>
                <a:ext cx="6084044" cy="4429760"/>
              </a:xfrm>
              <a:prstGeom prst="roundRect">
                <a:avLst>
                  <a:gd name="adj" fmla="val 4529"/>
                </a:avLst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21" name="Imagen 20">
                <a:extLst>
                  <a:ext uri="{FF2B5EF4-FFF2-40B4-BE49-F238E27FC236}">
                    <a16:creationId xmlns:a16="http://schemas.microsoft.com/office/drawing/2014/main" id="{8B14DBAC-71B7-6CFC-A91F-4BB37D064E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78245" y="894518"/>
                <a:ext cx="2652793" cy="766089"/>
              </a:xfrm>
              <a:prstGeom prst="rect">
                <a:avLst/>
              </a:prstGeom>
            </p:spPr>
          </p:pic>
        </p:grpSp>
      </p:grpSp>
      <p:sp>
        <p:nvSpPr>
          <p:cNvPr id="68" name="CuadroTexto 67">
            <a:extLst>
              <a:ext uri="{FF2B5EF4-FFF2-40B4-BE49-F238E27FC236}">
                <a16:creationId xmlns:a16="http://schemas.microsoft.com/office/drawing/2014/main" id="{4A465E91-71CA-8A91-F19B-199BF6AC9913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95860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