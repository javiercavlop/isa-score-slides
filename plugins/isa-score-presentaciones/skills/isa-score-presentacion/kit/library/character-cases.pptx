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media/image1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2" r:id="rId4"/>
    <p:sldMasterId id="2147483741" r:id="rId11"/>
  </p:sldMasterIdLst>
  <p:notesMasterIdLst>
    <p:notesMasterId r:id="rId54"/>
  </p:notesMasterIdLst>
  <p:sldIdLst>
    <p:sldId id="256" r:id="rId12"/>
    <p:sldId id="257" r:id="rId13"/>
    <p:sldId id="258" r:id="rId14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HARVEY" id="{69C2311D-418E-054C-8B44-695FFBE02399}">
          <p14:sldIdLst>
            <p14:sldId id="1068"/>
            <p14:sldId id="1443"/>
            <p14:sldId id="1514"/>
            <p14:sldId id="1510"/>
            <p14:sldId id="1512"/>
            <p14:sldId id="1471"/>
            <p14:sldId id="1472"/>
            <p14:sldId id="1473"/>
            <p14:sldId id="1474"/>
            <p14:sldId id="1475"/>
            <p14:sldId id="1476"/>
            <p14:sldId id="1477"/>
            <p14:sldId id="1280"/>
            <p14:sldId id="1470"/>
            <p14:sldId id="1496"/>
            <p14:sldId id="1498"/>
            <p14:sldId id="1497"/>
            <p14:sldId id="1500"/>
            <p14:sldId id="1469"/>
            <p14:sldId id="1502"/>
            <p14:sldId id="1463"/>
            <p14:sldId id="1464"/>
            <p14:sldId id="1358"/>
            <p14:sldId id="1366"/>
            <p14:sldId id="1489"/>
            <p14:sldId id="1490"/>
            <p14:sldId id="1491"/>
            <p14:sldId id="1492"/>
            <p14:sldId id="1493"/>
            <p14:sldId id="1494"/>
            <p14:sldId id="1495"/>
            <p14:sldId id="1503"/>
            <p14:sldId id="1466"/>
            <p14:sldId id="1509"/>
            <p14:sldId id="1505"/>
            <p14:sldId id="1478"/>
            <p14:sldId id="1506"/>
            <p14:sldId id="1508"/>
            <p14:sldId id="1507"/>
            <p14:sldId id="1277"/>
            <p14:sldId id="1486"/>
            <p14:sldId id="1487"/>
            <p14:sldId id="1480"/>
            <p14:sldId id="1281"/>
            <p14:sldId id="1282"/>
            <p14:sldId id="1485"/>
            <p14:sldId id="1488"/>
            <p14:sldId id="1513"/>
            <p14:sldId id="123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NUEL RESINAS ARIAS DE REYNA" initials="MRADR" lastIdx="13" clrIdx="0">
    <p:extLst>
      <p:ext uri="{19B8F6BF-5375-455C-9EA6-DF929625EA0E}">
        <p15:presenceInfo xmlns:p15="http://schemas.microsoft.com/office/powerpoint/2012/main" userId="S::resinas@us.es::03212896-fb2f-4e95-9dcf-71df1a9d8c3f" providerId="AD"/>
      </p:ext>
    </p:extLst>
  </p:cmAuthor>
  <p:cmAuthor id="2" name="MARIA SALAS URBANO" initials="MSU" lastIdx="3" clrIdx="1">
    <p:extLst>
      <p:ext uri="{19B8F6BF-5375-455C-9EA6-DF929625EA0E}">
        <p15:presenceInfo xmlns:p15="http://schemas.microsoft.com/office/powerpoint/2012/main" userId="MARIA SALAS URBANO" providerId="None"/>
      </p:ext>
    </p:extLst>
  </p:cmAuthor>
  <p:cmAuthor id="3" name="CRISTINA CABANILLAS MACIAS" initials="CCM" lastIdx="1" clrIdx="2">
    <p:extLst>
      <p:ext uri="{19B8F6BF-5375-455C-9EA6-DF929625EA0E}">
        <p15:presenceInfo xmlns:p15="http://schemas.microsoft.com/office/powerpoint/2012/main" userId="S::cristinacabanillas@us.es::4532e087-6711-4360-a25b-0477b7cdd7fc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B1B3F"/>
    <a:srgbClr val="000000"/>
    <a:srgbClr val="9DD8E9"/>
    <a:srgbClr val="31859C"/>
    <a:srgbClr val="FFC68C"/>
    <a:srgbClr val="FFEEA3"/>
    <a:srgbClr val="68A5AB"/>
    <a:srgbClr val="DEBCDA"/>
    <a:srgbClr val="87999C"/>
    <a:srgbClr val="FF9D9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767"/>
    <p:restoredTop sz="89066" autoAdjust="0"/>
  </p:normalViewPr>
  <p:slideViewPr>
    <p:cSldViewPr snapToGrid="0">
      <p:cViewPr varScale="1">
        <p:scale>
          <a:sx n="139" d="100"/>
          <a:sy n="139" d="100"/>
        </p:scale>
        <p:origin x="200" y="35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1" Type="http://schemas.openxmlformats.org/officeDocument/2006/relationships/slideMaster" Target="slideMasters/slideMaster2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54" Type="http://schemas.openxmlformats.org/officeDocument/2006/relationships/notesMaster" Target="notesMasters/notesMaster1.xml"/><Relationship Id="rId55" Type="http://schemas.openxmlformats.org/officeDocument/2006/relationships/commentAuthors" Target="commentAuthors.xml"/><Relationship Id="rId56" Type="http://schemas.openxmlformats.org/officeDocument/2006/relationships/presProps" Target="presProps.xml"/><Relationship Id="rId57" Type="http://schemas.openxmlformats.org/officeDocument/2006/relationships/viewProps" Target="viewProps.xml"/><Relationship Id="rId58" Type="http://schemas.openxmlformats.org/officeDocument/2006/relationships/theme" Target="theme/theme1.xml"/><Relationship Id="rId5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7E1B5A-6D1D-4424-B231-BA9578D043E9}" type="datetimeFigureOut">
              <a:rPr lang="es-ES" smtClean="0"/>
              <a:t>10/6/26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DB20BF-CB95-4761-9F17-69DD67B5745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952900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eg"/><Relationship Id="rId3" Type="http://schemas.openxmlformats.org/officeDocument/2006/relationships/image" Target="../media/image1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118" y="1487532"/>
            <a:ext cx="12189884" cy="1548172"/>
          </a:xfrm>
          <a:solidFill>
            <a:srgbClr val="7E0029"/>
          </a:solidFill>
        </p:spPr>
        <p:txBody>
          <a:bodyPr/>
          <a:lstStyle>
            <a:lvl1pPr>
              <a:defRPr sz="3200" cap="none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118" y="3897512"/>
            <a:ext cx="12189884" cy="74712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</a:p>
        </p:txBody>
      </p:sp>
      <p:pic>
        <p:nvPicPr>
          <p:cNvPr id="5" name="8 Imagen" descr="logoisa_isa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87357" y="188640"/>
            <a:ext cx="2048127" cy="837396"/>
          </a:xfrm>
          <a:prstGeom prst="rect">
            <a:avLst/>
          </a:prstGeom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435713" y="-1"/>
            <a:ext cx="1536481" cy="11800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Marcador de texto 14"/>
          <p:cNvSpPr>
            <a:spLocks noGrp="1"/>
          </p:cNvSpPr>
          <p:nvPr>
            <p:ph type="body" sz="quarter" idx="10"/>
          </p:nvPr>
        </p:nvSpPr>
        <p:spPr>
          <a:xfrm>
            <a:off x="2118" y="6001700"/>
            <a:ext cx="12189884" cy="560387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82747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AFCF6-EFA1-9446-8881-BC6657C215F2}" type="datetime1">
              <a:rPr lang="es-ES" smtClean="0"/>
              <a:t>10/6/26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038806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ulo y imagen gra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0" y="997765"/>
            <a:ext cx="12192000" cy="586023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61388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6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4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2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09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27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4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DBD8D-0E47-C747-9A57-FEF8A3D0819A}" type="datetime1">
              <a:rPr lang="es-ES" smtClean="0"/>
              <a:t>10/6/26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9998800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677D6-0971-FA40-A670-383B7DB29D60}" type="datetime1">
              <a:rPr lang="es-ES" smtClean="0"/>
              <a:t>10/6/26</a:t>
            </a:fld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558079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 arriba y abaj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09600" y="947340"/>
            <a:ext cx="10972800" cy="285112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09600" y="3798462"/>
            <a:ext cx="10972800" cy="29438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69485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09600" y="1535114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4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1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93369" y="1535114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4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1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C0E6A-D9EE-0441-88E9-DAF705FD65AB}" type="datetime1">
              <a:rPr lang="es-ES" smtClean="0"/>
              <a:t>10/6/26</a:t>
            </a:fld>
            <a:endParaRPr lang="en-GB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616243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133047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2558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2" indent="0">
              <a:buNone/>
              <a:defRPr sz="2800"/>
            </a:lvl2pPr>
            <a:lvl3pPr marL="914364" indent="0">
              <a:buNone/>
              <a:defRPr sz="2400"/>
            </a:lvl3pPr>
            <a:lvl4pPr marL="1371545" indent="0">
              <a:buNone/>
              <a:defRPr sz="2000"/>
            </a:lvl4pPr>
            <a:lvl5pPr marL="1828727" indent="0">
              <a:buNone/>
              <a:defRPr sz="2000"/>
            </a:lvl5pPr>
            <a:lvl6pPr marL="2285909" indent="0">
              <a:buNone/>
              <a:defRPr sz="2000"/>
            </a:lvl6pPr>
            <a:lvl7pPr marL="2743091" indent="0">
              <a:buNone/>
              <a:defRPr sz="2000"/>
            </a:lvl7pPr>
            <a:lvl8pPr marL="3200272" indent="0">
              <a:buNone/>
              <a:defRPr sz="2000"/>
            </a:lvl8pPr>
            <a:lvl9pPr marL="3657454" indent="0">
              <a:buNone/>
              <a:defRPr sz="2000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82" indent="0">
              <a:buNone/>
              <a:defRPr sz="1200"/>
            </a:lvl2pPr>
            <a:lvl3pPr marL="914364" indent="0">
              <a:buNone/>
              <a:defRPr sz="1000"/>
            </a:lvl3pPr>
            <a:lvl4pPr marL="1371545" indent="0">
              <a:buNone/>
              <a:defRPr sz="900"/>
            </a:lvl4pPr>
            <a:lvl5pPr marL="1828727" indent="0">
              <a:buNone/>
              <a:defRPr sz="900"/>
            </a:lvl5pPr>
            <a:lvl6pPr marL="2285909" indent="0">
              <a:buNone/>
              <a:defRPr sz="900"/>
            </a:lvl6pPr>
            <a:lvl7pPr marL="2743091" indent="0">
              <a:buNone/>
              <a:defRPr sz="900"/>
            </a:lvl7pPr>
            <a:lvl8pPr marL="3200272" indent="0">
              <a:buNone/>
              <a:defRPr sz="900"/>
            </a:lvl8pPr>
            <a:lvl9pPr marL="3657454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83E56-88EC-654C-B949-97EB307B43C5}" type="datetime1">
              <a:rPr lang="es-ES" smtClean="0"/>
              <a:t>10/6/26</a:t>
            </a:fld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5703711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ent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31371" y="1729497"/>
            <a:ext cx="11106189" cy="3355688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Clr>
                <a:srgbClr val="A8003B"/>
              </a:buClr>
              <a:buFont typeface="Arial" pitchFamily="34" charset="0"/>
              <a:buNone/>
              <a:defRPr sz="36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1pPr>
            <a:lvl2pPr marL="457182" indent="0" algn="ctr">
              <a:buClr>
                <a:srgbClr val="A8003B"/>
              </a:buClr>
              <a:buFont typeface="Arial" pitchFamily="34" charset="0"/>
              <a:buNone/>
              <a:defRPr sz="32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2pPr>
            <a:lvl3pPr marL="914364" indent="0" algn="ctr">
              <a:buClr>
                <a:srgbClr val="A8003B"/>
              </a:buClr>
              <a:buNone/>
              <a:defRPr sz="28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3pPr>
            <a:lvl4pPr marL="1371545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4pPr>
            <a:lvl5pPr marL="1828727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848596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ral con 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31371" y="1729497"/>
            <a:ext cx="11106189" cy="3355688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Clr>
                <a:srgbClr val="A8003B"/>
              </a:buClr>
              <a:buFont typeface="Arial" pitchFamily="34" charset="0"/>
              <a:buNone/>
              <a:defRPr sz="36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1pPr>
            <a:lvl2pPr marL="457182" indent="0" algn="ctr">
              <a:buClr>
                <a:srgbClr val="A8003B"/>
              </a:buClr>
              <a:buFont typeface="Arial" pitchFamily="34" charset="0"/>
              <a:buNone/>
              <a:defRPr sz="32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2pPr>
            <a:lvl3pPr marL="914364" indent="0" algn="ctr">
              <a:buClr>
                <a:srgbClr val="A8003B"/>
              </a:buClr>
              <a:buNone/>
              <a:defRPr sz="28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3pPr>
            <a:lvl4pPr marL="1371545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4pPr>
            <a:lvl5pPr marL="1828727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021013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lo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contenido 6"/>
          <p:cNvSpPr>
            <a:spLocks noGrp="1"/>
          </p:cNvSpPr>
          <p:nvPr>
            <p:ph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975799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grande con 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contenido 6"/>
          <p:cNvSpPr>
            <a:spLocks noGrp="1"/>
          </p:cNvSpPr>
          <p:nvPr>
            <p:ph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4433643"/>
            <a:ext cx="12192000" cy="1580728"/>
          </a:xfrm>
          <a:solidFill>
            <a:schemeClr val="tx1">
              <a:alpha val="34000"/>
            </a:schemeClr>
          </a:solidFill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146570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476211" y="274638"/>
            <a:ext cx="11430080" cy="43971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algn="ctr">
              <a:defRPr sz="2600" b="1" i="0" spc="-80" baseline="0">
                <a:solidFill>
                  <a:srgbClr val="A8003B"/>
                </a:solidFill>
                <a:latin typeface="Arial Narrow" pitchFamily="34" charset="0"/>
                <a:cs typeface="Times New Roman" pitchFamily="18" charset="0"/>
              </a:defRPr>
            </a:lvl1pPr>
          </a:lstStyle>
          <a:p>
            <a:r>
              <a:rPr lang="en-GB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341133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ítulo y objetos encima del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24417" y="152400"/>
            <a:ext cx="10752667" cy="762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24419" y="1196975"/>
            <a:ext cx="10754783" cy="25161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24419" y="3865564"/>
            <a:ext cx="10754783" cy="25161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232135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4628446" y="1544637"/>
            <a:ext cx="7127052" cy="2321807"/>
          </a:xfrm>
          <a:noFill/>
        </p:spPr>
        <p:txBody>
          <a:bodyPr/>
          <a:lstStyle>
            <a:lvl1pPr>
              <a:defRPr sz="4000" cap="none">
                <a:solidFill>
                  <a:schemeClr val="tx2"/>
                </a:solidFill>
              </a:defRPr>
            </a:lvl1pPr>
          </a:lstStyle>
          <a:p>
            <a:r>
              <a:rPr lang="es-ES_tradnl"/>
              <a:t>Clic para editar título</a:t>
            </a:r>
            <a:endParaRPr lang="en-GB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628446" y="4069645"/>
            <a:ext cx="7127052" cy="1752600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Haga clic para modificar el estilo de subtítulo del patrón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76368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476211" y="274638"/>
            <a:ext cx="11430080" cy="43971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algn="ctr">
              <a:defRPr sz="2600" b="1" i="0" spc="-80" baseline="0">
                <a:solidFill>
                  <a:srgbClr val="A8003B"/>
                </a:solidFill>
                <a:latin typeface="Arial Narrow" pitchFamily="34" charset="0"/>
                <a:cs typeface="Times New Roman" pitchFamily="18" charset="0"/>
              </a:defRPr>
            </a:lvl1pPr>
          </a:lstStyle>
          <a:p>
            <a:r>
              <a:rPr lang="en-GB" noProof="0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372899541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29" descr="http://ftp.us.es/ftp/pub/Logos/marca-dos-tintas_300.gif"/>
          <p:cNvSpPr>
            <a:spLocks noChangeAspect="1" noChangeArrowheads="1"/>
          </p:cNvSpPr>
          <p:nvPr userDrawn="1"/>
        </p:nvSpPr>
        <p:spPr bwMode="auto">
          <a:xfrm>
            <a:off x="5545667" y="5645150"/>
            <a:ext cx="406400" cy="304800"/>
          </a:xfrm>
          <a:prstGeom prst="rect">
            <a:avLst/>
          </a:prstGeom>
          <a:noFill/>
        </p:spPr>
        <p:txBody>
          <a:bodyPr/>
          <a:lstStyle/>
          <a:p>
            <a:endParaRPr lang="es-ES" sz="1620"/>
          </a:p>
        </p:txBody>
      </p:sp>
    </p:spTree>
    <p:extLst>
      <p:ext uri="{BB962C8B-B14F-4D97-AF65-F5344CB8AC3E}">
        <p14:creationId xmlns:p14="http://schemas.microsoft.com/office/powerpoint/2010/main" val="128714681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1330471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lo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contenido 6"/>
          <p:cNvSpPr>
            <a:spLocks noGrp="1"/>
          </p:cNvSpPr>
          <p:nvPr>
            <p:ph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9757997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476211" y="274638"/>
            <a:ext cx="11430080" cy="43971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algn="ctr">
              <a:defRPr sz="2600" b="1" i="0" spc="-80" baseline="0">
                <a:solidFill>
                  <a:srgbClr val="A8003B"/>
                </a:solidFill>
                <a:latin typeface="Arial Narrow" pitchFamily="34" charset="0"/>
                <a:cs typeface="Times New Roman" pitchFamily="18" charset="0"/>
              </a:defRPr>
            </a:lvl1pPr>
          </a:lstStyle>
          <a:p>
            <a:r>
              <a:rPr lang="en-GB" noProof="0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372899541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ulo y imagen gra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0" y="997765"/>
            <a:ext cx="12192000" cy="586023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6138862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09600" y="1535114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4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1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93369" y="1535114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4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1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C0E6A-D9EE-0441-88E9-DAF705FD65AB}" type="datetime1">
              <a:rPr lang="es-ES" smtClean="0"/>
              <a:t>16/6/25</a:t>
            </a:fld>
            <a:endParaRPr lang="en-GB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6162436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ral con 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31371" y="1729497"/>
            <a:ext cx="11106189" cy="3355688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Clr>
                <a:srgbClr val="A8003B"/>
              </a:buClr>
              <a:buFont typeface="Arial" pitchFamily="34" charset="0"/>
              <a:buNone/>
              <a:defRPr sz="36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1pPr>
            <a:lvl2pPr marL="457182" indent="0" algn="ctr">
              <a:buClr>
                <a:srgbClr val="A8003B"/>
              </a:buClr>
              <a:buFont typeface="Arial" pitchFamily="34" charset="0"/>
              <a:buNone/>
              <a:defRPr sz="32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2pPr>
            <a:lvl3pPr marL="914364" indent="0" algn="ctr">
              <a:buClr>
                <a:srgbClr val="A8003B"/>
              </a:buClr>
              <a:buNone/>
              <a:defRPr sz="28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3pPr>
            <a:lvl4pPr marL="1371545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4pPr>
            <a:lvl5pPr marL="1828727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0210134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4628446" y="1544637"/>
            <a:ext cx="7127052" cy="2321807"/>
          </a:xfrm>
          <a:noFill/>
        </p:spPr>
        <p:txBody>
          <a:bodyPr/>
          <a:lstStyle>
            <a:lvl1pPr>
              <a:defRPr sz="4000" cap="none">
                <a:solidFill>
                  <a:schemeClr val="tx2"/>
                </a:solidFill>
              </a:defRPr>
            </a:lvl1pPr>
          </a:lstStyle>
          <a:p>
            <a:r>
              <a:rPr lang="es-ES_tradnl"/>
              <a:t>Clic para editar título</a:t>
            </a:r>
            <a:endParaRPr lang="en-GB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628446" y="4069645"/>
            <a:ext cx="7127052" cy="1752600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Haga clic para modificar el estilo de subtítulo del patrón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763683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AFCF6-EFA1-9446-8881-BC6657C215F2}" type="datetime1">
              <a:rPr lang="es-ES" smtClean="0"/>
              <a:t>16/6/25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03880639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ítulo y objetos encima del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24417" y="152400"/>
            <a:ext cx="10752667" cy="762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24419" y="1196975"/>
            <a:ext cx="10754783" cy="25161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24419" y="3865564"/>
            <a:ext cx="10754783" cy="25161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2321358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118" y="1487532"/>
            <a:ext cx="12189884" cy="1548172"/>
          </a:xfrm>
          <a:solidFill>
            <a:srgbClr val="7E0029"/>
          </a:solidFill>
        </p:spPr>
        <p:txBody>
          <a:bodyPr/>
          <a:lstStyle>
            <a:lvl1pPr>
              <a:defRPr sz="3200" cap="none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118" y="3897512"/>
            <a:ext cx="12189884" cy="74712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</a:p>
        </p:txBody>
      </p:sp>
      <p:pic>
        <p:nvPicPr>
          <p:cNvPr id="5" name="8 Imagen" descr="logoisa_isa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87357" y="188640"/>
            <a:ext cx="2048127" cy="837396"/>
          </a:xfrm>
          <a:prstGeom prst="rect">
            <a:avLst/>
          </a:prstGeom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435713" y="-1"/>
            <a:ext cx="1536481" cy="11800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Marcador de texto 14"/>
          <p:cNvSpPr>
            <a:spLocks noGrp="1"/>
          </p:cNvSpPr>
          <p:nvPr>
            <p:ph type="body" sz="quarter" idx="10"/>
          </p:nvPr>
        </p:nvSpPr>
        <p:spPr>
          <a:xfrm>
            <a:off x="2118" y="6001700"/>
            <a:ext cx="12189884" cy="560387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8274784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 arriba y abaj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09600" y="947340"/>
            <a:ext cx="10972800" cy="285112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09600" y="3798462"/>
            <a:ext cx="10972800" cy="29438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6948564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ent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31371" y="1729497"/>
            <a:ext cx="11106189" cy="3355688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Clr>
                <a:srgbClr val="A8003B"/>
              </a:buClr>
              <a:buFont typeface="Arial" pitchFamily="34" charset="0"/>
              <a:buNone/>
              <a:defRPr sz="36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1pPr>
            <a:lvl2pPr marL="457182" indent="0" algn="ctr">
              <a:buClr>
                <a:srgbClr val="A8003B"/>
              </a:buClr>
              <a:buFont typeface="Arial" pitchFamily="34" charset="0"/>
              <a:buNone/>
              <a:defRPr sz="32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2pPr>
            <a:lvl3pPr marL="914364" indent="0" algn="ctr">
              <a:buClr>
                <a:srgbClr val="A8003B"/>
              </a:buClr>
              <a:buNone/>
              <a:defRPr sz="28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3pPr>
            <a:lvl4pPr marL="1371545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4pPr>
            <a:lvl5pPr marL="1828727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8485966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677D6-0971-FA40-A670-383B7DB29D60}" type="datetime1">
              <a:rPr lang="es-ES" smtClean="0"/>
              <a:t>16/6/25</a:t>
            </a:fld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55807930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476211" y="274638"/>
            <a:ext cx="11430080" cy="43971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algn="ctr">
              <a:defRPr sz="2600" b="1" i="0" spc="-80" baseline="0">
                <a:solidFill>
                  <a:srgbClr val="A8003B"/>
                </a:solidFill>
                <a:latin typeface="Arial Narrow" pitchFamily="34" charset="0"/>
                <a:cs typeface="Times New Roman" pitchFamily="18" charset="0"/>
              </a:defRPr>
            </a:lvl1pPr>
          </a:lstStyle>
          <a:p>
            <a:r>
              <a:rPr lang="en-GB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3411339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2" indent="0">
              <a:buNone/>
              <a:defRPr sz="2800"/>
            </a:lvl2pPr>
            <a:lvl3pPr marL="914364" indent="0">
              <a:buNone/>
              <a:defRPr sz="2400"/>
            </a:lvl3pPr>
            <a:lvl4pPr marL="1371545" indent="0">
              <a:buNone/>
              <a:defRPr sz="2000"/>
            </a:lvl4pPr>
            <a:lvl5pPr marL="1828727" indent="0">
              <a:buNone/>
              <a:defRPr sz="2000"/>
            </a:lvl5pPr>
            <a:lvl6pPr marL="2285909" indent="0">
              <a:buNone/>
              <a:defRPr sz="2000"/>
            </a:lvl6pPr>
            <a:lvl7pPr marL="2743091" indent="0">
              <a:buNone/>
              <a:defRPr sz="2000"/>
            </a:lvl7pPr>
            <a:lvl8pPr marL="3200272" indent="0">
              <a:buNone/>
              <a:defRPr sz="2000"/>
            </a:lvl8pPr>
            <a:lvl9pPr marL="3657454" indent="0">
              <a:buNone/>
              <a:defRPr sz="2000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82" indent="0">
              <a:buNone/>
              <a:defRPr sz="1200"/>
            </a:lvl2pPr>
            <a:lvl3pPr marL="914364" indent="0">
              <a:buNone/>
              <a:defRPr sz="1000"/>
            </a:lvl3pPr>
            <a:lvl4pPr marL="1371545" indent="0">
              <a:buNone/>
              <a:defRPr sz="900"/>
            </a:lvl4pPr>
            <a:lvl5pPr marL="1828727" indent="0">
              <a:buNone/>
              <a:defRPr sz="900"/>
            </a:lvl5pPr>
            <a:lvl6pPr marL="2285909" indent="0">
              <a:buNone/>
              <a:defRPr sz="900"/>
            </a:lvl6pPr>
            <a:lvl7pPr marL="2743091" indent="0">
              <a:buNone/>
              <a:defRPr sz="900"/>
            </a:lvl7pPr>
            <a:lvl8pPr marL="3200272" indent="0">
              <a:buNone/>
              <a:defRPr sz="900"/>
            </a:lvl8pPr>
            <a:lvl9pPr marL="3657454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83E56-88EC-654C-B949-97EB307B43C5}" type="datetime1">
              <a:rPr lang="es-ES" smtClean="0"/>
              <a:t>16/6/25</a:t>
            </a:fld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57037119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29" descr="http://ftp.us.es/ftp/pub/Logos/marca-dos-tintas_300.gif"/>
          <p:cNvSpPr>
            <a:spLocks noChangeAspect="1" noChangeArrowheads="1"/>
          </p:cNvSpPr>
          <p:nvPr userDrawn="1"/>
        </p:nvSpPr>
        <p:spPr bwMode="auto">
          <a:xfrm>
            <a:off x="5545667" y="5645150"/>
            <a:ext cx="406400" cy="304800"/>
          </a:xfrm>
          <a:prstGeom prst="rect">
            <a:avLst/>
          </a:prstGeom>
          <a:noFill/>
        </p:spPr>
        <p:txBody>
          <a:bodyPr/>
          <a:lstStyle/>
          <a:p>
            <a:endParaRPr lang="es-ES" sz="1620"/>
          </a:p>
        </p:txBody>
      </p:sp>
    </p:spTree>
    <p:extLst>
      <p:ext uri="{BB962C8B-B14F-4D97-AF65-F5344CB8AC3E}">
        <p14:creationId xmlns:p14="http://schemas.microsoft.com/office/powerpoint/2010/main" val="128714681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6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4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2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09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27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4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DBD8D-0E47-C747-9A57-FEF8A3D0819A}" type="datetime1">
              <a:rPr lang="es-ES" smtClean="0"/>
              <a:t>16/6/25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99988005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255866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grande con 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contenido 6"/>
          <p:cNvSpPr>
            <a:spLocks noGrp="1"/>
          </p:cNvSpPr>
          <p:nvPr>
            <p:ph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4433643"/>
            <a:ext cx="12192000" cy="1580728"/>
          </a:xfrm>
          <a:solidFill>
            <a:schemeClr val="tx1">
              <a:alpha val="34000"/>
            </a:schemeClr>
          </a:solidFill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1465700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3.xml"/><Relationship Id="rId4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4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38.xml"/><Relationship Id="rId15" Type="http://schemas.openxmlformats.org/officeDocument/2006/relationships/slideLayout" Target="../slideLayouts/slideLayout33.xml"/><Relationship Id="rId16" Type="http://schemas.openxmlformats.org/officeDocument/2006/relationships/slideLayout" Target="../slideLayouts/slideLayout28.xml"/><Relationship Id="rId17" Type="http://schemas.openxmlformats.org/officeDocument/2006/relationships/slideLayout" Target="../slideLayouts/slideLayout26.xml"/><Relationship Id="rId18" Type="http://schemas.openxmlformats.org/officeDocument/2006/relationships/slideLayout" Target="../slideLayouts/slideLayout22.xml"/><Relationship Id="rId19" Type="http://schemas.openxmlformats.org/officeDocument/2006/relationships/slideLayout" Target="../slideLayouts/slideLayout35.xml"/><Relationship Id="rId20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_tradnl"/>
              <a:t>Clic para editar título</a:t>
            </a:r>
            <a:endParaRPr lang="en-GB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09600" y="1335625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GB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B9D3B6-3A05-794A-B623-4160B776B823}" type="datetime1">
              <a:rPr lang="es-ES" smtClean="0"/>
              <a:t>10/6/26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931309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  <p:sldLayoutId id="2147483719" r:id="rId17"/>
    <p:sldLayoutId id="2147483720" r:id="rId18"/>
    <p:sldLayoutId id="2147483721" r:id="rId19"/>
  </p:sldLayoutIdLst>
  <p:hf sldNum="0" hdr="0" ftr="0" dt="0"/>
  <p:txStyles>
    <p:titleStyle>
      <a:lvl1pPr algn="ctr" defTabSz="457182" rtl="0" eaLnBrk="1" latinLnBrk="0" hangingPunct="1">
        <a:spcBef>
          <a:spcPct val="0"/>
        </a:spcBef>
        <a:buNone/>
        <a:defRPr sz="2800" b="1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342887" indent="-342887" algn="l" defTabSz="457182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1pPr>
      <a:lvl2pPr marL="742920" indent="-285738" algn="l" defTabSz="457182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2pPr>
      <a:lvl3pPr marL="1142954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3pPr>
      <a:lvl4pPr marL="1600136" indent="-228590" algn="l" defTabSz="457182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4pPr>
      <a:lvl5pPr marL="2057317" indent="-228590" algn="l" defTabSz="457182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5pPr>
      <a:lvl6pPr marL="2514499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1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63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44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4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5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7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9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1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72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4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_tradnl"/>
              <a:t>Clic para editar título</a:t>
            </a:r>
            <a:endParaRPr lang="en-GB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09600" y="1335625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GB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B9D3B6-3A05-794A-B623-4160B776B823}" type="datetime1">
              <a:rPr lang="es-ES" smtClean="0"/>
              <a:t>16/6/25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931309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  <p:sldLayoutId id="2147483725" r:id="rId4"/>
    <p:sldLayoutId id="2147483726" r:id="rId5"/>
    <p:sldLayoutId id="2147483727" r:id="rId6"/>
    <p:sldLayoutId id="2147483728" r:id="rId7"/>
    <p:sldLayoutId id="2147483729" r:id="rId8"/>
    <p:sldLayoutId id="2147483730" r:id="rId9"/>
    <p:sldLayoutId id="2147483731" r:id="rId10"/>
    <p:sldLayoutId id="2147483732" r:id="rId11"/>
    <p:sldLayoutId id="2147483733" r:id="rId12"/>
    <p:sldLayoutId id="2147483734" r:id="rId13"/>
    <p:sldLayoutId id="2147483735" r:id="rId14"/>
    <p:sldLayoutId id="2147483736" r:id="rId15"/>
    <p:sldLayoutId id="2147483737" r:id="rId16"/>
    <p:sldLayoutId id="2147483738" r:id="rId17"/>
    <p:sldLayoutId id="2147483739" r:id="rId18"/>
    <p:sldLayoutId id="2147483740" r:id="rId19"/>
  </p:sldLayoutIdLst>
  <p:hf sldNum="0" hdr="0" ftr="0" dt="0"/>
  <p:txStyles>
    <p:titleStyle>
      <a:lvl1pPr algn="ctr" defTabSz="457182" rtl="0" eaLnBrk="1" latinLnBrk="0" hangingPunct="1">
        <a:spcBef>
          <a:spcPct val="0"/>
        </a:spcBef>
        <a:buNone/>
        <a:defRPr sz="2800" b="1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342887" indent="-342887" algn="l" defTabSz="457182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1pPr>
      <a:lvl2pPr marL="742920" indent="-285738" algn="l" defTabSz="457182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2pPr>
      <a:lvl3pPr marL="1142954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3pPr>
      <a:lvl4pPr marL="1600136" indent="-228590" algn="l" defTabSz="457182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4pPr>
      <a:lvl5pPr marL="2057317" indent="-228590" algn="l" defTabSz="457182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5pPr>
      <a:lvl6pPr marL="2514499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1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63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44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4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5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7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9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1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72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4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6.png"/><Relationship Id="rId6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image" Target="../media/image4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image" Target="../media/image4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.sv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n 19" descr="Hombre parado con un traje de color negro&#10;&#10;El contenido generado por IA puede ser incorrecto.">
            <a:extLst>
              <a:ext uri="{FF2B5EF4-FFF2-40B4-BE49-F238E27FC236}">
                <a16:creationId xmlns:a16="http://schemas.microsoft.com/office/drawing/2014/main" id="{A28DA935-68FF-844E-4C05-1054F9E040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158" t="19963"/>
          <a:stretch>
            <a:fillRect/>
          </a:stretch>
        </p:blipFill>
        <p:spPr>
          <a:xfrm flipH="1">
            <a:off x="100362" y="2152111"/>
            <a:ext cx="2743200" cy="4705889"/>
          </a:xfrm>
          <a:prstGeom prst="rect">
            <a:avLst/>
          </a:prstGeom>
        </p:spPr>
      </p:pic>
      <p:sp>
        <p:nvSpPr>
          <p:cNvPr id="31" name="Título 1">
            <a:extLst>
              <a:ext uri="{FF2B5EF4-FFF2-40B4-BE49-F238E27FC236}">
                <a16:creationId xmlns:a16="http://schemas.microsoft.com/office/drawing/2014/main" id="{E5C1EBEF-0D8C-E45C-7F68-3DEA4900A3A6}"/>
              </a:ext>
            </a:extLst>
          </p:cNvPr>
          <p:cNvSpPr txBox="1">
            <a:spLocks/>
          </p:cNvSpPr>
          <p:nvPr/>
        </p:nvSpPr>
        <p:spPr>
          <a:xfrm>
            <a:off x="0" y="438316"/>
            <a:ext cx="12191999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182" rtl="0" eaLnBrk="1" latinLnBrk="0" hangingPunct="1">
              <a:spcBef>
                <a:spcPct val="0"/>
              </a:spcBef>
              <a:buNone/>
              <a:defRPr sz="2800" b="1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Common Cases of Invalid Pricings</a:t>
            </a:r>
          </a:p>
        </p:txBody>
      </p:sp>
      <p:grpSp>
        <p:nvGrpSpPr>
          <p:cNvPr id="16" name="Grupo 15">
            <a:extLst>
              <a:ext uri="{FF2B5EF4-FFF2-40B4-BE49-F238E27FC236}">
                <a16:creationId xmlns:a16="http://schemas.microsoft.com/office/drawing/2014/main" id="{4C94FB83-B936-16D7-D715-C6930205C9E5}"/>
              </a:ext>
            </a:extLst>
          </p:cNvPr>
          <p:cNvGrpSpPr/>
          <p:nvPr/>
        </p:nvGrpSpPr>
        <p:grpSpPr>
          <a:xfrm>
            <a:off x="3854914" y="1375056"/>
            <a:ext cx="2936178" cy="2591122"/>
            <a:chOff x="3854914" y="1375056"/>
            <a:chExt cx="2936178" cy="2591122"/>
          </a:xfrm>
        </p:grpSpPr>
        <p:grpSp>
          <p:nvGrpSpPr>
            <p:cNvPr id="28" name="Grupo 27">
              <a:extLst>
                <a:ext uri="{FF2B5EF4-FFF2-40B4-BE49-F238E27FC236}">
                  <a16:creationId xmlns:a16="http://schemas.microsoft.com/office/drawing/2014/main" id="{1AD6480B-ADEE-C3FB-A1A1-98F2FD38ECB4}"/>
                </a:ext>
              </a:extLst>
            </p:cNvPr>
            <p:cNvGrpSpPr/>
            <p:nvPr/>
          </p:nvGrpSpPr>
          <p:grpSpPr>
            <a:xfrm>
              <a:off x="3854914" y="1375056"/>
              <a:ext cx="2936178" cy="2065278"/>
              <a:chOff x="3854914" y="1616594"/>
              <a:chExt cx="2936178" cy="2065278"/>
            </a:xfrm>
          </p:grpSpPr>
          <p:pic>
            <p:nvPicPr>
              <p:cNvPr id="12" name="Imagen 11" descr="Forma&#10;&#10;El contenido generado por IA puede ser incorrecto.">
                <a:extLst>
                  <a:ext uri="{FF2B5EF4-FFF2-40B4-BE49-F238E27FC236}">
                    <a16:creationId xmlns:a16="http://schemas.microsoft.com/office/drawing/2014/main" id="{C5302B77-E692-EFCA-559E-9B20840D393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854914" y="1616594"/>
                <a:ext cx="2936178" cy="2065278"/>
              </a:xfrm>
              <a:prstGeom prst="rect">
                <a:avLst/>
              </a:prstGeom>
            </p:spPr>
          </p:pic>
          <p:sp>
            <p:nvSpPr>
              <p:cNvPr id="22" name="Rectángulo 21">
                <a:extLst>
                  <a:ext uri="{FF2B5EF4-FFF2-40B4-BE49-F238E27FC236}">
                    <a16:creationId xmlns:a16="http://schemas.microsoft.com/office/drawing/2014/main" id="{3D30B744-0C2F-F079-A418-E4110744C91A}"/>
                  </a:ext>
                </a:extLst>
              </p:cNvPr>
              <p:cNvSpPr/>
              <p:nvPr/>
            </p:nvSpPr>
            <p:spPr>
              <a:xfrm>
                <a:off x="4817327" y="1616594"/>
                <a:ext cx="1973765" cy="357172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  <p:sp>
          <p:nvSpPr>
            <p:cNvPr id="11" name="CuadroTexto 10">
              <a:extLst>
                <a:ext uri="{FF2B5EF4-FFF2-40B4-BE49-F238E27FC236}">
                  <a16:creationId xmlns:a16="http://schemas.microsoft.com/office/drawing/2014/main" id="{4B29ADB2-DC21-0844-040E-F35DEDF9F786}"/>
                </a:ext>
              </a:extLst>
            </p:cNvPr>
            <p:cNvSpPr txBox="1"/>
            <p:nvPr/>
          </p:nvSpPr>
          <p:spPr>
            <a:xfrm>
              <a:off x="3894566" y="3504513"/>
              <a:ext cx="285687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Inconsistent Prices</a:t>
              </a:r>
              <a:endParaRPr lang="en-US" sz="2400" b="1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</p:grpSp>
      <p:grpSp>
        <p:nvGrpSpPr>
          <p:cNvPr id="17" name="Grupo 16">
            <a:extLst>
              <a:ext uri="{FF2B5EF4-FFF2-40B4-BE49-F238E27FC236}">
                <a16:creationId xmlns:a16="http://schemas.microsoft.com/office/drawing/2014/main" id="{38022225-7240-7B27-EFC1-3CEE4E755E54}"/>
              </a:ext>
            </a:extLst>
          </p:cNvPr>
          <p:cNvGrpSpPr/>
          <p:nvPr/>
        </p:nvGrpSpPr>
        <p:grpSpPr>
          <a:xfrm>
            <a:off x="7703203" y="1374982"/>
            <a:ext cx="2936178" cy="2591196"/>
            <a:chOff x="7703203" y="1374982"/>
            <a:chExt cx="2936178" cy="2591196"/>
          </a:xfrm>
        </p:grpSpPr>
        <p:grpSp>
          <p:nvGrpSpPr>
            <p:cNvPr id="29" name="Grupo 28">
              <a:extLst>
                <a:ext uri="{FF2B5EF4-FFF2-40B4-BE49-F238E27FC236}">
                  <a16:creationId xmlns:a16="http://schemas.microsoft.com/office/drawing/2014/main" id="{4933EE2D-E7C8-0D0C-F719-93E3802BB393}"/>
                </a:ext>
              </a:extLst>
            </p:cNvPr>
            <p:cNvGrpSpPr/>
            <p:nvPr/>
          </p:nvGrpSpPr>
          <p:grpSpPr>
            <a:xfrm>
              <a:off x="7703203" y="1374982"/>
              <a:ext cx="2936178" cy="2065352"/>
              <a:chOff x="7703203" y="1616520"/>
              <a:chExt cx="2936178" cy="2065352"/>
            </a:xfrm>
          </p:grpSpPr>
          <p:pic>
            <p:nvPicPr>
              <p:cNvPr id="21" name="Imagen 20" descr="Forma&#10;&#10;El contenido generado por IA puede ser incorrecto.">
                <a:extLst>
                  <a:ext uri="{FF2B5EF4-FFF2-40B4-BE49-F238E27FC236}">
                    <a16:creationId xmlns:a16="http://schemas.microsoft.com/office/drawing/2014/main" id="{93F57088-42B7-D334-671F-A83026583FA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703203" y="1616594"/>
                <a:ext cx="2936178" cy="2065278"/>
              </a:xfrm>
              <a:prstGeom prst="rect">
                <a:avLst/>
              </a:prstGeom>
            </p:spPr>
          </p:pic>
          <p:sp>
            <p:nvSpPr>
              <p:cNvPr id="23" name="Rectángulo 22">
                <a:extLst>
                  <a:ext uri="{FF2B5EF4-FFF2-40B4-BE49-F238E27FC236}">
                    <a16:creationId xmlns:a16="http://schemas.microsoft.com/office/drawing/2014/main" id="{690A0047-4ABB-2EB8-B393-79E71D1D8FD5}"/>
                  </a:ext>
                </a:extLst>
              </p:cNvPr>
              <p:cNvSpPr/>
              <p:nvPr/>
            </p:nvSpPr>
            <p:spPr>
              <a:xfrm>
                <a:off x="7703204" y="1616520"/>
                <a:ext cx="972446" cy="2065278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  <p:sp>
          <p:nvSpPr>
            <p:cNvPr id="13" name="CuadroTexto 12">
              <a:extLst>
                <a:ext uri="{FF2B5EF4-FFF2-40B4-BE49-F238E27FC236}">
                  <a16:creationId xmlns:a16="http://schemas.microsoft.com/office/drawing/2014/main" id="{85319056-5FB5-596E-031C-B381EB5F63C6}"/>
                </a:ext>
              </a:extLst>
            </p:cNvPr>
            <p:cNvSpPr txBox="1"/>
            <p:nvPr/>
          </p:nvSpPr>
          <p:spPr>
            <a:xfrm>
              <a:off x="8215740" y="3504513"/>
              <a:ext cx="191110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noProof="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Empty Plans</a:t>
              </a:r>
            </a:p>
          </p:txBody>
        </p:sp>
      </p:grpSp>
      <p:sp>
        <p:nvSpPr>
          <p:cNvPr id="24" name="CuadroTexto 23">
            <a:extLst>
              <a:ext uri="{FF2B5EF4-FFF2-40B4-BE49-F238E27FC236}">
                <a16:creationId xmlns:a16="http://schemas.microsoft.com/office/drawing/2014/main" id="{F6C1F845-B898-0CE9-E3CC-6A67F234C086}"/>
              </a:ext>
            </a:extLst>
          </p:cNvPr>
          <p:cNvSpPr txBox="1"/>
          <p:nvPr/>
        </p:nvSpPr>
        <p:spPr>
          <a:xfrm>
            <a:off x="11824592" y="6334780"/>
            <a:ext cx="3481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noProof="0" dirty="0">
                <a:solidFill>
                  <a:srgbClr val="7E0029"/>
                </a:solidFill>
              </a:rPr>
              <a:t>7</a:t>
            </a:r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7245742A-44AE-AF1A-6163-FDF8F38D23A4}"/>
              </a:ext>
            </a:extLst>
          </p:cNvPr>
          <p:cNvGrpSpPr/>
          <p:nvPr/>
        </p:nvGrpSpPr>
        <p:grpSpPr>
          <a:xfrm>
            <a:off x="5814018" y="4300354"/>
            <a:ext cx="2936178" cy="2557646"/>
            <a:chOff x="5814018" y="4300354"/>
            <a:chExt cx="2936178" cy="2557646"/>
          </a:xfrm>
        </p:grpSpPr>
        <p:grpSp>
          <p:nvGrpSpPr>
            <p:cNvPr id="18" name="Grupo 17">
              <a:extLst>
                <a:ext uri="{FF2B5EF4-FFF2-40B4-BE49-F238E27FC236}">
                  <a16:creationId xmlns:a16="http://schemas.microsoft.com/office/drawing/2014/main" id="{0CEC700C-869E-E277-C1B7-5DB64F8B139D}"/>
                </a:ext>
              </a:extLst>
            </p:cNvPr>
            <p:cNvGrpSpPr/>
            <p:nvPr/>
          </p:nvGrpSpPr>
          <p:grpSpPr>
            <a:xfrm>
              <a:off x="5814018" y="4300354"/>
              <a:ext cx="2936178" cy="2557646"/>
              <a:chOff x="5814018" y="4300354"/>
              <a:chExt cx="2936178" cy="2557646"/>
            </a:xfrm>
          </p:grpSpPr>
          <p:grpSp>
            <p:nvGrpSpPr>
              <p:cNvPr id="10" name="Grupo 9">
                <a:extLst>
                  <a:ext uri="{FF2B5EF4-FFF2-40B4-BE49-F238E27FC236}">
                    <a16:creationId xmlns:a16="http://schemas.microsoft.com/office/drawing/2014/main" id="{997E604F-E121-F537-BB9A-E2E8CDEF8A1B}"/>
                  </a:ext>
                </a:extLst>
              </p:cNvPr>
              <p:cNvGrpSpPr/>
              <p:nvPr/>
            </p:nvGrpSpPr>
            <p:grpSpPr>
              <a:xfrm>
                <a:off x="5814018" y="4300354"/>
                <a:ext cx="2936178" cy="2065278"/>
                <a:chOff x="7703203" y="4205996"/>
                <a:chExt cx="2936178" cy="2065278"/>
              </a:xfrm>
            </p:grpSpPr>
            <p:grpSp>
              <p:nvGrpSpPr>
                <p:cNvPr id="3" name="Grupo 2">
                  <a:extLst>
                    <a:ext uri="{FF2B5EF4-FFF2-40B4-BE49-F238E27FC236}">
                      <a16:creationId xmlns:a16="http://schemas.microsoft.com/office/drawing/2014/main" id="{F7D75C2D-6F81-8F1F-B4AC-7EFB566ABB7A}"/>
                    </a:ext>
                  </a:extLst>
                </p:cNvPr>
                <p:cNvGrpSpPr/>
                <p:nvPr/>
              </p:nvGrpSpPr>
              <p:grpSpPr>
                <a:xfrm>
                  <a:off x="7703203" y="4205996"/>
                  <a:ext cx="2936178" cy="2065278"/>
                  <a:chOff x="7703203" y="1616594"/>
                  <a:chExt cx="2936178" cy="2065278"/>
                </a:xfrm>
              </p:grpSpPr>
              <p:pic>
                <p:nvPicPr>
                  <p:cNvPr id="6" name="Imagen 5" descr="Forma&#10;&#10;El contenido generado por IA puede ser incorrecto.">
                    <a:extLst>
                      <a:ext uri="{FF2B5EF4-FFF2-40B4-BE49-F238E27FC236}">
                        <a16:creationId xmlns:a16="http://schemas.microsoft.com/office/drawing/2014/main" id="{DE5F8C63-BFA9-48F5-8A99-72CE7B01888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7703203" y="1616594"/>
                    <a:ext cx="2936178" cy="2065278"/>
                  </a:xfrm>
                  <a:prstGeom prst="rect">
                    <a:avLst/>
                  </a:prstGeom>
                </p:spPr>
              </p:pic>
              <p:sp>
                <p:nvSpPr>
                  <p:cNvPr id="7" name="Rectángulo 6">
                    <a:extLst>
                      <a:ext uri="{FF2B5EF4-FFF2-40B4-BE49-F238E27FC236}">
                        <a16:creationId xmlns:a16="http://schemas.microsoft.com/office/drawing/2014/main" id="{ADB74237-C8DB-8F3E-9044-BE2B2CD70B59}"/>
                      </a:ext>
                    </a:extLst>
                  </p:cNvPr>
                  <p:cNvSpPr/>
                  <p:nvPr/>
                </p:nvSpPr>
                <p:spPr>
                  <a:xfrm>
                    <a:off x="7703203" y="3060900"/>
                    <a:ext cx="2936177" cy="620898"/>
                  </a:xfrm>
                  <a:prstGeom prst="rect">
                    <a:avLst/>
                  </a:prstGeom>
                  <a:noFill/>
                  <a:ln w="38100">
                    <a:solidFill>
                      <a:srgbClr val="FF0000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noProof="0" dirty="0"/>
                  </a:p>
                </p:txBody>
              </p:sp>
            </p:grpSp>
            <p:pic>
              <p:nvPicPr>
                <p:cNvPr id="9" name="Imagen 8" descr="Icono&#10;&#10;El contenido generado por IA puede ser incorrecto.">
                  <a:extLst>
                    <a:ext uri="{FF2B5EF4-FFF2-40B4-BE49-F238E27FC236}">
                      <a16:creationId xmlns:a16="http://schemas.microsoft.com/office/drawing/2014/main" id="{26B6078A-7B8C-ED9B-4529-B4FE425A0C5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892715" y="5693432"/>
                  <a:ext cx="571461" cy="508958"/>
                </a:xfrm>
                <a:prstGeom prst="rect">
                  <a:avLst/>
                </a:prstGeom>
              </p:spPr>
            </p:pic>
          </p:grpSp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143340CE-6AB8-22A1-EFA1-4CD9B838424F}"/>
                  </a:ext>
                </a:extLst>
              </p:cNvPr>
              <p:cNvSpPr txBox="1"/>
              <p:nvPr/>
            </p:nvSpPr>
            <p:spPr>
              <a:xfrm>
                <a:off x="6191101" y="6396335"/>
                <a:ext cx="218200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noProof="0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Dead Features</a:t>
                </a:r>
              </a:p>
            </p:txBody>
          </p:sp>
        </p:grpSp>
        <p:pic>
          <p:nvPicPr>
            <p:cNvPr id="4" name="Imagen 3" descr="Icono&#10;&#10;El contenido generado por IA puede ser incorrecto.">
              <a:extLst>
                <a:ext uri="{FF2B5EF4-FFF2-40B4-BE49-F238E27FC236}">
                  <a16:creationId xmlns:a16="http://schemas.microsoft.com/office/drawing/2014/main" id="{F7897D9D-1E36-B6A6-C98D-E98EF32FE06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83112" y="4702933"/>
              <a:ext cx="589844" cy="45372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51076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91AE6149-B034-1575-77D5-36E64B68E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n 19" descr="Hombre parado con un traje de color negro&#10;&#10;El contenido generado por IA puede ser incorrecto.">
            <a:extLst>
              <a:ext uri="{FF2B5EF4-FFF2-40B4-BE49-F238E27FC236}">
                <a16:creationId xmlns:a16="http://schemas.microsoft.com/office/drawing/2014/main" id="{BA5D0952-4614-5C6A-EA48-59BC684127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158" t="19963"/>
          <a:stretch>
            <a:fillRect/>
          </a:stretch>
        </p:blipFill>
        <p:spPr>
          <a:xfrm flipH="1">
            <a:off x="100362" y="2152111"/>
            <a:ext cx="2743200" cy="4705889"/>
          </a:xfrm>
          <a:prstGeom prst="rect">
            <a:avLst/>
          </a:prstGeom>
        </p:spPr>
      </p:pic>
      <p:sp>
        <p:nvSpPr>
          <p:cNvPr id="12" name="Título 1">
            <a:extLst>
              <a:ext uri="{FF2B5EF4-FFF2-40B4-BE49-F238E27FC236}">
                <a16:creationId xmlns:a16="http://schemas.microsoft.com/office/drawing/2014/main" id="{4C5F8D50-8DEC-C0F4-6CC4-550A52103373}"/>
              </a:ext>
            </a:extLst>
          </p:cNvPr>
          <p:cNvSpPr txBox="1">
            <a:spLocks/>
          </p:cNvSpPr>
          <p:nvPr/>
        </p:nvSpPr>
        <p:spPr>
          <a:xfrm>
            <a:off x="0" y="438316"/>
            <a:ext cx="12191999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182" rtl="0" eaLnBrk="1" latinLnBrk="0" hangingPunct="1">
              <a:spcBef>
                <a:spcPct val="0"/>
              </a:spcBef>
              <a:buNone/>
              <a:defRPr sz="2800" b="1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Common</a:t>
            </a:r>
            <a:r>
              <a:rPr lang="en-US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Cases of Invalid Pricings</a:t>
            </a:r>
          </a:p>
        </p:txBody>
      </p:sp>
      <p:pic>
        <p:nvPicPr>
          <p:cNvPr id="2" name="Imagen 1" descr="Aplicación&#10;&#10;El contenido generado por IA puede ser incorrecto.">
            <a:extLst>
              <a:ext uri="{FF2B5EF4-FFF2-40B4-BE49-F238E27FC236}">
                <a16:creationId xmlns:a16="http://schemas.microsoft.com/office/drawing/2014/main" id="{3DCE1A7F-4594-64DD-AC18-C23A67ADCB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7326" y="1363113"/>
            <a:ext cx="7116352" cy="4128040"/>
          </a:xfrm>
          <a:prstGeom prst="rect">
            <a:avLst/>
          </a:prstGeom>
        </p:spPr>
      </p:pic>
      <p:pic>
        <p:nvPicPr>
          <p:cNvPr id="3" name="Imagen 2" descr="Texto, Icono&#10;&#10;El contenido generado por IA puede ser incorrecto.">
            <a:extLst>
              <a:ext uri="{FF2B5EF4-FFF2-40B4-BE49-F238E27FC236}">
                <a16:creationId xmlns:a16="http://schemas.microsoft.com/office/drawing/2014/main" id="{70C5A361-9359-2751-5F58-D4124F4AA9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8899" y="5285862"/>
            <a:ext cx="1403147" cy="191436"/>
          </a:xfrm>
          <a:prstGeom prst="rect">
            <a:avLst/>
          </a:prstGeom>
        </p:spPr>
      </p:pic>
      <p:pic>
        <p:nvPicPr>
          <p:cNvPr id="4" name="Imagen 3" descr="Texto, Icono&#10;&#10;El contenido generado por IA puede ser incorrecto.">
            <a:extLst>
              <a:ext uri="{FF2B5EF4-FFF2-40B4-BE49-F238E27FC236}">
                <a16:creationId xmlns:a16="http://schemas.microsoft.com/office/drawing/2014/main" id="{67984B13-4CD5-DDAF-F81C-BABE12E9F5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057"/>
          <a:stretch>
            <a:fillRect/>
          </a:stretch>
        </p:blipFill>
        <p:spPr>
          <a:xfrm>
            <a:off x="6727657" y="5285862"/>
            <a:ext cx="939319" cy="191436"/>
          </a:xfrm>
          <a:prstGeom prst="rect">
            <a:avLst/>
          </a:prstGeom>
        </p:spPr>
      </p:pic>
      <p:grpSp>
        <p:nvGrpSpPr>
          <p:cNvPr id="5" name="Grupo 4">
            <a:extLst>
              <a:ext uri="{FF2B5EF4-FFF2-40B4-BE49-F238E27FC236}">
                <a16:creationId xmlns:a16="http://schemas.microsoft.com/office/drawing/2014/main" id="{AF89D8DF-4D2B-7577-122D-14F2D8FE6932}"/>
              </a:ext>
            </a:extLst>
          </p:cNvPr>
          <p:cNvGrpSpPr/>
          <p:nvPr/>
        </p:nvGrpSpPr>
        <p:grpSpPr>
          <a:xfrm>
            <a:off x="4726186" y="5562301"/>
            <a:ext cx="2533596" cy="669073"/>
            <a:chOff x="1270510" y="4697390"/>
            <a:chExt cx="1508519" cy="669073"/>
          </a:xfrm>
        </p:grpSpPr>
        <p:sp>
          <p:nvSpPr>
            <p:cNvPr id="6" name="Flecha doblada hacia arriba 5">
              <a:extLst>
                <a:ext uri="{FF2B5EF4-FFF2-40B4-BE49-F238E27FC236}">
                  <a16:creationId xmlns:a16="http://schemas.microsoft.com/office/drawing/2014/main" id="{5B922579-7B78-07A9-54EE-26649F9D8E14}"/>
                </a:ext>
              </a:extLst>
            </p:cNvPr>
            <p:cNvSpPr/>
            <p:nvPr/>
          </p:nvSpPr>
          <p:spPr>
            <a:xfrm>
              <a:off x="1270510" y="4697390"/>
              <a:ext cx="1508519" cy="669073"/>
            </a:xfrm>
            <a:prstGeom prst="bentUpArrow">
              <a:avLst>
                <a:gd name="adj1" fmla="val 10000"/>
                <a:gd name="adj2" fmla="val 13333"/>
                <a:gd name="adj3" fmla="val 25000"/>
              </a:avLst>
            </a:prstGeom>
            <a:solidFill>
              <a:srgbClr val="00B050"/>
            </a:solidFill>
            <a:ln>
              <a:solidFill>
                <a:srgbClr val="00B05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cxnSp>
          <p:nvCxnSpPr>
            <p:cNvPr id="7" name="Conector recto 6">
              <a:extLst>
                <a:ext uri="{FF2B5EF4-FFF2-40B4-BE49-F238E27FC236}">
                  <a16:creationId xmlns:a16="http://schemas.microsoft.com/office/drawing/2014/main" id="{F0AEF0AE-B618-27DA-AFF9-974AB13B1461}"/>
                </a:ext>
              </a:extLst>
            </p:cNvPr>
            <p:cNvCxnSpPr>
              <a:cxnSpLocks/>
            </p:cNvCxnSpPr>
            <p:nvPr/>
          </p:nvCxnSpPr>
          <p:spPr>
            <a:xfrm>
              <a:off x="1292812" y="4697390"/>
              <a:ext cx="0" cy="669072"/>
            </a:xfrm>
            <a:prstGeom prst="line">
              <a:avLst/>
            </a:prstGeom>
            <a:ln w="76200">
              <a:solidFill>
                <a:srgbClr val="00B05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Imagen 7" descr="Texto, Icono&#10;&#10;El contenido generado por IA puede ser incorrecto.">
            <a:extLst>
              <a:ext uri="{FF2B5EF4-FFF2-40B4-BE49-F238E27FC236}">
                <a16:creationId xmlns:a16="http://schemas.microsoft.com/office/drawing/2014/main" id="{782D3BFE-2D06-C4F9-978A-A703DB98407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4613" y="5285862"/>
            <a:ext cx="1403147" cy="191436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076C37B5-D5D6-5DD4-225D-469327DE4ADB}"/>
              </a:ext>
            </a:extLst>
          </p:cNvPr>
          <p:cNvSpPr/>
          <p:nvPr/>
        </p:nvSpPr>
        <p:spPr>
          <a:xfrm>
            <a:off x="9767021" y="5865541"/>
            <a:ext cx="2424978" cy="992459"/>
          </a:xfrm>
          <a:prstGeom prst="rect">
            <a:avLst/>
          </a:prstGeom>
          <a:solidFill>
            <a:schemeClr val="bg2"/>
          </a:solidFill>
          <a:ln w="38100">
            <a:solidFill>
              <a:srgbClr val="8B1B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lecha derecha 9">
            <a:extLst>
              <a:ext uri="{FF2B5EF4-FFF2-40B4-BE49-F238E27FC236}">
                <a16:creationId xmlns:a16="http://schemas.microsoft.com/office/drawing/2014/main" id="{DA8A81AA-A523-E8CD-A347-A0A15D13A3DA}"/>
              </a:ext>
            </a:extLst>
          </p:cNvPr>
          <p:cNvSpPr/>
          <p:nvPr/>
        </p:nvSpPr>
        <p:spPr>
          <a:xfrm>
            <a:off x="9850711" y="5956244"/>
            <a:ext cx="724830" cy="278781"/>
          </a:xfrm>
          <a:prstGeom prst="rightArrow">
            <a:avLst/>
          </a:prstGeom>
          <a:solidFill>
            <a:srgbClr val="00B050"/>
          </a:solidFill>
          <a:ln>
            <a:solidFill>
              <a:srgbClr val="00B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49A9C2D9-97C0-A25E-3DC1-BCB22699F668}"/>
              </a:ext>
            </a:extLst>
          </p:cNvPr>
          <p:cNvSpPr txBox="1"/>
          <p:nvPr/>
        </p:nvSpPr>
        <p:spPr>
          <a:xfrm>
            <a:off x="10748333" y="5910968"/>
            <a:ext cx="14045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Depends on</a:t>
            </a: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BB0B24DB-E0C7-1C6D-2632-E0799E721AC0}"/>
              </a:ext>
            </a:extLst>
          </p:cNvPr>
          <p:cNvSpPr txBox="1"/>
          <p:nvPr/>
        </p:nvSpPr>
        <p:spPr>
          <a:xfrm>
            <a:off x="11824592" y="6334780"/>
            <a:ext cx="3481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noProof="0" dirty="0">
                <a:solidFill>
                  <a:srgbClr val="7E0029"/>
                </a:solidFill>
              </a:rPr>
              <a:t>8</a:t>
            </a:r>
          </a:p>
        </p:txBody>
      </p:sp>
      <p:sp>
        <p:nvSpPr>
          <p:cNvPr id="13" name="Multiplicación 12">
            <a:extLst>
              <a:ext uri="{FF2B5EF4-FFF2-40B4-BE49-F238E27FC236}">
                <a16:creationId xmlns:a16="http://schemas.microsoft.com/office/drawing/2014/main" id="{EDDB1487-DBED-1DD9-67E8-AC1C992A0E62}"/>
              </a:ext>
            </a:extLst>
          </p:cNvPr>
          <p:cNvSpPr/>
          <p:nvPr/>
        </p:nvSpPr>
        <p:spPr>
          <a:xfrm>
            <a:off x="4010758" y="5272007"/>
            <a:ext cx="505823" cy="191436"/>
          </a:xfrm>
          <a:prstGeom prst="mathMultiply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97847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77EBDDBA-0E74-C7CA-F3BB-DDE9448BB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n 19" descr="Hombre parado con un traje de color negro&#10;&#10;El contenido generado por IA puede ser incorrecto.">
            <a:extLst>
              <a:ext uri="{FF2B5EF4-FFF2-40B4-BE49-F238E27FC236}">
                <a16:creationId xmlns:a16="http://schemas.microsoft.com/office/drawing/2014/main" id="{E72594B7-FCBD-CF7D-B3DF-458E93554F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158" t="19963"/>
          <a:stretch>
            <a:fillRect/>
          </a:stretch>
        </p:blipFill>
        <p:spPr>
          <a:xfrm flipH="1">
            <a:off x="100362" y="2152111"/>
            <a:ext cx="2743200" cy="4705889"/>
          </a:xfrm>
          <a:prstGeom prst="rect">
            <a:avLst/>
          </a:prstGeom>
        </p:spPr>
      </p:pic>
      <p:sp>
        <p:nvSpPr>
          <p:cNvPr id="12" name="Título 1">
            <a:extLst>
              <a:ext uri="{FF2B5EF4-FFF2-40B4-BE49-F238E27FC236}">
                <a16:creationId xmlns:a16="http://schemas.microsoft.com/office/drawing/2014/main" id="{A9D5B139-0299-098E-B2EF-010BC767E27B}"/>
              </a:ext>
            </a:extLst>
          </p:cNvPr>
          <p:cNvSpPr txBox="1">
            <a:spLocks/>
          </p:cNvSpPr>
          <p:nvPr/>
        </p:nvSpPr>
        <p:spPr>
          <a:xfrm>
            <a:off x="0" y="438316"/>
            <a:ext cx="12191999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182" rtl="0" eaLnBrk="1" latinLnBrk="0" hangingPunct="1">
              <a:spcBef>
                <a:spcPct val="0"/>
              </a:spcBef>
              <a:buNone/>
              <a:defRPr sz="2800" b="1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Complex</a:t>
            </a:r>
            <a:r>
              <a:rPr lang="en-US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Cases of Invalid Pricings</a:t>
            </a: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BF00FD6A-BDD9-3E43-73C8-ED38E4B8D16C}"/>
              </a:ext>
            </a:extLst>
          </p:cNvPr>
          <p:cNvSpPr txBox="1"/>
          <p:nvPr/>
        </p:nvSpPr>
        <p:spPr>
          <a:xfrm>
            <a:off x="11824592" y="6334780"/>
            <a:ext cx="3481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noProof="0" dirty="0">
                <a:solidFill>
                  <a:srgbClr val="7E0029"/>
                </a:solidFill>
              </a:rPr>
              <a:t>8</a:t>
            </a:r>
          </a:p>
        </p:txBody>
      </p:sp>
      <p:pic>
        <p:nvPicPr>
          <p:cNvPr id="2" name="Imagen 1" descr="Aplicación&#10;&#10;El contenido generado por IA puede ser incorrecto.">
            <a:extLst>
              <a:ext uri="{FF2B5EF4-FFF2-40B4-BE49-F238E27FC236}">
                <a16:creationId xmlns:a16="http://schemas.microsoft.com/office/drawing/2014/main" id="{0F405E73-F5D6-C789-F696-821DA84B9A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7326" y="1363113"/>
            <a:ext cx="7116352" cy="4128040"/>
          </a:xfrm>
          <a:prstGeom prst="rect">
            <a:avLst/>
          </a:prstGeom>
        </p:spPr>
      </p:pic>
      <p:pic>
        <p:nvPicPr>
          <p:cNvPr id="3" name="Imagen 2" descr="Texto, Icono&#10;&#10;El contenido generado por IA puede ser incorrecto.">
            <a:extLst>
              <a:ext uri="{FF2B5EF4-FFF2-40B4-BE49-F238E27FC236}">
                <a16:creationId xmlns:a16="http://schemas.microsoft.com/office/drawing/2014/main" id="{CFF1BFF3-11B2-3556-7EF1-2760AB52CD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8899" y="5285862"/>
            <a:ext cx="1403147" cy="191436"/>
          </a:xfrm>
          <a:prstGeom prst="rect">
            <a:avLst/>
          </a:prstGeom>
        </p:spPr>
      </p:pic>
      <p:pic>
        <p:nvPicPr>
          <p:cNvPr id="4" name="Imagen 3" descr="Texto, Icono&#10;&#10;El contenido generado por IA puede ser incorrecto.">
            <a:extLst>
              <a:ext uri="{FF2B5EF4-FFF2-40B4-BE49-F238E27FC236}">
                <a16:creationId xmlns:a16="http://schemas.microsoft.com/office/drawing/2014/main" id="{93AA782A-249C-9FE9-F0DB-599C4A6FEA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057"/>
          <a:stretch>
            <a:fillRect/>
          </a:stretch>
        </p:blipFill>
        <p:spPr>
          <a:xfrm>
            <a:off x="6727657" y="5285862"/>
            <a:ext cx="939319" cy="191436"/>
          </a:xfrm>
          <a:prstGeom prst="rect">
            <a:avLst/>
          </a:prstGeom>
        </p:spPr>
      </p:pic>
      <p:pic>
        <p:nvPicPr>
          <p:cNvPr id="5" name="Imagen 4" descr="Texto, Icono&#10;&#10;El contenido generado por IA puede ser incorrecto.">
            <a:extLst>
              <a:ext uri="{FF2B5EF4-FFF2-40B4-BE49-F238E27FC236}">
                <a16:creationId xmlns:a16="http://schemas.microsoft.com/office/drawing/2014/main" id="{BBBA04C6-6F77-39F0-4E4F-CA49C73B62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4613" y="5285862"/>
            <a:ext cx="1403147" cy="191436"/>
          </a:xfrm>
          <a:prstGeom prst="rect">
            <a:avLst/>
          </a:prstGeom>
        </p:spPr>
      </p:pic>
      <p:grpSp>
        <p:nvGrpSpPr>
          <p:cNvPr id="9" name="Grupo 8">
            <a:extLst>
              <a:ext uri="{FF2B5EF4-FFF2-40B4-BE49-F238E27FC236}">
                <a16:creationId xmlns:a16="http://schemas.microsoft.com/office/drawing/2014/main" id="{426CC17A-79CF-A84A-9D59-468F99A56C79}"/>
              </a:ext>
            </a:extLst>
          </p:cNvPr>
          <p:cNvGrpSpPr/>
          <p:nvPr/>
        </p:nvGrpSpPr>
        <p:grpSpPr>
          <a:xfrm>
            <a:off x="4929263" y="5568055"/>
            <a:ext cx="2205822" cy="669073"/>
            <a:chOff x="1270510" y="4697390"/>
            <a:chExt cx="1508519" cy="669073"/>
          </a:xfrm>
          <a:solidFill>
            <a:srgbClr val="FF0000"/>
          </a:solidFill>
        </p:grpSpPr>
        <p:sp>
          <p:nvSpPr>
            <p:cNvPr id="10" name="Flecha doblada hacia arriba 9">
              <a:extLst>
                <a:ext uri="{FF2B5EF4-FFF2-40B4-BE49-F238E27FC236}">
                  <a16:creationId xmlns:a16="http://schemas.microsoft.com/office/drawing/2014/main" id="{02CEDB93-078B-D084-42B9-6176F39C2400}"/>
                </a:ext>
              </a:extLst>
            </p:cNvPr>
            <p:cNvSpPr/>
            <p:nvPr/>
          </p:nvSpPr>
          <p:spPr>
            <a:xfrm>
              <a:off x="1270510" y="4697390"/>
              <a:ext cx="1508519" cy="669073"/>
            </a:xfrm>
            <a:prstGeom prst="bentUpArrow">
              <a:avLst>
                <a:gd name="adj1" fmla="val 10000"/>
                <a:gd name="adj2" fmla="val 13333"/>
                <a:gd name="adj3" fmla="val 25000"/>
              </a:avLst>
            </a:prstGeom>
            <a:grpFill/>
            <a:ln>
              <a:solidFill>
                <a:srgbClr val="FF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cxnSp>
          <p:nvCxnSpPr>
            <p:cNvPr id="11" name="Conector recto 10">
              <a:extLst>
                <a:ext uri="{FF2B5EF4-FFF2-40B4-BE49-F238E27FC236}">
                  <a16:creationId xmlns:a16="http://schemas.microsoft.com/office/drawing/2014/main" id="{83701C30-3C3E-3359-9E04-1E57B5549B7E}"/>
                </a:ext>
              </a:extLst>
            </p:cNvPr>
            <p:cNvCxnSpPr>
              <a:cxnSpLocks/>
            </p:cNvCxnSpPr>
            <p:nvPr/>
          </p:nvCxnSpPr>
          <p:spPr>
            <a:xfrm>
              <a:off x="1292812" y="4697390"/>
              <a:ext cx="0" cy="669072"/>
            </a:xfrm>
            <a:prstGeom prst="line">
              <a:avLst/>
            </a:prstGeom>
            <a:grpFill/>
            <a:ln w="76200">
              <a:solidFill>
                <a:srgbClr val="FF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Grupo 12">
            <a:extLst>
              <a:ext uri="{FF2B5EF4-FFF2-40B4-BE49-F238E27FC236}">
                <a16:creationId xmlns:a16="http://schemas.microsoft.com/office/drawing/2014/main" id="{AEBA5BC3-4FCA-4BDB-2734-67D4CF07FFAA}"/>
              </a:ext>
            </a:extLst>
          </p:cNvPr>
          <p:cNvGrpSpPr/>
          <p:nvPr/>
        </p:nvGrpSpPr>
        <p:grpSpPr>
          <a:xfrm flipH="1">
            <a:off x="7342915" y="5566313"/>
            <a:ext cx="1842647" cy="669073"/>
            <a:chOff x="1270510" y="4697390"/>
            <a:chExt cx="1508519" cy="669073"/>
          </a:xfrm>
        </p:grpSpPr>
        <p:sp>
          <p:nvSpPr>
            <p:cNvPr id="14" name="Flecha doblada hacia arriba 13">
              <a:extLst>
                <a:ext uri="{FF2B5EF4-FFF2-40B4-BE49-F238E27FC236}">
                  <a16:creationId xmlns:a16="http://schemas.microsoft.com/office/drawing/2014/main" id="{18B09368-443D-A3D9-CAB2-6C2DE40DC53E}"/>
                </a:ext>
              </a:extLst>
            </p:cNvPr>
            <p:cNvSpPr/>
            <p:nvPr/>
          </p:nvSpPr>
          <p:spPr>
            <a:xfrm>
              <a:off x="1270510" y="4697390"/>
              <a:ext cx="1508519" cy="669073"/>
            </a:xfrm>
            <a:prstGeom prst="bentUpArrow">
              <a:avLst>
                <a:gd name="adj1" fmla="val 10000"/>
                <a:gd name="adj2" fmla="val 13333"/>
                <a:gd name="adj3" fmla="val 25000"/>
              </a:avLst>
            </a:prstGeom>
            <a:solidFill>
              <a:srgbClr val="00B050"/>
            </a:solidFill>
            <a:ln>
              <a:solidFill>
                <a:srgbClr val="00B05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cxnSp>
          <p:nvCxnSpPr>
            <p:cNvPr id="15" name="Conector recto 14">
              <a:extLst>
                <a:ext uri="{FF2B5EF4-FFF2-40B4-BE49-F238E27FC236}">
                  <a16:creationId xmlns:a16="http://schemas.microsoft.com/office/drawing/2014/main" id="{C467DC6A-0B83-F45A-804A-8497EAAC32AF}"/>
                </a:ext>
              </a:extLst>
            </p:cNvPr>
            <p:cNvCxnSpPr>
              <a:cxnSpLocks/>
            </p:cNvCxnSpPr>
            <p:nvPr/>
          </p:nvCxnSpPr>
          <p:spPr>
            <a:xfrm>
              <a:off x="1292812" y="4697390"/>
              <a:ext cx="0" cy="669072"/>
            </a:xfrm>
            <a:prstGeom prst="line">
              <a:avLst/>
            </a:prstGeom>
            <a:ln w="76200">
              <a:solidFill>
                <a:srgbClr val="00B05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upo 15">
            <a:extLst>
              <a:ext uri="{FF2B5EF4-FFF2-40B4-BE49-F238E27FC236}">
                <a16:creationId xmlns:a16="http://schemas.microsoft.com/office/drawing/2014/main" id="{9C0FD732-EF64-0975-00C6-96B59A5379F7}"/>
              </a:ext>
            </a:extLst>
          </p:cNvPr>
          <p:cNvGrpSpPr/>
          <p:nvPr/>
        </p:nvGrpSpPr>
        <p:grpSpPr>
          <a:xfrm flipH="1">
            <a:off x="4445406" y="5566312"/>
            <a:ext cx="4947963" cy="853372"/>
            <a:chOff x="1270510" y="4697390"/>
            <a:chExt cx="1508519" cy="669073"/>
          </a:xfrm>
        </p:grpSpPr>
        <p:sp>
          <p:nvSpPr>
            <p:cNvPr id="17" name="Flecha doblada hacia arriba 16">
              <a:extLst>
                <a:ext uri="{FF2B5EF4-FFF2-40B4-BE49-F238E27FC236}">
                  <a16:creationId xmlns:a16="http://schemas.microsoft.com/office/drawing/2014/main" id="{FB50FA0B-E262-1CB4-2CB3-A25BA83D798D}"/>
                </a:ext>
              </a:extLst>
            </p:cNvPr>
            <p:cNvSpPr/>
            <p:nvPr/>
          </p:nvSpPr>
          <p:spPr>
            <a:xfrm>
              <a:off x="1270510" y="4697390"/>
              <a:ext cx="1508519" cy="669073"/>
            </a:xfrm>
            <a:prstGeom prst="bentUpArrow">
              <a:avLst>
                <a:gd name="adj1" fmla="val 7767"/>
                <a:gd name="adj2" fmla="val 11473"/>
                <a:gd name="adj3" fmla="val 19791"/>
              </a:avLst>
            </a:prstGeom>
            <a:solidFill>
              <a:srgbClr val="00B050"/>
            </a:solidFill>
            <a:ln>
              <a:solidFill>
                <a:srgbClr val="00B05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cxnSp>
          <p:nvCxnSpPr>
            <p:cNvPr id="18" name="Conector recto 17">
              <a:extLst>
                <a:ext uri="{FF2B5EF4-FFF2-40B4-BE49-F238E27FC236}">
                  <a16:creationId xmlns:a16="http://schemas.microsoft.com/office/drawing/2014/main" id="{2963F4F0-DE91-2F41-57B9-03B1EC7B55D2}"/>
                </a:ext>
              </a:extLst>
            </p:cNvPr>
            <p:cNvCxnSpPr>
              <a:cxnSpLocks/>
            </p:cNvCxnSpPr>
            <p:nvPr/>
          </p:nvCxnSpPr>
          <p:spPr>
            <a:xfrm>
              <a:off x="1280662" y="4697390"/>
              <a:ext cx="0" cy="669072"/>
            </a:xfrm>
            <a:prstGeom prst="line">
              <a:avLst/>
            </a:prstGeom>
            <a:ln w="76200">
              <a:solidFill>
                <a:srgbClr val="00B05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Rectángulo 18">
            <a:extLst>
              <a:ext uri="{FF2B5EF4-FFF2-40B4-BE49-F238E27FC236}">
                <a16:creationId xmlns:a16="http://schemas.microsoft.com/office/drawing/2014/main" id="{0B1D1213-0A2A-1DAE-D308-0C7479C11084}"/>
              </a:ext>
            </a:extLst>
          </p:cNvPr>
          <p:cNvSpPr/>
          <p:nvPr/>
        </p:nvSpPr>
        <p:spPr>
          <a:xfrm>
            <a:off x="9767022" y="5865541"/>
            <a:ext cx="2424978" cy="992459"/>
          </a:xfrm>
          <a:prstGeom prst="rect">
            <a:avLst/>
          </a:prstGeom>
          <a:solidFill>
            <a:schemeClr val="bg2"/>
          </a:solidFill>
          <a:ln w="38100">
            <a:solidFill>
              <a:srgbClr val="8B1B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1" name="Flecha derecha 20">
            <a:extLst>
              <a:ext uri="{FF2B5EF4-FFF2-40B4-BE49-F238E27FC236}">
                <a16:creationId xmlns:a16="http://schemas.microsoft.com/office/drawing/2014/main" id="{0F90B66B-5325-BBD6-6064-A6141873C9C2}"/>
              </a:ext>
            </a:extLst>
          </p:cNvPr>
          <p:cNvSpPr/>
          <p:nvPr/>
        </p:nvSpPr>
        <p:spPr>
          <a:xfrm>
            <a:off x="9850711" y="5983235"/>
            <a:ext cx="724830" cy="278781"/>
          </a:xfrm>
          <a:prstGeom prst="rightArrow">
            <a:avLst/>
          </a:prstGeom>
          <a:solidFill>
            <a:srgbClr val="00B050"/>
          </a:solidFill>
          <a:ln>
            <a:solidFill>
              <a:srgbClr val="00B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06084597-4B09-0419-D5B5-AF7F0ED783CC}"/>
              </a:ext>
            </a:extLst>
          </p:cNvPr>
          <p:cNvSpPr txBox="1"/>
          <p:nvPr/>
        </p:nvSpPr>
        <p:spPr>
          <a:xfrm>
            <a:off x="10748333" y="5937959"/>
            <a:ext cx="14045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Depends on</a:t>
            </a:r>
          </a:p>
        </p:txBody>
      </p:sp>
      <p:sp>
        <p:nvSpPr>
          <p:cNvPr id="23" name="Flecha derecha 22">
            <a:extLst>
              <a:ext uri="{FF2B5EF4-FFF2-40B4-BE49-F238E27FC236}">
                <a16:creationId xmlns:a16="http://schemas.microsoft.com/office/drawing/2014/main" id="{FD1AF517-9846-2453-16ED-B9F5B0D31E29}"/>
              </a:ext>
            </a:extLst>
          </p:cNvPr>
          <p:cNvSpPr/>
          <p:nvPr/>
        </p:nvSpPr>
        <p:spPr>
          <a:xfrm>
            <a:off x="9850711" y="6479464"/>
            <a:ext cx="724830" cy="278781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BF08AEF6-D1BF-F7F3-90D6-C6960EDFD01C}"/>
              </a:ext>
            </a:extLst>
          </p:cNvPr>
          <p:cNvSpPr txBox="1"/>
          <p:nvPr/>
        </p:nvSpPr>
        <p:spPr>
          <a:xfrm>
            <a:off x="10748333" y="6412556"/>
            <a:ext cx="11031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Excludes</a:t>
            </a:r>
          </a:p>
        </p:txBody>
      </p:sp>
      <p:pic>
        <p:nvPicPr>
          <p:cNvPr id="25" name="Gráfico 24">
            <a:extLst>
              <a:ext uri="{FF2B5EF4-FFF2-40B4-BE49-F238E27FC236}">
                <a16:creationId xmlns:a16="http://schemas.microsoft.com/office/drawing/2014/main" id="{D67680A9-C3EE-0B4D-737F-42E2CB6707C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89244" y="4799810"/>
            <a:ext cx="386297" cy="386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6754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isa-v2">
  <a:themeElements>
    <a:clrScheme name="Colores Cristina">
      <a:dk1>
        <a:srgbClr val="141414"/>
      </a:dk1>
      <a:lt1>
        <a:sysClr val="window" lastClr="FFFFFF"/>
      </a:lt1>
      <a:dk2>
        <a:srgbClr val="A8003B"/>
      </a:dk2>
      <a:lt2>
        <a:srgbClr val="FFFFFF"/>
      </a:lt2>
      <a:accent1>
        <a:srgbClr val="A8003B"/>
      </a:accent1>
      <a:accent2>
        <a:srgbClr val="A8003B"/>
      </a:accent2>
      <a:accent3>
        <a:srgbClr val="00504D"/>
      </a:accent3>
      <a:accent4>
        <a:srgbClr val="00A19B"/>
      </a:accent4>
      <a:accent5>
        <a:srgbClr val="4BACC6"/>
      </a:accent5>
      <a:accent6>
        <a:srgbClr val="967140"/>
      </a:accent6>
      <a:hlink>
        <a:srgbClr val="0000FF"/>
      </a:hlink>
      <a:folHlink>
        <a:srgbClr val="800080"/>
      </a:folHlink>
    </a:clrScheme>
    <a:fontScheme name="Horizonte">
      <a:maj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isa-v2">
  <a:themeElements>
    <a:clrScheme name="Colores Cristina">
      <a:dk1>
        <a:srgbClr val="141414"/>
      </a:dk1>
      <a:lt1>
        <a:sysClr val="window" lastClr="FFFFFF"/>
      </a:lt1>
      <a:dk2>
        <a:srgbClr val="A8003B"/>
      </a:dk2>
      <a:lt2>
        <a:srgbClr val="FFFFFF"/>
      </a:lt2>
      <a:accent1>
        <a:srgbClr val="A8003B"/>
      </a:accent1>
      <a:accent2>
        <a:srgbClr val="A8003B"/>
      </a:accent2>
      <a:accent3>
        <a:srgbClr val="00504D"/>
      </a:accent3>
      <a:accent4>
        <a:srgbClr val="00A19B"/>
      </a:accent4>
      <a:accent5>
        <a:srgbClr val="4BACC6"/>
      </a:accent5>
      <a:accent6>
        <a:srgbClr val="967140"/>
      </a:accent6>
      <a:hlink>
        <a:srgbClr val="0000FF"/>
      </a:hlink>
      <a:folHlink>
        <a:srgbClr val="800080"/>
      </a:folHlink>
    </a:clrScheme>
    <a:fontScheme name="Horizonte">
      <a:maj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8914df6-f81e-44fe-8da3-31cef5d48baf" xsi:nil="true"/>
    <lcf76f155ced4ddcb4097134ff3c332f xmlns="49df82a0-becc-4ef3-aa57-ac77f6d841c6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009037354106145AFF53138C3A15B5B" ma:contentTypeVersion="17" ma:contentTypeDescription="Crear nuevo documento." ma:contentTypeScope="" ma:versionID="c14e123252ae82666fbd2866e6fbdb99">
  <xsd:schema xmlns:xsd="http://www.w3.org/2001/XMLSchema" xmlns:xs="http://www.w3.org/2001/XMLSchema" xmlns:p="http://schemas.microsoft.com/office/2006/metadata/properties" xmlns:ns2="49df82a0-becc-4ef3-aa57-ac77f6d841c6" xmlns:ns3="28914df6-f81e-44fe-8da3-31cef5d48baf" targetNamespace="http://schemas.microsoft.com/office/2006/metadata/properties" ma:root="true" ma:fieldsID="7f2abced8826decc87f6846122c80dcc" ns2:_="" ns3:_="">
    <xsd:import namespace="49df82a0-becc-4ef3-aa57-ac77f6d841c6"/>
    <xsd:import namespace="28914df6-f81e-44fe-8da3-31cef5d48ba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df82a0-becc-4ef3-aa57-ac77f6d841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Etiquetas de imagen" ma:readOnly="false" ma:fieldId="{5cf76f15-5ced-4ddc-b409-7134ff3c332f}" ma:taxonomyMulti="true" ma:sspId="5543dc2c-c282-4bcc-a46d-38262559636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8914df6-f81e-44fe-8da3-31cef5d48baf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6e318aa8-aa72-4d3f-82ad-179b0daa7511}" ma:internalName="TaxCatchAll" ma:showField="CatchAllData" ma:web="28914df6-f81e-44fe-8da3-31cef5d48ba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7E3F93E-46CE-4709-90F5-743461247A81}">
  <ds:schemaRefs>
    <ds:schemaRef ds:uri="http://schemas.microsoft.com/office/2006/metadata/properties"/>
    <ds:schemaRef ds:uri="http://www.w3.org/2000/xmlns/"/>
    <ds:schemaRef ds:uri="28914df6-f81e-44fe-8da3-31cef5d48baf"/>
    <ds:schemaRef ds:uri="http://www.w3.org/2001/XMLSchema-instance"/>
    <ds:schemaRef ds:uri="49df82a0-becc-4ef3-aa57-ac77f6d841c6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5CA2171B-CD22-4571-B5E0-6855EC799ED2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49df82a0-becc-4ef3-aa57-ac77f6d841c6"/>
    <ds:schemaRef ds:uri="28914df6-f81e-44fe-8da3-31cef5d48baf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B066068-8CCD-4AC0-A0E7-63369DC6BB0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56451</TotalTime>
  <Words>3007</Words>
  <Application>Microsoft Macintosh PowerPoint</Application>
  <PresentationFormat>Panorámica</PresentationFormat>
  <Paragraphs>438</Paragraphs>
  <Slides>49</Slides>
  <Notes>44</Notes>
  <HiddenSlides>7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49</vt:i4>
      </vt:variant>
    </vt:vector>
  </HeadingPairs>
  <TitlesOfParts>
    <vt:vector size="56" baseType="lpstr">
      <vt:lpstr>Aharoni</vt:lpstr>
      <vt:lpstr>Arial</vt:lpstr>
      <vt:lpstr>Arial Narrow</vt:lpstr>
      <vt:lpstr>Calibri</vt:lpstr>
      <vt:lpstr>Helvetica</vt:lpstr>
      <vt:lpstr>Roboto</vt:lpstr>
      <vt:lpstr>isa-v2</vt:lpstr>
      <vt:lpstr>Pricing Intelligence: Rethinking IS Engineering in Volatile SaaS Environments</vt:lpstr>
      <vt:lpstr>SaaS Pricings</vt:lpstr>
      <vt:lpstr>Presentación de PowerPoint</vt:lpstr>
      <vt:lpstr>Presentación de PowerPoint</vt:lpstr>
      <vt:lpstr>Presentación de PowerPoint</vt:lpstr>
      <vt:lpstr>SaaS Pricings</vt:lpstr>
      <vt:lpstr>SaaS Pricings</vt:lpstr>
      <vt:lpstr>SaaS Pricings</vt:lpstr>
      <vt:lpstr>SaaS Pricings</vt:lpstr>
      <vt:lpstr>SaaS Pricings</vt:lpstr>
      <vt:lpstr>Presentación de PowerPoint</vt:lpstr>
      <vt:lpstr>Configuration Space</vt:lpstr>
      <vt:lpstr>Curse of Customization</vt:lpstr>
      <vt:lpstr>Curse of Customization</vt:lpstr>
      <vt:lpstr>Intelligent Pricing (iPricing)</vt:lpstr>
      <vt:lpstr>Intelligent Pricing (iPricing)</vt:lpstr>
      <vt:lpstr>Intelligent Pricing (iPricing)</vt:lpstr>
      <vt:lpstr>Presentación de PowerPoint</vt:lpstr>
      <vt:lpstr>Pricing Intelligence (PI)</vt:lpstr>
      <vt:lpstr>Presentación de PowerPoint</vt:lpstr>
      <vt:lpstr>Pricing Intelligence Interpretation Process (PIIP)</vt:lpstr>
      <vt:lpstr>Capability Layer</vt:lpstr>
      <vt:lpstr>Holistic Agent for Reasoning on Value and Economic analYsis (H.A.R.V.E.Y.)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Evaluation</vt:lpstr>
      <vt:lpstr>Methodology</vt:lpstr>
      <vt:lpstr>Methodology</vt:lpstr>
      <vt:lpstr>Current Coverage of PI Needs</vt:lpstr>
      <vt:lpstr>Strategy and Value Accuracy</vt:lpstr>
      <vt:lpstr>Strategy and Value Accuracy</vt:lpstr>
      <vt:lpstr>Strategy and Value Accuracy</vt:lpstr>
      <vt:lpstr>Strategy and Value Accuracy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Conclusions</vt:lpstr>
      <vt:lpstr>Pricing Intelligence: Rethinking IS Engineering in Volatile SaaS Environments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ISA · SCORE presentation template</dc:title>
  <dc:subject/>
  <dc:creator>SCORE Lab · Universidad de Sevilla</dc:creator>
  <cp:keywords/>
  <dc:description/>
  <cp:lastModifiedBy>Francisco Javier Cavero López</cp:lastModifiedBy>
  <cp:revision>311</cp:revision>
  <dcterms:created xsi:type="dcterms:W3CDTF">2022-08-04T07:42:23Z</dcterms:created>
  <dcterms:modified xsi:type="dcterms:W3CDTF">2026-06-10T06:10:04Z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0x010100D009037354106145AFF53138C3A15B5B</vt:lpwstr>
  </property>
  <property fmtid="{D5CDD505-2E9C-101B-9397-08002B2CF9AE}" pid="3" name="MediaServiceImageTags">
    <vt:lpwstr/>
  </property>
</Properties>
</file>