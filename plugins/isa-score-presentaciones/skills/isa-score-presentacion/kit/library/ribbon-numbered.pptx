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34" r:id="rId11"/>
  </p:sldMasterIdLst>
  <p:notesMasterIdLst>
    <p:notesMasterId r:id="rId54"/>
  </p:notesMasterIdLst>
  <p:sldIdLst>
    <p:sldId id="25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E6207-2E42-A260-2215-7A89D342B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FC912F-0B03-D312-DED4-DD898B286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1D0BD8-73B3-E211-26E0-65118115E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F9209-4628-B4FB-E6E0-123E1F79F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65886-8DD7-1841-8F61-7FEC91FB9E8A}" type="datetime1">
              <a:rPr lang="es-ES" smtClean="0"/>
              <a:t>9/9/25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0833EA-567D-295F-B6E5-F775B5F3B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579C0A-6389-7D9C-4D5B-18B13C7F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12795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A9291-70AC-CD38-AD5D-010207DEC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B8DAA2-F21E-BFE9-9B59-A72BDAE84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D38451-C6D1-5796-7106-9408DD8F4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CF22-3490-9C48-AAD0-9008F0F5E66B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768F4E-4F54-3BFD-9F5D-4438F92B7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6B18AE-E547-2306-32A2-13DE8B80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74675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9CCD92A-A34E-D2C0-2FEB-CE76263D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A5CA3-3CE9-7948-97E8-98AAE23B93A7}" type="datetime1">
              <a:rPr lang="es-ES" smtClean="0"/>
              <a:t>9/9/25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AED4A33-0891-60B6-1F80-1FEC82DF0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347339-E438-EEF2-8C9F-F0478DE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78BBE-A5FA-4073-915E-8A98A1CFAC5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2534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82162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37DC6-EC15-0C9E-D8E2-B2AB070C1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14E880-E1B2-2E0E-6B31-AD987993B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476F32-EBF2-5C81-6D4D-9DDAB2F7E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936FD-3C1D-3C44-8C1A-BA0BF1527D36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28D3DC-E745-18DF-4D74-9AF39DA7A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B7C02-E7C5-F3D5-275D-AA85253E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76488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4251F-4AA8-74F0-541B-9046533CC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C8FF0B-F75B-8CEA-494D-013B68CEC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5C4BB9-CCBD-7DDF-8D12-CC585B5E3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4CE30-A6A7-7342-AFF7-ED5837B486D0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7F3354-CCA3-443B-6324-479B8FFB7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6431B3-370F-FB68-33AA-D1FC5B73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0299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9900D-4D3A-ED57-5B28-27B4430FD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FE2983-7D96-A3EA-731D-9D61FC476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0F6D-EFD2-DE46-BC52-87FCA8D61492}" type="datetime1">
              <a:rPr lang="es-ES" smtClean="0"/>
              <a:t>9/9/25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295434-EFDD-E0A3-EDBF-7A17BDEA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AFC4B29-FDF1-AF4B-BDC0-89717452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85634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F158087-E991-B6ED-CDC3-2AB5A02C1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84DFC4-E067-6008-074F-B7FEA1304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7C1AC6-435B-4A03-96D3-0FA332BF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C80D-DE82-934F-B6DA-F93999FE90FF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99AFD2-B451-33BE-D1CC-E28BFE250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218213-6836-6471-8437-0D14EE12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5663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56B66-FEDB-2FEC-479B-652E26E2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7522AA-44FC-1B36-1272-E6C35FA19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354B46-7846-1091-12C8-C8740FEB6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9173700-6089-0C6E-2CAB-C25DF1D7D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81C747-CF4C-6357-FE04-5E64B3CF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27B91CA-BC39-D01F-E846-BBA3D294C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F0AA-8EF7-1A42-A098-F69E5937DF6C}" type="datetime1">
              <a:rPr lang="es-ES" smtClean="0"/>
              <a:t>9/9/25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1875CB-8D86-4A15-64FD-9CEF2A30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35C1C11-EB90-752A-F5E8-A29B7FFE9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58672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20DBD-387C-9797-C3D8-463B67EB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BCD540-46F6-9341-DC8D-2C48316D2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62607B-4A75-204A-545B-424C6FEF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35E11-D71D-A146-BF49-B1ECF88DD0F1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4E28A4-5F37-5A00-561B-7C55A775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38CF9D-E5BE-1F9D-0996-AD080A47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87970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2CA51-9759-CD68-5CC3-F2657CB8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125010-4404-32D0-FABE-270D3A530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F88668-3D27-4C2E-7065-81782A076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C9D353-59FF-B5EE-4969-899AD703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4121-E195-C147-8E03-AE5DA9552ECC}" type="datetime1">
              <a:rPr lang="es-ES" smtClean="0"/>
              <a:t>9/9/25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5E41CA-20F0-4A97-914D-7AEBEFF8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DAD3DB-9679-7FEE-3425-76EF8C75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11564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B4F94-C924-99C1-88E7-FD092AD1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696094-7949-AE1C-B6AD-52DEB5DCB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FB0D63-45BD-5A3C-EF9E-F617B4289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7B709B-D5AA-7B8D-742A-6A451E1E7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B2B1-D5E6-3346-B0C4-5D24BAD756F0}" type="datetime1">
              <a:rPr lang="es-ES" smtClean="0"/>
              <a:t>9/9/25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964EAD-FEA8-66B0-3C7B-59E1CE605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DEC519-DE0B-7651-A797-121D4927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89324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06C415F-4666-E7C3-7116-D2922CA9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0AE60B-3ED2-D693-90DA-957DE6D75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C8C4A6-A84A-8738-F9D3-86965BF4F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F3EB5-4A05-9A45-9D66-C70D573B598D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9120A4-D6CE-93B1-B314-16B569AD5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BC055D-5F47-132A-38C7-3B4882408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8771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4F8C94EF-25D5-6AAA-C07B-6494385F8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8AB21-71FD-3D70-C0CA-9A014A5C3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314" y="0"/>
            <a:ext cx="10657371" cy="1325563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rgbClr val="7E0029"/>
                </a:solidFill>
              </a:rPr>
              <a:t>RQ</a:t>
            </a:r>
            <a:r>
              <a:rPr lang="es-ES" b="1" baseline="-25000" dirty="0">
                <a:solidFill>
                  <a:srgbClr val="7E0029"/>
                </a:solidFill>
              </a:rPr>
              <a:t>3</a:t>
            </a:r>
            <a:r>
              <a:rPr lang="es-ES" b="1" dirty="0">
                <a:solidFill>
                  <a:srgbClr val="7E0029"/>
                </a:solidFill>
              </a:rPr>
              <a:t>: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Does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Pricing2Yaml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provide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enough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expressiveness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to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represent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real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world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pricings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?</a:t>
            </a:r>
            <a:endParaRPr lang="es-ES" b="1" dirty="0">
              <a:solidFill>
                <a:srgbClr val="7E0029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3353A2B-555E-218A-B9FF-9D0C63ED6DD3}"/>
              </a:ext>
            </a:extLst>
          </p:cNvPr>
          <p:cNvSpPr txBox="1"/>
          <p:nvPr/>
        </p:nvSpPr>
        <p:spPr>
          <a:xfrm>
            <a:off x="11671950" y="63347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solidFill>
                  <a:srgbClr val="7E0029"/>
                </a:solidFill>
              </a:rPr>
              <a:t>17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D30D5FC3-A1B0-06A5-EFB2-D59F85FBF58F}"/>
              </a:ext>
            </a:extLst>
          </p:cNvPr>
          <p:cNvGrpSpPr/>
          <p:nvPr/>
        </p:nvGrpSpPr>
        <p:grpSpPr>
          <a:xfrm>
            <a:off x="275529" y="2629391"/>
            <a:ext cx="3638708" cy="2486263"/>
            <a:chOff x="28575" y="4371737"/>
            <a:chExt cx="3638708" cy="2486263"/>
          </a:xfrm>
        </p:grpSpPr>
        <p:pic>
          <p:nvPicPr>
            <p:cNvPr id="7" name="Imagen 6" descr="Código QR&#10;&#10;El contenido generado por IA puede ser incorrecto.">
              <a:extLst>
                <a:ext uri="{FF2B5EF4-FFF2-40B4-BE49-F238E27FC236}">
                  <a16:creationId xmlns:a16="http://schemas.microsoft.com/office/drawing/2014/main" id="{53826067-9A3F-4245-AE86-163D06011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75" y="4371737"/>
              <a:ext cx="2486263" cy="2486263"/>
            </a:xfrm>
            <a:prstGeom prst="rect">
              <a:avLst/>
            </a:prstGeom>
          </p:spPr>
        </p:pic>
        <p:pic>
          <p:nvPicPr>
            <p:cNvPr id="9" name="Gráfico 8" descr="Etiqueta con relleno sólido">
              <a:extLst>
                <a:ext uri="{FF2B5EF4-FFF2-40B4-BE49-F238E27FC236}">
                  <a16:creationId xmlns:a16="http://schemas.microsoft.com/office/drawing/2014/main" id="{97E54F3F-4502-4EC9-4A29-14007F374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48203" y="4555924"/>
              <a:ext cx="1519080" cy="1519080"/>
            </a:xfrm>
            <a:prstGeom prst="rect">
              <a:avLst/>
            </a:prstGeom>
          </p:spPr>
        </p:pic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8BAF5C40-8A4D-F369-ED85-25D15F8F7ED4}"/>
                </a:ext>
              </a:extLst>
            </p:cNvPr>
            <p:cNvSpPr txBox="1"/>
            <p:nvPr/>
          </p:nvSpPr>
          <p:spPr>
            <a:xfrm rot="2735909">
              <a:off x="2595124" y="5166571"/>
              <a:ext cx="8162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800" b="1" dirty="0">
                  <a:solidFill>
                    <a:schemeClr val="bg1"/>
                  </a:solidFill>
                </a:rPr>
                <a:t>v3.0</a:t>
              </a:r>
              <a:endParaRPr lang="es-ES_tradnl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61" name="Grupo 360">
            <a:extLst>
              <a:ext uri="{FF2B5EF4-FFF2-40B4-BE49-F238E27FC236}">
                <a16:creationId xmlns:a16="http://schemas.microsoft.com/office/drawing/2014/main" id="{6A73F277-B339-87F2-139A-07162B88CF0C}"/>
              </a:ext>
            </a:extLst>
          </p:cNvPr>
          <p:cNvGrpSpPr/>
          <p:nvPr/>
        </p:nvGrpSpPr>
        <p:grpSpPr>
          <a:xfrm>
            <a:off x="3645465" y="1325563"/>
            <a:ext cx="8377818" cy="1606291"/>
            <a:chOff x="1885375" y="1219750"/>
            <a:chExt cx="5551408" cy="1154075"/>
          </a:xfrm>
        </p:grpSpPr>
        <p:sp>
          <p:nvSpPr>
            <p:cNvPr id="13" name="Google Shape;121;p17">
              <a:extLst>
                <a:ext uri="{FF2B5EF4-FFF2-40B4-BE49-F238E27FC236}">
                  <a16:creationId xmlns:a16="http://schemas.microsoft.com/office/drawing/2014/main" id="{10070719-E6A5-0A17-2552-658F0AAF1FD3}"/>
                </a:ext>
              </a:extLst>
            </p:cNvPr>
            <p:cNvSpPr/>
            <p:nvPr/>
          </p:nvSpPr>
          <p:spPr>
            <a:xfrm>
              <a:off x="1885375" y="1219750"/>
              <a:ext cx="5551408" cy="1078983"/>
            </a:xfrm>
            <a:custGeom>
              <a:avLst/>
              <a:gdLst/>
              <a:ahLst/>
              <a:cxnLst/>
              <a:rect l="l" t="t" r="r" b="b"/>
              <a:pathLst>
                <a:path w="285750" h="65294" extrusionOk="0">
                  <a:moveTo>
                    <a:pt x="201375" y="0"/>
                  </a:moveTo>
                  <a:lnTo>
                    <a:pt x="196427" y="42"/>
                  </a:lnTo>
                  <a:lnTo>
                    <a:pt x="191562" y="126"/>
                  </a:lnTo>
                  <a:lnTo>
                    <a:pt x="186740" y="252"/>
                  </a:lnTo>
                  <a:lnTo>
                    <a:pt x="182001" y="419"/>
                  </a:lnTo>
                  <a:lnTo>
                    <a:pt x="177262" y="629"/>
                  </a:lnTo>
                  <a:lnTo>
                    <a:pt x="172607" y="881"/>
                  </a:lnTo>
                  <a:lnTo>
                    <a:pt x="168036" y="1174"/>
                  </a:lnTo>
                  <a:lnTo>
                    <a:pt x="163465" y="1468"/>
                  </a:lnTo>
                  <a:lnTo>
                    <a:pt x="158936" y="1845"/>
                  </a:lnTo>
                  <a:lnTo>
                    <a:pt x="154449" y="2181"/>
                  </a:lnTo>
                  <a:lnTo>
                    <a:pt x="149962" y="2600"/>
                  </a:lnTo>
                  <a:lnTo>
                    <a:pt x="141156" y="3439"/>
                  </a:lnTo>
                  <a:lnTo>
                    <a:pt x="132391" y="4319"/>
                  </a:lnTo>
                  <a:lnTo>
                    <a:pt x="123668" y="5242"/>
                  </a:lnTo>
                  <a:lnTo>
                    <a:pt x="109368" y="6752"/>
                  </a:lnTo>
                  <a:lnTo>
                    <a:pt x="102197" y="7465"/>
                  </a:lnTo>
                  <a:lnTo>
                    <a:pt x="95026" y="8136"/>
                  </a:lnTo>
                  <a:lnTo>
                    <a:pt x="87771" y="8765"/>
                  </a:lnTo>
                  <a:lnTo>
                    <a:pt x="80433" y="9310"/>
                  </a:lnTo>
                  <a:lnTo>
                    <a:pt x="73052" y="9771"/>
                  </a:lnTo>
                  <a:lnTo>
                    <a:pt x="69320" y="9939"/>
                  </a:lnTo>
                  <a:lnTo>
                    <a:pt x="65546" y="10106"/>
                  </a:lnTo>
                  <a:lnTo>
                    <a:pt x="61729" y="10274"/>
                  </a:lnTo>
                  <a:lnTo>
                    <a:pt x="57913" y="10358"/>
                  </a:lnTo>
                  <a:lnTo>
                    <a:pt x="54055" y="10442"/>
                  </a:lnTo>
                  <a:lnTo>
                    <a:pt x="50197" y="10484"/>
                  </a:lnTo>
                  <a:lnTo>
                    <a:pt x="42271" y="10484"/>
                  </a:lnTo>
                  <a:lnTo>
                    <a:pt x="38287" y="10400"/>
                  </a:lnTo>
                  <a:lnTo>
                    <a:pt x="34220" y="10274"/>
                  </a:lnTo>
                  <a:lnTo>
                    <a:pt x="30110" y="10148"/>
                  </a:lnTo>
                  <a:lnTo>
                    <a:pt x="26000" y="9939"/>
                  </a:lnTo>
                  <a:lnTo>
                    <a:pt x="21807" y="9687"/>
                  </a:lnTo>
                  <a:lnTo>
                    <a:pt x="17529" y="9436"/>
                  </a:lnTo>
                  <a:lnTo>
                    <a:pt x="13252" y="9100"/>
                  </a:lnTo>
                  <a:lnTo>
                    <a:pt x="8890" y="8681"/>
                  </a:lnTo>
                  <a:lnTo>
                    <a:pt x="4487" y="8261"/>
                  </a:lnTo>
                  <a:lnTo>
                    <a:pt x="0" y="7758"/>
                  </a:lnTo>
                  <a:lnTo>
                    <a:pt x="0" y="62232"/>
                  </a:lnTo>
                  <a:lnTo>
                    <a:pt x="4865" y="62778"/>
                  </a:lnTo>
                  <a:lnTo>
                    <a:pt x="9645" y="63281"/>
                  </a:lnTo>
                  <a:lnTo>
                    <a:pt x="14300" y="63700"/>
                  </a:lnTo>
                  <a:lnTo>
                    <a:pt x="18913" y="64078"/>
                  </a:lnTo>
                  <a:lnTo>
                    <a:pt x="23442" y="64413"/>
                  </a:lnTo>
                  <a:lnTo>
                    <a:pt x="27845" y="64665"/>
                  </a:lnTo>
                  <a:lnTo>
                    <a:pt x="32207" y="64874"/>
                  </a:lnTo>
                  <a:lnTo>
                    <a:pt x="36484" y="65042"/>
                  </a:lnTo>
                  <a:lnTo>
                    <a:pt x="40720" y="65168"/>
                  </a:lnTo>
                  <a:lnTo>
                    <a:pt x="44829" y="65252"/>
                  </a:lnTo>
                  <a:lnTo>
                    <a:pt x="48897" y="65294"/>
                  </a:lnTo>
                  <a:lnTo>
                    <a:pt x="52923" y="65294"/>
                  </a:lnTo>
                  <a:lnTo>
                    <a:pt x="56865" y="65252"/>
                  </a:lnTo>
                  <a:lnTo>
                    <a:pt x="60765" y="65168"/>
                  </a:lnTo>
                  <a:lnTo>
                    <a:pt x="64623" y="65042"/>
                  </a:lnTo>
                  <a:lnTo>
                    <a:pt x="68439" y="64916"/>
                  </a:lnTo>
                  <a:lnTo>
                    <a:pt x="72171" y="64707"/>
                  </a:lnTo>
                  <a:lnTo>
                    <a:pt x="75904" y="64497"/>
                  </a:lnTo>
                  <a:lnTo>
                    <a:pt x="79552" y="64287"/>
                  </a:lnTo>
                  <a:lnTo>
                    <a:pt x="83159" y="64036"/>
                  </a:lnTo>
                  <a:lnTo>
                    <a:pt x="90330" y="63407"/>
                  </a:lnTo>
                  <a:lnTo>
                    <a:pt x="97375" y="62736"/>
                  </a:lnTo>
                  <a:lnTo>
                    <a:pt x="104294" y="62023"/>
                  </a:lnTo>
                  <a:lnTo>
                    <a:pt x="111172" y="61226"/>
                  </a:lnTo>
                  <a:lnTo>
                    <a:pt x="124843" y="59591"/>
                  </a:lnTo>
                  <a:lnTo>
                    <a:pt x="133062" y="58626"/>
                  </a:lnTo>
                  <a:lnTo>
                    <a:pt x="141323" y="57661"/>
                  </a:lnTo>
                  <a:lnTo>
                    <a:pt x="149669" y="56739"/>
                  </a:lnTo>
                  <a:lnTo>
                    <a:pt x="153904" y="56320"/>
                  </a:lnTo>
                  <a:lnTo>
                    <a:pt x="158182" y="55900"/>
                  </a:lnTo>
                  <a:lnTo>
                    <a:pt x="162501" y="55523"/>
                  </a:lnTo>
                  <a:lnTo>
                    <a:pt x="166820" y="55187"/>
                  </a:lnTo>
                  <a:lnTo>
                    <a:pt x="171265" y="54894"/>
                  </a:lnTo>
                  <a:lnTo>
                    <a:pt x="175711" y="54600"/>
                  </a:lnTo>
                  <a:lnTo>
                    <a:pt x="180240" y="54349"/>
                  </a:lnTo>
                  <a:lnTo>
                    <a:pt x="184853" y="54181"/>
                  </a:lnTo>
                  <a:lnTo>
                    <a:pt x="189549" y="54055"/>
                  </a:lnTo>
                  <a:lnTo>
                    <a:pt x="194330" y="53929"/>
                  </a:lnTo>
                  <a:lnTo>
                    <a:pt x="204101" y="53929"/>
                  </a:lnTo>
                  <a:lnTo>
                    <a:pt x="209133" y="54013"/>
                  </a:lnTo>
                  <a:lnTo>
                    <a:pt x="214292" y="54181"/>
                  </a:lnTo>
                  <a:lnTo>
                    <a:pt x="219534" y="54390"/>
                  </a:lnTo>
                  <a:lnTo>
                    <a:pt x="224859" y="54684"/>
                  </a:lnTo>
                  <a:lnTo>
                    <a:pt x="230353" y="55020"/>
                  </a:lnTo>
                  <a:lnTo>
                    <a:pt x="235930" y="55481"/>
                  </a:lnTo>
                  <a:lnTo>
                    <a:pt x="241676" y="55984"/>
                  </a:lnTo>
                  <a:lnTo>
                    <a:pt x="247505" y="56613"/>
                  </a:lnTo>
                  <a:lnTo>
                    <a:pt x="253501" y="57284"/>
                  </a:lnTo>
                  <a:lnTo>
                    <a:pt x="259666" y="58081"/>
                  </a:lnTo>
                  <a:lnTo>
                    <a:pt x="265956" y="58961"/>
                  </a:lnTo>
                  <a:lnTo>
                    <a:pt x="272373" y="59968"/>
                  </a:lnTo>
                  <a:lnTo>
                    <a:pt x="278998" y="61058"/>
                  </a:lnTo>
                  <a:lnTo>
                    <a:pt x="285750" y="62232"/>
                  </a:lnTo>
                  <a:lnTo>
                    <a:pt x="285750" y="62232"/>
                  </a:lnTo>
                  <a:lnTo>
                    <a:pt x="285037" y="60513"/>
                  </a:lnTo>
                  <a:lnTo>
                    <a:pt x="284324" y="58836"/>
                  </a:lnTo>
                  <a:lnTo>
                    <a:pt x="283569" y="57200"/>
                  </a:lnTo>
                  <a:lnTo>
                    <a:pt x="282773" y="55607"/>
                  </a:lnTo>
                  <a:lnTo>
                    <a:pt x="281976" y="54055"/>
                  </a:lnTo>
                  <a:lnTo>
                    <a:pt x="281179" y="52545"/>
                  </a:lnTo>
                  <a:lnTo>
                    <a:pt x="280340" y="51078"/>
                  </a:lnTo>
                  <a:lnTo>
                    <a:pt x="279502" y="49694"/>
                  </a:lnTo>
                  <a:lnTo>
                    <a:pt x="278663" y="48310"/>
                  </a:lnTo>
                  <a:lnTo>
                    <a:pt x="277824" y="47010"/>
                  </a:lnTo>
                  <a:lnTo>
                    <a:pt x="276985" y="45752"/>
                  </a:lnTo>
                  <a:lnTo>
                    <a:pt x="276147" y="44536"/>
                  </a:lnTo>
                  <a:lnTo>
                    <a:pt x="274469" y="42271"/>
                  </a:lnTo>
                  <a:lnTo>
                    <a:pt x="272876" y="40216"/>
                  </a:lnTo>
                  <a:lnTo>
                    <a:pt x="271366" y="38371"/>
                  </a:lnTo>
                  <a:lnTo>
                    <a:pt x="269982" y="36736"/>
                  </a:lnTo>
                  <a:lnTo>
                    <a:pt x="268724" y="35352"/>
                  </a:lnTo>
                  <a:lnTo>
                    <a:pt x="267634" y="34219"/>
                  </a:lnTo>
                  <a:lnTo>
                    <a:pt x="266753" y="33297"/>
                  </a:lnTo>
                  <a:lnTo>
                    <a:pt x="266082" y="32668"/>
                  </a:lnTo>
                  <a:lnTo>
                    <a:pt x="265495" y="32123"/>
                  </a:lnTo>
                  <a:lnTo>
                    <a:pt x="265831" y="31578"/>
                  </a:lnTo>
                  <a:lnTo>
                    <a:pt x="266837" y="30110"/>
                  </a:lnTo>
                  <a:lnTo>
                    <a:pt x="268472" y="27761"/>
                  </a:lnTo>
                  <a:lnTo>
                    <a:pt x="269521" y="26336"/>
                  </a:lnTo>
                  <a:lnTo>
                    <a:pt x="270695" y="24742"/>
                  </a:lnTo>
                  <a:lnTo>
                    <a:pt x="272079" y="22981"/>
                  </a:lnTo>
                  <a:lnTo>
                    <a:pt x="273589" y="21052"/>
                  </a:lnTo>
                  <a:lnTo>
                    <a:pt x="275266" y="19039"/>
                  </a:lnTo>
                  <a:lnTo>
                    <a:pt x="277069" y="16942"/>
                  </a:lnTo>
                  <a:lnTo>
                    <a:pt x="279040" y="14761"/>
                  </a:lnTo>
                  <a:lnTo>
                    <a:pt x="281137" y="12455"/>
                  </a:lnTo>
                  <a:lnTo>
                    <a:pt x="283360" y="10148"/>
                  </a:lnTo>
                  <a:lnTo>
                    <a:pt x="285750" y="7758"/>
                  </a:lnTo>
                  <a:lnTo>
                    <a:pt x="279418" y="6626"/>
                  </a:lnTo>
                  <a:lnTo>
                    <a:pt x="273169" y="5619"/>
                  </a:lnTo>
                  <a:lnTo>
                    <a:pt x="267047" y="4739"/>
                  </a:lnTo>
                  <a:lnTo>
                    <a:pt x="261050" y="3900"/>
                  </a:lnTo>
                  <a:lnTo>
                    <a:pt x="255137" y="3145"/>
                  </a:lnTo>
                  <a:lnTo>
                    <a:pt x="249350" y="2516"/>
                  </a:lnTo>
                  <a:lnTo>
                    <a:pt x="243688" y="1929"/>
                  </a:lnTo>
                  <a:lnTo>
                    <a:pt x="238069" y="1468"/>
                  </a:lnTo>
                  <a:lnTo>
                    <a:pt x="232576" y="1048"/>
                  </a:lnTo>
                  <a:lnTo>
                    <a:pt x="227166" y="713"/>
                  </a:lnTo>
                  <a:lnTo>
                    <a:pt x="221840" y="461"/>
                  </a:lnTo>
                  <a:lnTo>
                    <a:pt x="216640" y="252"/>
                  </a:lnTo>
                  <a:lnTo>
                    <a:pt x="211482" y="84"/>
                  </a:lnTo>
                  <a:lnTo>
                    <a:pt x="206366" y="0"/>
                  </a:lnTo>
                  <a:close/>
                </a:path>
              </a:pathLst>
            </a:custGeom>
            <a:solidFill>
              <a:srgbClr val="7E0029"/>
            </a:solidFill>
            <a:ln>
              <a:noFill/>
            </a:ln>
            <a:effectLst>
              <a:outerShdw blurRad="57150" dist="28575" dir="5400000" algn="bl" rotWithShape="0">
                <a:srgbClr val="000000">
                  <a:alpha val="23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" name="Google Shape;123;p17">
              <a:extLst>
                <a:ext uri="{FF2B5EF4-FFF2-40B4-BE49-F238E27FC236}">
                  <a16:creationId xmlns:a16="http://schemas.microsoft.com/office/drawing/2014/main" id="{BD4C2DD8-4F34-03DB-BC76-76120AB095EC}"/>
                </a:ext>
              </a:extLst>
            </p:cNvPr>
            <p:cNvGrpSpPr/>
            <p:nvPr/>
          </p:nvGrpSpPr>
          <p:grpSpPr>
            <a:xfrm>
              <a:off x="1923652" y="1251189"/>
              <a:ext cx="5408869" cy="995154"/>
              <a:chOff x="1923646" y="1205218"/>
              <a:chExt cx="5408869" cy="1169943"/>
            </a:xfrm>
          </p:grpSpPr>
          <p:sp>
            <p:nvSpPr>
              <p:cNvPr id="16" name="Google Shape;124;p17">
                <a:extLst>
                  <a:ext uri="{FF2B5EF4-FFF2-40B4-BE49-F238E27FC236}">
                    <a16:creationId xmlns:a16="http://schemas.microsoft.com/office/drawing/2014/main" id="{96574D96-E760-7796-57DD-EF526C3E251A}"/>
                  </a:ext>
                </a:extLst>
              </p:cNvPr>
              <p:cNvSpPr/>
              <p:nvPr/>
            </p:nvSpPr>
            <p:spPr>
              <a:xfrm>
                <a:off x="1923646" y="1205218"/>
                <a:ext cx="5408869" cy="1169943"/>
              </a:xfrm>
              <a:custGeom>
                <a:avLst/>
                <a:gdLst/>
                <a:ahLst/>
                <a:cxnLst/>
                <a:rect l="l" t="t" r="r" b="b"/>
                <a:pathLst>
                  <a:path w="278413" h="60221" extrusionOk="0">
                    <a:moveTo>
                      <a:pt x="197183" y="1"/>
                    </a:moveTo>
                    <a:lnTo>
                      <a:pt x="196973" y="43"/>
                    </a:lnTo>
                    <a:lnTo>
                      <a:pt x="196805" y="127"/>
                    </a:lnTo>
                    <a:lnTo>
                      <a:pt x="196721" y="294"/>
                    </a:lnTo>
                    <a:lnTo>
                      <a:pt x="196680" y="504"/>
                    </a:lnTo>
                    <a:lnTo>
                      <a:pt x="196721" y="714"/>
                    </a:lnTo>
                    <a:lnTo>
                      <a:pt x="196805" y="840"/>
                    </a:lnTo>
                    <a:lnTo>
                      <a:pt x="196973" y="965"/>
                    </a:lnTo>
                    <a:lnTo>
                      <a:pt x="197183" y="1007"/>
                    </a:lnTo>
                    <a:lnTo>
                      <a:pt x="200244" y="1007"/>
                    </a:lnTo>
                    <a:lnTo>
                      <a:pt x="200412" y="965"/>
                    </a:lnTo>
                    <a:lnTo>
                      <a:pt x="200580" y="840"/>
                    </a:lnTo>
                    <a:lnTo>
                      <a:pt x="200705" y="672"/>
                    </a:lnTo>
                    <a:lnTo>
                      <a:pt x="200747" y="504"/>
                    </a:lnTo>
                    <a:lnTo>
                      <a:pt x="200705" y="294"/>
                    </a:lnTo>
                    <a:lnTo>
                      <a:pt x="200580" y="127"/>
                    </a:lnTo>
                    <a:lnTo>
                      <a:pt x="200454" y="43"/>
                    </a:lnTo>
                    <a:lnTo>
                      <a:pt x="200244" y="1"/>
                    </a:lnTo>
                    <a:close/>
                    <a:moveTo>
                      <a:pt x="194121" y="1"/>
                    </a:moveTo>
                    <a:lnTo>
                      <a:pt x="191060" y="43"/>
                    </a:lnTo>
                    <a:lnTo>
                      <a:pt x="190892" y="85"/>
                    </a:lnTo>
                    <a:lnTo>
                      <a:pt x="190725" y="211"/>
                    </a:lnTo>
                    <a:lnTo>
                      <a:pt x="190599" y="378"/>
                    </a:lnTo>
                    <a:lnTo>
                      <a:pt x="190557" y="588"/>
                    </a:lnTo>
                    <a:lnTo>
                      <a:pt x="190599" y="756"/>
                    </a:lnTo>
                    <a:lnTo>
                      <a:pt x="190725" y="923"/>
                    </a:lnTo>
                    <a:lnTo>
                      <a:pt x="190892" y="1049"/>
                    </a:lnTo>
                    <a:lnTo>
                      <a:pt x="191102" y="1049"/>
                    </a:lnTo>
                    <a:lnTo>
                      <a:pt x="194121" y="1007"/>
                    </a:lnTo>
                    <a:lnTo>
                      <a:pt x="194331" y="965"/>
                    </a:lnTo>
                    <a:lnTo>
                      <a:pt x="194499" y="882"/>
                    </a:lnTo>
                    <a:lnTo>
                      <a:pt x="194583" y="714"/>
                    </a:lnTo>
                    <a:lnTo>
                      <a:pt x="194625" y="504"/>
                    </a:lnTo>
                    <a:lnTo>
                      <a:pt x="194583" y="294"/>
                    </a:lnTo>
                    <a:lnTo>
                      <a:pt x="194499" y="169"/>
                    </a:lnTo>
                    <a:lnTo>
                      <a:pt x="194331" y="43"/>
                    </a:lnTo>
                    <a:lnTo>
                      <a:pt x="194121" y="1"/>
                    </a:lnTo>
                    <a:close/>
                    <a:moveTo>
                      <a:pt x="203305" y="1"/>
                    </a:moveTo>
                    <a:lnTo>
                      <a:pt x="203096" y="43"/>
                    </a:lnTo>
                    <a:lnTo>
                      <a:pt x="202928" y="169"/>
                    </a:lnTo>
                    <a:lnTo>
                      <a:pt x="202802" y="294"/>
                    </a:lnTo>
                    <a:lnTo>
                      <a:pt x="202760" y="504"/>
                    </a:lnTo>
                    <a:lnTo>
                      <a:pt x="202802" y="714"/>
                    </a:lnTo>
                    <a:lnTo>
                      <a:pt x="202928" y="882"/>
                    </a:lnTo>
                    <a:lnTo>
                      <a:pt x="203096" y="965"/>
                    </a:lnTo>
                    <a:lnTo>
                      <a:pt x="203263" y="1007"/>
                    </a:lnTo>
                    <a:lnTo>
                      <a:pt x="206325" y="1049"/>
                    </a:lnTo>
                    <a:lnTo>
                      <a:pt x="206534" y="1007"/>
                    </a:lnTo>
                    <a:lnTo>
                      <a:pt x="206702" y="923"/>
                    </a:lnTo>
                    <a:lnTo>
                      <a:pt x="206786" y="756"/>
                    </a:lnTo>
                    <a:lnTo>
                      <a:pt x="206828" y="546"/>
                    </a:lnTo>
                    <a:lnTo>
                      <a:pt x="206828" y="378"/>
                    </a:lnTo>
                    <a:lnTo>
                      <a:pt x="206702" y="211"/>
                    </a:lnTo>
                    <a:lnTo>
                      <a:pt x="206534" y="85"/>
                    </a:lnTo>
                    <a:lnTo>
                      <a:pt x="206325" y="43"/>
                    </a:lnTo>
                    <a:lnTo>
                      <a:pt x="203305" y="1"/>
                    </a:lnTo>
                    <a:close/>
                    <a:moveTo>
                      <a:pt x="187999" y="127"/>
                    </a:moveTo>
                    <a:lnTo>
                      <a:pt x="184979" y="211"/>
                    </a:lnTo>
                    <a:lnTo>
                      <a:pt x="184770" y="252"/>
                    </a:lnTo>
                    <a:lnTo>
                      <a:pt x="184602" y="336"/>
                    </a:lnTo>
                    <a:lnTo>
                      <a:pt x="184518" y="504"/>
                    </a:lnTo>
                    <a:lnTo>
                      <a:pt x="184476" y="714"/>
                    </a:lnTo>
                    <a:lnTo>
                      <a:pt x="184518" y="923"/>
                    </a:lnTo>
                    <a:lnTo>
                      <a:pt x="184644" y="1049"/>
                    </a:lnTo>
                    <a:lnTo>
                      <a:pt x="184770" y="1175"/>
                    </a:lnTo>
                    <a:lnTo>
                      <a:pt x="184979" y="1217"/>
                    </a:lnTo>
                    <a:lnTo>
                      <a:pt x="188041" y="1133"/>
                    </a:lnTo>
                    <a:lnTo>
                      <a:pt x="188250" y="1091"/>
                    </a:lnTo>
                    <a:lnTo>
                      <a:pt x="188418" y="965"/>
                    </a:lnTo>
                    <a:lnTo>
                      <a:pt x="188502" y="798"/>
                    </a:lnTo>
                    <a:lnTo>
                      <a:pt x="188544" y="630"/>
                    </a:lnTo>
                    <a:lnTo>
                      <a:pt x="188502" y="420"/>
                    </a:lnTo>
                    <a:lnTo>
                      <a:pt x="188376" y="252"/>
                    </a:lnTo>
                    <a:lnTo>
                      <a:pt x="188209" y="169"/>
                    </a:lnTo>
                    <a:lnTo>
                      <a:pt x="188041" y="127"/>
                    </a:lnTo>
                    <a:close/>
                    <a:moveTo>
                      <a:pt x="209386" y="85"/>
                    </a:moveTo>
                    <a:lnTo>
                      <a:pt x="209176" y="127"/>
                    </a:lnTo>
                    <a:lnTo>
                      <a:pt x="209051" y="252"/>
                    </a:lnTo>
                    <a:lnTo>
                      <a:pt x="208925" y="420"/>
                    </a:lnTo>
                    <a:lnTo>
                      <a:pt x="208883" y="588"/>
                    </a:lnTo>
                    <a:lnTo>
                      <a:pt x="208925" y="798"/>
                    </a:lnTo>
                    <a:lnTo>
                      <a:pt x="209009" y="965"/>
                    </a:lnTo>
                    <a:lnTo>
                      <a:pt x="209176" y="1091"/>
                    </a:lnTo>
                    <a:lnTo>
                      <a:pt x="209386" y="1133"/>
                    </a:lnTo>
                    <a:lnTo>
                      <a:pt x="212405" y="1217"/>
                    </a:lnTo>
                    <a:lnTo>
                      <a:pt x="212447" y="1217"/>
                    </a:lnTo>
                    <a:lnTo>
                      <a:pt x="212615" y="1175"/>
                    </a:lnTo>
                    <a:lnTo>
                      <a:pt x="212783" y="1049"/>
                    </a:lnTo>
                    <a:lnTo>
                      <a:pt x="212909" y="882"/>
                    </a:lnTo>
                    <a:lnTo>
                      <a:pt x="212951" y="714"/>
                    </a:lnTo>
                    <a:lnTo>
                      <a:pt x="212909" y="504"/>
                    </a:lnTo>
                    <a:lnTo>
                      <a:pt x="212825" y="336"/>
                    </a:lnTo>
                    <a:lnTo>
                      <a:pt x="212657" y="211"/>
                    </a:lnTo>
                    <a:lnTo>
                      <a:pt x="212447" y="169"/>
                    </a:lnTo>
                    <a:lnTo>
                      <a:pt x="209386" y="85"/>
                    </a:lnTo>
                    <a:close/>
                    <a:moveTo>
                      <a:pt x="181918" y="294"/>
                    </a:moveTo>
                    <a:lnTo>
                      <a:pt x="178857" y="420"/>
                    </a:lnTo>
                    <a:lnTo>
                      <a:pt x="178647" y="462"/>
                    </a:lnTo>
                    <a:lnTo>
                      <a:pt x="178521" y="588"/>
                    </a:lnTo>
                    <a:lnTo>
                      <a:pt x="178396" y="756"/>
                    </a:lnTo>
                    <a:lnTo>
                      <a:pt x="178354" y="965"/>
                    </a:lnTo>
                    <a:lnTo>
                      <a:pt x="178437" y="1133"/>
                    </a:lnTo>
                    <a:lnTo>
                      <a:pt x="178521" y="1301"/>
                    </a:lnTo>
                    <a:lnTo>
                      <a:pt x="178689" y="1385"/>
                    </a:lnTo>
                    <a:lnTo>
                      <a:pt x="178899" y="1427"/>
                    </a:lnTo>
                    <a:lnTo>
                      <a:pt x="181960" y="1301"/>
                    </a:lnTo>
                    <a:lnTo>
                      <a:pt x="182128" y="1259"/>
                    </a:lnTo>
                    <a:lnTo>
                      <a:pt x="182296" y="1133"/>
                    </a:lnTo>
                    <a:lnTo>
                      <a:pt x="182421" y="965"/>
                    </a:lnTo>
                    <a:lnTo>
                      <a:pt x="182421" y="798"/>
                    </a:lnTo>
                    <a:lnTo>
                      <a:pt x="182379" y="588"/>
                    </a:lnTo>
                    <a:lnTo>
                      <a:pt x="182296" y="420"/>
                    </a:lnTo>
                    <a:lnTo>
                      <a:pt x="182128" y="336"/>
                    </a:lnTo>
                    <a:lnTo>
                      <a:pt x="181918" y="294"/>
                    </a:lnTo>
                    <a:close/>
                    <a:moveTo>
                      <a:pt x="215467" y="294"/>
                    </a:moveTo>
                    <a:lnTo>
                      <a:pt x="215299" y="336"/>
                    </a:lnTo>
                    <a:lnTo>
                      <a:pt x="215131" y="420"/>
                    </a:lnTo>
                    <a:lnTo>
                      <a:pt x="215005" y="588"/>
                    </a:lnTo>
                    <a:lnTo>
                      <a:pt x="214963" y="756"/>
                    </a:lnTo>
                    <a:lnTo>
                      <a:pt x="215005" y="965"/>
                    </a:lnTo>
                    <a:lnTo>
                      <a:pt x="215131" y="1133"/>
                    </a:lnTo>
                    <a:lnTo>
                      <a:pt x="215257" y="1259"/>
                    </a:lnTo>
                    <a:lnTo>
                      <a:pt x="215467" y="1301"/>
                    </a:lnTo>
                    <a:lnTo>
                      <a:pt x="218528" y="1427"/>
                    </a:lnTo>
                    <a:lnTo>
                      <a:pt x="218738" y="1385"/>
                    </a:lnTo>
                    <a:lnTo>
                      <a:pt x="218864" y="1301"/>
                    </a:lnTo>
                    <a:lnTo>
                      <a:pt x="218989" y="1133"/>
                    </a:lnTo>
                    <a:lnTo>
                      <a:pt x="219031" y="923"/>
                    </a:lnTo>
                    <a:lnTo>
                      <a:pt x="218989" y="756"/>
                    </a:lnTo>
                    <a:lnTo>
                      <a:pt x="218905" y="588"/>
                    </a:lnTo>
                    <a:lnTo>
                      <a:pt x="218738" y="462"/>
                    </a:lnTo>
                    <a:lnTo>
                      <a:pt x="218570" y="420"/>
                    </a:lnTo>
                    <a:lnTo>
                      <a:pt x="215509" y="294"/>
                    </a:lnTo>
                    <a:close/>
                    <a:moveTo>
                      <a:pt x="175796" y="546"/>
                    </a:moveTo>
                    <a:lnTo>
                      <a:pt x="172776" y="714"/>
                    </a:lnTo>
                    <a:lnTo>
                      <a:pt x="172566" y="756"/>
                    </a:lnTo>
                    <a:lnTo>
                      <a:pt x="172399" y="882"/>
                    </a:lnTo>
                    <a:lnTo>
                      <a:pt x="172315" y="1049"/>
                    </a:lnTo>
                    <a:lnTo>
                      <a:pt x="172273" y="1259"/>
                    </a:lnTo>
                    <a:lnTo>
                      <a:pt x="172315" y="1427"/>
                    </a:lnTo>
                    <a:lnTo>
                      <a:pt x="172441" y="1594"/>
                    </a:lnTo>
                    <a:lnTo>
                      <a:pt x="172608" y="1678"/>
                    </a:lnTo>
                    <a:lnTo>
                      <a:pt x="172776" y="1720"/>
                    </a:lnTo>
                    <a:lnTo>
                      <a:pt x="172818" y="1720"/>
                    </a:lnTo>
                    <a:lnTo>
                      <a:pt x="175837" y="1552"/>
                    </a:lnTo>
                    <a:lnTo>
                      <a:pt x="176047" y="1511"/>
                    </a:lnTo>
                    <a:lnTo>
                      <a:pt x="176215" y="1385"/>
                    </a:lnTo>
                    <a:lnTo>
                      <a:pt x="176299" y="1217"/>
                    </a:lnTo>
                    <a:lnTo>
                      <a:pt x="176341" y="1049"/>
                    </a:lnTo>
                    <a:lnTo>
                      <a:pt x="176299" y="840"/>
                    </a:lnTo>
                    <a:lnTo>
                      <a:pt x="176173" y="714"/>
                    </a:lnTo>
                    <a:lnTo>
                      <a:pt x="176005" y="588"/>
                    </a:lnTo>
                    <a:lnTo>
                      <a:pt x="175837" y="546"/>
                    </a:lnTo>
                    <a:close/>
                    <a:moveTo>
                      <a:pt x="221589" y="546"/>
                    </a:moveTo>
                    <a:lnTo>
                      <a:pt x="221380" y="588"/>
                    </a:lnTo>
                    <a:lnTo>
                      <a:pt x="221212" y="714"/>
                    </a:lnTo>
                    <a:lnTo>
                      <a:pt x="221128" y="840"/>
                    </a:lnTo>
                    <a:lnTo>
                      <a:pt x="221086" y="1049"/>
                    </a:lnTo>
                    <a:lnTo>
                      <a:pt x="221086" y="1217"/>
                    </a:lnTo>
                    <a:lnTo>
                      <a:pt x="221212" y="1385"/>
                    </a:lnTo>
                    <a:lnTo>
                      <a:pt x="221338" y="1511"/>
                    </a:lnTo>
                    <a:lnTo>
                      <a:pt x="221547" y="1552"/>
                    </a:lnTo>
                    <a:lnTo>
                      <a:pt x="224609" y="1720"/>
                    </a:lnTo>
                    <a:lnTo>
                      <a:pt x="224818" y="1720"/>
                    </a:lnTo>
                    <a:lnTo>
                      <a:pt x="224986" y="1594"/>
                    </a:lnTo>
                    <a:lnTo>
                      <a:pt x="225070" y="1427"/>
                    </a:lnTo>
                    <a:lnTo>
                      <a:pt x="225112" y="1259"/>
                    </a:lnTo>
                    <a:lnTo>
                      <a:pt x="225112" y="1049"/>
                    </a:lnTo>
                    <a:lnTo>
                      <a:pt x="224986" y="882"/>
                    </a:lnTo>
                    <a:lnTo>
                      <a:pt x="224860" y="756"/>
                    </a:lnTo>
                    <a:lnTo>
                      <a:pt x="224651" y="714"/>
                    </a:lnTo>
                    <a:lnTo>
                      <a:pt x="221589" y="546"/>
                    </a:lnTo>
                    <a:close/>
                    <a:moveTo>
                      <a:pt x="169715" y="882"/>
                    </a:moveTo>
                    <a:lnTo>
                      <a:pt x="166654" y="1049"/>
                    </a:lnTo>
                    <a:lnTo>
                      <a:pt x="166486" y="1133"/>
                    </a:lnTo>
                    <a:lnTo>
                      <a:pt x="166318" y="1259"/>
                    </a:lnTo>
                    <a:lnTo>
                      <a:pt x="166234" y="1427"/>
                    </a:lnTo>
                    <a:lnTo>
                      <a:pt x="166192" y="1594"/>
                    </a:lnTo>
                    <a:lnTo>
                      <a:pt x="166234" y="1804"/>
                    </a:lnTo>
                    <a:lnTo>
                      <a:pt x="166360" y="1930"/>
                    </a:lnTo>
                    <a:lnTo>
                      <a:pt x="166486" y="2056"/>
                    </a:lnTo>
                    <a:lnTo>
                      <a:pt x="166695" y="2098"/>
                    </a:lnTo>
                    <a:lnTo>
                      <a:pt x="166737" y="2098"/>
                    </a:lnTo>
                    <a:lnTo>
                      <a:pt x="169757" y="1888"/>
                    </a:lnTo>
                    <a:lnTo>
                      <a:pt x="169966" y="1846"/>
                    </a:lnTo>
                    <a:lnTo>
                      <a:pt x="170134" y="1720"/>
                    </a:lnTo>
                    <a:lnTo>
                      <a:pt x="170218" y="1552"/>
                    </a:lnTo>
                    <a:lnTo>
                      <a:pt x="170260" y="1343"/>
                    </a:lnTo>
                    <a:lnTo>
                      <a:pt x="170218" y="1175"/>
                    </a:lnTo>
                    <a:lnTo>
                      <a:pt x="170092" y="1007"/>
                    </a:lnTo>
                    <a:lnTo>
                      <a:pt x="169925" y="923"/>
                    </a:lnTo>
                    <a:lnTo>
                      <a:pt x="169757" y="882"/>
                    </a:lnTo>
                    <a:close/>
                    <a:moveTo>
                      <a:pt x="227460" y="923"/>
                    </a:moveTo>
                    <a:lnTo>
                      <a:pt x="227335" y="1049"/>
                    </a:lnTo>
                    <a:lnTo>
                      <a:pt x="227209" y="1175"/>
                    </a:lnTo>
                    <a:lnTo>
                      <a:pt x="227167" y="1385"/>
                    </a:lnTo>
                    <a:lnTo>
                      <a:pt x="227167" y="1594"/>
                    </a:lnTo>
                    <a:lnTo>
                      <a:pt x="227293" y="1762"/>
                    </a:lnTo>
                    <a:lnTo>
                      <a:pt x="227460" y="1888"/>
                    </a:lnTo>
                    <a:lnTo>
                      <a:pt x="227628" y="1930"/>
                    </a:lnTo>
                    <a:lnTo>
                      <a:pt x="230689" y="2140"/>
                    </a:lnTo>
                    <a:lnTo>
                      <a:pt x="230731" y="2140"/>
                    </a:lnTo>
                    <a:lnTo>
                      <a:pt x="230899" y="2098"/>
                    </a:lnTo>
                    <a:lnTo>
                      <a:pt x="231067" y="2014"/>
                    </a:lnTo>
                    <a:lnTo>
                      <a:pt x="231151" y="1846"/>
                    </a:lnTo>
                    <a:lnTo>
                      <a:pt x="231235" y="1636"/>
                    </a:lnTo>
                    <a:lnTo>
                      <a:pt x="231193" y="1469"/>
                    </a:lnTo>
                    <a:lnTo>
                      <a:pt x="231109" y="1301"/>
                    </a:lnTo>
                    <a:lnTo>
                      <a:pt x="230941" y="1175"/>
                    </a:lnTo>
                    <a:lnTo>
                      <a:pt x="230731" y="1133"/>
                    </a:lnTo>
                    <a:lnTo>
                      <a:pt x="227712" y="923"/>
                    </a:lnTo>
                    <a:close/>
                    <a:moveTo>
                      <a:pt x="163634" y="1259"/>
                    </a:moveTo>
                    <a:lnTo>
                      <a:pt x="160573" y="1469"/>
                    </a:lnTo>
                    <a:lnTo>
                      <a:pt x="160405" y="1552"/>
                    </a:lnTo>
                    <a:lnTo>
                      <a:pt x="160237" y="1678"/>
                    </a:lnTo>
                    <a:lnTo>
                      <a:pt x="160154" y="1846"/>
                    </a:lnTo>
                    <a:lnTo>
                      <a:pt x="160112" y="2014"/>
                    </a:lnTo>
                    <a:lnTo>
                      <a:pt x="160154" y="2223"/>
                    </a:lnTo>
                    <a:lnTo>
                      <a:pt x="160279" y="2349"/>
                    </a:lnTo>
                    <a:lnTo>
                      <a:pt x="160447" y="2475"/>
                    </a:lnTo>
                    <a:lnTo>
                      <a:pt x="160615" y="2517"/>
                    </a:lnTo>
                    <a:lnTo>
                      <a:pt x="160657" y="2517"/>
                    </a:lnTo>
                    <a:lnTo>
                      <a:pt x="163676" y="2265"/>
                    </a:lnTo>
                    <a:lnTo>
                      <a:pt x="163886" y="2223"/>
                    </a:lnTo>
                    <a:lnTo>
                      <a:pt x="164054" y="2098"/>
                    </a:lnTo>
                    <a:lnTo>
                      <a:pt x="164137" y="1930"/>
                    </a:lnTo>
                    <a:lnTo>
                      <a:pt x="164179" y="1762"/>
                    </a:lnTo>
                    <a:lnTo>
                      <a:pt x="164095" y="1552"/>
                    </a:lnTo>
                    <a:lnTo>
                      <a:pt x="164012" y="1427"/>
                    </a:lnTo>
                    <a:lnTo>
                      <a:pt x="163844" y="1301"/>
                    </a:lnTo>
                    <a:lnTo>
                      <a:pt x="163676" y="1259"/>
                    </a:lnTo>
                    <a:close/>
                    <a:moveTo>
                      <a:pt x="233751" y="1343"/>
                    </a:moveTo>
                    <a:lnTo>
                      <a:pt x="233583" y="1385"/>
                    </a:lnTo>
                    <a:lnTo>
                      <a:pt x="233415" y="1469"/>
                    </a:lnTo>
                    <a:lnTo>
                      <a:pt x="233289" y="1636"/>
                    </a:lnTo>
                    <a:lnTo>
                      <a:pt x="233247" y="1804"/>
                    </a:lnTo>
                    <a:lnTo>
                      <a:pt x="233247" y="2014"/>
                    </a:lnTo>
                    <a:lnTo>
                      <a:pt x="233373" y="2182"/>
                    </a:lnTo>
                    <a:lnTo>
                      <a:pt x="233499" y="2307"/>
                    </a:lnTo>
                    <a:lnTo>
                      <a:pt x="233709" y="2349"/>
                    </a:lnTo>
                    <a:lnTo>
                      <a:pt x="236728" y="2601"/>
                    </a:lnTo>
                    <a:lnTo>
                      <a:pt x="236770" y="2601"/>
                    </a:lnTo>
                    <a:lnTo>
                      <a:pt x="236980" y="2559"/>
                    </a:lnTo>
                    <a:lnTo>
                      <a:pt x="237147" y="2475"/>
                    </a:lnTo>
                    <a:lnTo>
                      <a:pt x="237231" y="2307"/>
                    </a:lnTo>
                    <a:lnTo>
                      <a:pt x="237315" y="2140"/>
                    </a:lnTo>
                    <a:lnTo>
                      <a:pt x="237273" y="1930"/>
                    </a:lnTo>
                    <a:lnTo>
                      <a:pt x="237189" y="1762"/>
                    </a:lnTo>
                    <a:lnTo>
                      <a:pt x="237022" y="1636"/>
                    </a:lnTo>
                    <a:lnTo>
                      <a:pt x="236854" y="1594"/>
                    </a:lnTo>
                    <a:lnTo>
                      <a:pt x="233793" y="1343"/>
                    </a:lnTo>
                    <a:close/>
                    <a:moveTo>
                      <a:pt x="157553" y="1720"/>
                    </a:moveTo>
                    <a:lnTo>
                      <a:pt x="154492" y="1972"/>
                    </a:lnTo>
                    <a:lnTo>
                      <a:pt x="154324" y="2014"/>
                    </a:lnTo>
                    <a:lnTo>
                      <a:pt x="154157" y="2140"/>
                    </a:lnTo>
                    <a:lnTo>
                      <a:pt x="154073" y="2307"/>
                    </a:lnTo>
                    <a:lnTo>
                      <a:pt x="154031" y="2517"/>
                    </a:lnTo>
                    <a:lnTo>
                      <a:pt x="154073" y="2685"/>
                    </a:lnTo>
                    <a:lnTo>
                      <a:pt x="154199" y="2852"/>
                    </a:lnTo>
                    <a:lnTo>
                      <a:pt x="154366" y="2936"/>
                    </a:lnTo>
                    <a:lnTo>
                      <a:pt x="154534" y="2978"/>
                    </a:lnTo>
                    <a:lnTo>
                      <a:pt x="154576" y="2978"/>
                    </a:lnTo>
                    <a:lnTo>
                      <a:pt x="157637" y="2727"/>
                    </a:lnTo>
                    <a:lnTo>
                      <a:pt x="157805" y="2685"/>
                    </a:lnTo>
                    <a:lnTo>
                      <a:pt x="157973" y="2559"/>
                    </a:lnTo>
                    <a:lnTo>
                      <a:pt x="158057" y="2391"/>
                    </a:lnTo>
                    <a:lnTo>
                      <a:pt x="158099" y="2182"/>
                    </a:lnTo>
                    <a:lnTo>
                      <a:pt x="158057" y="2014"/>
                    </a:lnTo>
                    <a:lnTo>
                      <a:pt x="157931" y="1846"/>
                    </a:lnTo>
                    <a:lnTo>
                      <a:pt x="157763" y="1762"/>
                    </a:lnTo>
                    <a:lnTo>
                      <a:pt x="157595" y="1720"/>
                    </a:lnTo>
                    <a:close/>
                    <a:moveTo>
                      <a:pt x="239831" y="1846"/>
                    </a:moveTo>
                    <a:lnTo>
                      <a:pt x="239622" y="1888"/>
                    </a:lnTo>
                    <a:lnTo>
                      <a:pt x="239496" y="1972"/>
                    </a:lnTo>
                    <a:lnTo>
                      <a:pt x="239370" y="2140"/>
                    </a:lnTo>
                    <a:lnTo>
                      <a:pt x="239328" y="2307"/>
                    </a:lnTo>
                    <a:lnTo>
                      <a:pt x="239328" y="2517"/>
                    </a:lnTo>
                    <a:lnTo>
                      <a:pt x="239454" y="2685"/>
                    </a:lnTo>
                    <a:lnTo>
                      <a:pt x="239580" y="2811"/>
                    </a:lnTo>
                    <a:lnTo>
                      <a:pt x="239789" y="2852"/>
                    </a:lnTo>
                    <a:lnTo>
                      <a:pt x="242809" y="3146"/>
                    </a:lnTo>
                    <a:lnTo>
                      <a:pt x="243060" y="3146"/>
                    </a:lnTo>
                    <a:lnTo>
                      <a:pt x="243186" y="3020"/>
                    </a:lnTo>
                    <a:lnTo>
                      <a:pt x="243312" y="2894"/>
                    </a:lnTo>
                    <a:lnTo>
                      <a:pt x="243354" y="2685"/>
                    </a:lnTo>
                    <a:lnTo>
                      <a:pt x="243354" y="2517"/>
                    </a:lnTo>
                    <a:lnTo>
                      <a:pt x="243270" y="2349"/>
                    </a:lnTo>
                    <a:lnTo>
                      <a:pt x="243102" y="2223"/>
                    </a:lnTo>
                    <a:lnTo>
                      <a:pt x="242893" y="2140"/>
                    </a:lnTo>
                    <a:lnTo>
                      <a:pt x="239873" y="1846"/>
                    </a:lnTo>
                    <a:close/>
                    <a:moveTo>
                      <a:pt x="151473" y="2223"/>
                    </a:moveTo>
                    <a:lnTo>
                      <a:pt x="148412" y="2475"/>
                    </a:lnTo>
                    <a:lnTo>
                      <a:pt x="148244" y="2559"/>
                    </a:lnTo>
                    <a:lnTo>
                      <a:pt x="148076" y="2685"/>
                    </a:lnTo>
                    <a:lnTo>
                      <a:pt x="147992" y="2852"/>
                    </a:lnTo>
                    <a:lnTo>
                      <a:pt x="147950" y="3020"/>
                    </a:lnTo>
                    <a:lnTo>
                      <a:pt x="148034" y="3230"/>
                    </a:lnTo>
                    <a:lnTo>
                      <a:pt x="148118" y="3356"/>
                    </a:lnTo>
                    <a:lnTo>
                      <a:pt x="148286" y="3482"/>
                    </a:lnTo>
                    <a:lnTo>
                      <a:pt x="148453" y="3523"/>
                    </a:lnTo>
                    <a:lnTo>
                      <a:pt x="148537" y="3482"/>
                    </a:lnTo>
                    <a:lnTo>
                      <a:pt x="151557" y="3230"/>
                    </a:lnTo>
                    <a:lnTo>
                      <a:pt x="151766" y="3188"/>
                    </a:lnTo>
                    <a:lnTo>
                      <a:pt x="151892" y="3062"/>
                    </a:lnTo>
                    <a:lnTo>
                      <a:pt x="151976" y="2894"/>
                    </a:lnTo>
                    <a:lnTo>
                      <a:pt x="152018" y="2685"/>
                    </a:lnTo>
                    <a:lnTo>
                      <a:pt x="151976" y="2517"/>
                    </a:lnTo>
                    <a:lnTo>
                      <a:pt x="151850" y="2349"/>
                    </a:lnTo>
                    <a:lnTo>
                      <a:pt x="151682" y="2265"/>
                    </a:lnTo>
                    <a:lnTo>
                      <a:pt x="151515" y="2223"/>
                    </a:lnTo>
                    <a:close/>
                    <a:moveTo>
                      <a:pt x="245912" y="2433"/>
                    </a:moveTo>
                    <a:lnTo>
                      <a:pt x="245702" y="2475"/>
                    </a:lnTo>
                    <a:lnTo>
                      <a:pt x="245535" y="2601"/>
                    </a:lnTo>
                    <a:lnTo>
                      <a:pt x="245451" y="2727"/>
                    </a:lnTo>
                    <a:lnTo>
                      <a:pt x="245409" y="2894"/>
                    </a:lnTo>
                    <a:lnTo>
                      <a:pt x="245409" y="3104"/>
                    </a:lnTo>
                    <a:lnTo>
                      <a:pt x="245493" y="3272"/>
                    </a:lnTo>
                    <a:lnTo>
                      <a:pt x="245660" y="3398"/>
                    </a:lnTo>
                    <a:lnTo>
                      <a:pt x="245828" y="3482"/>
                    </a:lnTo>
                    <a:lnTo>
                      <a:pt x="248889" y="3775"/>
                    </a:lnTo>
                    <a:lnTo>
                      <a:pt x="248931" y="3817"/>
                    </a:lnTo>
                    <a:lnTo>
                      <a:pt x="249099" y="3775"/>
                    </a:lnTo>
                    <a:lnTo>
                      <a:pt x="249267" y="3649"/>
                    </a:lnTo>
                    <a:lnTo>
                      <a:pt x="249393" y="3523"/>
                    </a:lnTo>
                    <a:lnTo>
                      <a:pt x="249435" y="3356"/>
                    </a:lnTo>
                    <a:lnTo>
                      <a:pt x="249435" y="3146"/>
                    </a:lnTo>
                    <a:lnTo>
                      <a:pt x="249309" y="2978"/>
                    </a:lnTo>
                    <a:lnTo>
                      <a:pt x="249183" y="2852"/>
                    </a:lnTo>
                    <a:lnTo>
                      <a:pt x="248973" y="2769"/>
                    </a:lnTo>
                    <a:lnTo>
                      <a:pt x="245954" y="2475"/>
                    </a:lnTo>
                    <a:lnTo>
                      <a:pt x="245912" y="2433"/>
                    </a:lnTo>
                    <a:close/>
                    <a:moveTo>
                      <a:pt x="145392" y="2769"/>
                    </a:moveTo>
                    <a:lnTo>
                      <a:pt x="142373" y="3062"/>
                    </a:lnTo>
                    <a:lnTo>
                      <a:pt x="142163" y="3104"/>
                    </a:lnTo>
                    <a:lnTo>
                      <a:pt x="141995" y="3230"/>
                    </a:lnTo>
                    <a:lnTo>
                      <a:pt x="141911" y="3398"/>
                    </a:lnTo>
                    <a:lnTo>
                      <a:pt x="141911" y="3607"/>
                    </a:lnTo>
                    <a:lnTo>
                      <a:pt x="141953" y="3775"/>
                    </a:lnTo>
                    <a:lnTo>
                      <a:pt x="142079" y="3943"/>
                    </a:lnTo>
                    <a:lnTo>
                      <a:pt x="142205" y="4027"/>
                    </a:lnTo>
                    <a:lnTo>
                      <a:pt x="142415" y="4069"/>
                    </a:lnTo>
                    <a:lnTo>
                      <a:pt x="142457" y="4069"/>
                    </a:lnTo>
                    <a:lnTo>
                      <a:pt x="145476" y="3775"/>
                    </a:lnTo>
                    <a:lnTo>
                      <a:pt x="145686" y="3733"/>
                    </a:lnTo>
                    <a:lnTo>
                      <a:pt x="145811" y="3607"/>
                    </a:lnTo>
                    <a:lnTo>
                      <a:pt x="145937" y="3440"/>
                    </a:lnTo>
                    <a:lnTo>
                      <a:pt x="145937" y="3230"/>
                    </a:lnTo>
                    <a:lnTo>
                      <a:pt x="145895" y="3062"/>
                    </a:lnTo>
                    <a:lnTo>
                      <a:pt x="145770" y="2894"/>
                    </a:lnTo>
                    <a:lnTo>
                      <a:pt x="145602" y="2811"/>
                    </a:lnTo>
                    <a:lnTo>
                      <a:pt x="145434" y="2769"/>
                    </a:lnTo>
                    <a:close/>
                    <a:moveTo>
                      <a:pt x="251783" y="3146"/>
                    </a:moveTo>
                    <a:lnTo>
                      <a:pt x="251615" y="3272"/>
                    </a:lnTo>
                    <a:lnTo>
                      <a:pt x="251490" y="3398"/>
                    </a:lnTo>
                    <a:lnTo>
                      <a:pt x="251448" y="3565"/>
                    </a:lnTo>
                    <a:lnTo>
                      <a:pt x="251448" y="3775"/>
                    </a:lnTo>
                    <a:lnTo>
                      <a:pt x="251573" y="3943"/>
                    </a:lnTo>
                    <a:lnTo>
                      <a:pt x="251699" y="4069"/>
                    </a:lnTo>
                    <a:lnTo>
                      <a:pt x="251909" y="4153"/>
                    </a:lnTo>
                    <a:lnTo>
                      <a:pt x="254928" y="4488"/>
                    </a:lnTo>
                    <a:lnTo>
                      <a:pt x="254970" y="4530"/>
                    </a:lnTo>
                    <a:lnTo>
                      <a:pt x="255180" y="4488"/>
                    </a:lnTo>
                    <a:lnTo>
                      <a:pt x="255306" y="4404"/>
                    </a:lnTo>
                    <a:lnTo>
                      <a:pt x="255431" y="4236"/>
                    </a:lnTo>
                    <a:lnTo>
                      <a:pt x="255473" y="4069"/>
                    </a:lnTo>
                    <a:lnTo>
                      <a:pt x="255473" y="3859"/>
                    </a:lnTo>
                    <a:lnTo>
                      <a:pt x="255390" y="3691"/>
                    </a:lnTo>
                    <a:lnTo>
                      <a:pt x="255222" y="3565"/>
                    </a:lnTo>
                    <a:lnTo>
                      <a:pt x="255054" y="3482"/>
                    </a:lnTo>
                    <a:lnTo>
                      <a:pt x="252035" y="3146"/>
                    </a:lnTo>
                    <a:close/>
                    <a:moveTo>
                      <a:pt x="139311" y="3356"/>
                    </a:moveTo>
                    <a:lnTo>
                      <a:pt x="136292" y="3649"/>
                    </a:lnTo>
                    <a:lnTo>
                      <a:pt x="136082" y="3691"/>
                    </a:lnTo>
                    <a:lnTo>
                      <a:pt x="135957" y="3817"/>
                    </a:lnTo>
                    <a:lnTo>
                      <a:pt x="135873" y="4027"/>
                    </a:lnTo>
                    <a:lnTo>
                      <a:pt x="135831" y="4194"/>
                    </a:lnTo>
                    <a:lnTo>
                      <a:pt x="135873" y="4404"/>
                    </a:lnTo>
                    <a:lnTo>
                      <a:pt x="135999" y="4530"/>
                    </a:lnTo>
                    <a:lnTo>
                      <a:pt x="136166" y="4614"/>
                    </a:lnTo>
                    <a:lnTo>
                      <a:pt x="136334" y="4656"/>
                    </a:lnTo>
                    <a:lnTo>
                      <a:pt x="136376" y="4656"/>
                    </a:lnTo>
                    <a:lnTo>
                      <a:pt x="139437" y="4362"/>
                    </a:lnTo>
                    <a:lnTo>
                      <a:pt x="139605" y="4320"/>
                    </a:lnTo>
                    <a:lnTo>
                      <a:pt x="139773" y="4194"/>
                    </a:lnTo>
                    <a:lnTo>
                      <a:pt x="139857" y="4027"/>
                    </a:lnTo>
                    <a:lnTo>
                      <a:pt x="139899" y="3817"/>
                    </a:lnTo>
                    <a:lnTo>
                      <a:pt x="139815" y="3607"/>
                    </a:lnTo>
                    <a:lnTo>
                      <a:pt x="139731" y="3482"/>
                    </a:lnTo>
                    <a:lnTo>
                      <a:pt x="139563" y="3398"/>
                    </a:lnTo>
                    <a:lnTo>
                      <a:pt x="139353" y="3356"/>
                    </a:lnTo>
                    <a:close/>
                    <a:moveTo>
                      <a:pt x="133273" y="3943"/>
                    </a:moveTo>
                    <a:lnTo>
                      <a:pt x="130211" y="4278"/>
                    </a:lnTo>
                    <a:lnTo>
                      <a:pt x="130044" y="4320"/>
                    </a:lnTo>
                    <a:lnTo>
                      <a:pt x="129876" y="4446"/>
                    </a:lnTo>
                    <a:lnTo>
                      <a:pt x="129792" y="4614"/>
                    </a:lnTo>
                    <a:lnTo>
                      <a:pt x="129750" y="4823"/>
                    </a:lnTo>
                    <a:lnTo>
                      <a:pt x="129834" y="5033"/>
                    </a:lnTo>
                    <a:lnTo>
                      <a:pt x="129918" y="5159"/>
                    </a:lnTo>
                    <a:lnTo>
                      <a:pt x="130086" y="5243"/>
                    </a:lnTo>
                    <a:lnTo>
                      <a:pt x="130295" y="5285"/>
                    </a:lnTo>
                    <a:lnTo>
                      <a:pt x="130337" y="5285"/>
                    </a:lnTo>
                    <a:lnTo>
                      <a:pt x="133357" y="4991"/>
                    </a:lnTo>
                    <a:lnTo>
                      <a:pt x="133566" y="4907"/>
                    </a:lnTo>
                    <a:lnTo>
                      <a:pt x="133692" y="4782"/>
                    </a:lnTo>
                    <a:lnTo>
                      <a:pt x="133776" y="4614"/>
                    </a:lnTo>
                    <a:lnTo>
                      <a:pt x="133818" y="4404"/>
                    </a:lnTo>
                    <a:lnTo>
                      <a:pt x="133776" y="4236"/>
                    </a:lnTo>
                    <a:lnTo>
                      <a:pt x="133650" y="4069"/>
                    </a:lnTo>
                    <a:lnTo>
                      <a:pt x="133482" y="3985"/>
                    </a:lnTo>
                    <a:lnTo>
                      <a:pt x="133315" y="3943"/>
                    </a:lnTo>
                    <a:close/>
                    <a:moveTo>
                      <a:pt x="257990" y="3859"/>
                    </a:moveTo>
                    <a:lnTo>
                      <a:pt x="257822" y="3901"/>
                    </a:lnTo>
                    <a:lnTo>
                      <a:pt x="257654" y="3985"/>
                    </a:lnTo>
                    <a:lnTo>
                      <a:pt x="257570" y="4153"/>
                    </a:lnTo>
                    <a:lnTo>
                      <a:pt x="257486" y="4320"/>
                    </a:lnTo>
                    <a:lnTo>
                      <a:pt x="257528" y="4530"/>
                    </a:lnTo>
                    <a:lnTo>
                      <a:pt x="257612" y="4698"/>
                    </a:lnTo>
                    <a:lnTo>
                      <a:pt x="257738" y="4823"/>
                    </a:lnTo>
                    <a:lnTo>
                      <a:pt x="257948" y="4907"/>
                    </a:lnTo>
                    <a:lnTo>
                      <a:pt x="260967" y="5285"/>
                    </a:lnTo>
                    <a:lnTo>
                      <a:pt x="261219" y="5285"/>
                    </a:lnTo>
                    <a:lnTo>
                      <a:pt x="261344" y="5159"/>
                    </a:lnTo>
                    <a:lnTo>
                      <a:pt x="261470" y="5033"/>
                    </a:lnTo>
                    <a:lnTo>
                      <a:pt x="261512" y="4865"/>
                    </a:lnTo>
                    <a:lnTo>
                      <a:pt x="261512" y="4656"/>
                    </a:lnTo>
                    <a:lnTo>
                      <a:pt x="261428" y="4488"/>
                    </a:lnTo>
                    <a:lnTo>
                      <a:pt x="261302" y="4362"/>
                    </a:lnTo>
                    <a:lnTo>
                      <a:pt x="261093" y="4278"/>
                    </a:lnTo>
                    <a:lnTo>
                      <a:pt x="258073" y="3901"/>
                    </a:lnTo>
                    <a:lnTo>
                      <a:pt x="257990" y="3859"/>
                    </a:lnTo>
                    <a:close/>
                    <a:moveTo>
                      <a:pt x="127192" y="4572"/>
                    </a:moveTo>
                    <a:lnTo>
                      <a:pt x="124173" y="4907"/>
                    </a:lnTo>
                    <a:lnTo>
                      <a:pt x="123963" y="4991"/>
                    </a:lnTo>
                    <a:lnTo>
                      <a:pt x="123837" y="5117"/>
                    </a:lnTo>
                    <a:lnTo>
                      <a:pt x="123711" y="5285"/>
                    </a:lnTo>
                    <a:lnTo>
                      <a:pt x="123711" y="5453"/>
                    </a:lnTo>
                    <a:lnTo>
                      <a:pt x="123753" y="5662"/>
                    </a:lnTo>
                    <a:lnTo>
                      <a:pt x="123879" y="5788"/>
                    </a:lnTo>
                    <a:lnTo>
                      <a:pt x="124047" y="5914"/>
                    </a:lnTo>
                    <a:lnTo>
                      <a:pt x="124257" y="5914"/>
                    </a:lnTo>
                    <a:lnTo>
                      <a:pt x="127318" y="5620"/>
                    </a:lnTo>
                    <a:lnTo>
                      <a:pt x="127486" y="5536"/>
                    </a:lnTo>
                    <a:lnTo>
                      <a:pt x="127653" y="5411"/>
                    </a:lnTo>
                    <a:lnTo>
                      <a:pt x="127737" y="5243"/>
                    </a:lnTo>
                    <a:lnTo>
                      <a:pt x="127737" y="5033"/>
                    </a:lnTo>
                    <a:lnTo>
                      <a:pt x="127695" y="4865"/>
                    </a:lnTo>
                    <a:lnTo>
                      <a:pt x="127569" y="4740"/>
                    </a:lnTo>
                    <a:lnTo>
                      <a:pt x="127444" y="4614"/>
                    </a:lnTo>
                    <a:lnTo>
                      <a:pt x="127234" y="4572"/>
                    </a:lnTo>
                    <a:close/>
                    <a:moveTo>
                      <a:pt x="264028" y="4698"/>
                    </a:moveTo>
                    <a:lnTo>
                      <a:pt x="263861" y="4740"/>
                    </a:lnTo>
                    <a:lnTo>
                      <a:pt x="263693" y="4823"/>
                    </a:lnTo>
                    <a:lnTo>
                      <a:pt x="263609" y="4949"/>
                    </a:lnTo>
                    <a:lnTo>
                      <a:pt x="263525" y="5159"/>
                    </a:lnTo>
                    <a:lnTo>
                      <a:pt x="263567" y="5327"/>
                    </a:lnTo>
                    <a:lnTo>
                      <a:pt x="263651" y="5536"/>
                    </a:lnTo>
                    <a:lnTo>
                      <a:pt x="263777" y="5662"/>
                    </a:lnTo>
                    <a:lnTo>
                      <a:pt x="263986" y="5704"/>
                    </a:lnTo>
                    <a:lnTo>
                      <a:pt x="266964" y="6165"/>
                    </a:lnTo>
                    <a:lnTo>
                      <a:pt x="267048" y="6165"/>
                    </a:lnTo>
                    <a:lnTo>
                      <a:pt x="267257" y="6123"/>
                    </a:lnTo>
                    <a:lnTo>
                      <a:pt x="267383" y="6040"/>
                    </a:lnTo>
                    <a:lnTo>
                      <a:pt x="267509" y="5914"/>
                    </a:lnTo>
                    <a:lnTo>
                      <a:pt x="267551" y="5746"/>
                    </a:lnTo>
                    <a:lnTo>
                      <a:pt x="267551" y="5536"/>
                    </a:lnTo>
                    <a:lnTo>
                      <a:pt x="267467" y="5369"/>
                    </a:lnTo>
                    <a:lnTo>
                      <a:pt x="267341" y="5243"/>
                    </a:lnTo>
                    <a:lnTo>
                      <a:pt x="267132" y="5159"/>
                    </a:lnTo>
                    <a:lnTo>
                      <a:pt x="264112" y="4698"/>
                    </a:lnTo>
                    <a:close/>
                    <a:moveTo>
                      <a:pt x="121111" y="5243"/>
                    </a:moveTo>
                    <a:lnTo>
                      <a:pt x="118092" y="5578"/>
                    </a:lnTo>
                    <a:lnTo>
                      <a:pt x="117882" y="5620"/>
                    </a:lnTo>
                    <a:lnTo>
                      <a:pt x="117756" y="5746"/>
                    </a:lnTo>
                    <a:lnTo>
                      <a:pt x="117673" y="5914"/>
                    </a:lnTo>
                    <a:lnTo>
                      <a:pt x="117631" y="6123"/>
                    </a:lnTo>
                    <a:lnTo>
                      <a:pt x="117715" y="6291"/>
                    </a:lnTo>
                    <a:lnTo>
                      <a:pt x="117798" y="6459"/>
                    </a:lnTo>
                    <a:lnTo>
                      <a:pt x="117966" y="6543"/>
                    </a:lnTo>
                    <a:lnTo>
                      <a:pt x="118134" y="6585"/>
                    </a:lnTo>
                    <a:lnTo>
                      <a:pt x="118218" y="6585"/>
                    </a:lnTo>
                    <a:lnTo>
                      <a:pt x="121237" y="6249"/>
                    </a:lnTo>
                    <a:lnTo>
                      <a:pt x="121447" y="6165"/>
                    </a:lnTo>
                    <a:lnTo>
                      <a:pt x="121573" y="6082"/>
                    </a:lnTo>
                    <a:lnTo>
                      <a:pt x="121657" y="5872"/>
                    </a:lnTo>
                    <a:lnTo>
                      <a:pt x="121698" y="5704"/>
                    </a:lnTo>
                    <a:lnTo>
                      <a:pt x="121615" y="5494"/>
                    </a:lnTo>
                    <a:lnTo>
                      <a:pt x="121531" y="5369"/>
                    </a:lnTo>
                    <a:lnTo>
                      <a:pt x="121363" y="5285"/>
                    </a:lnTo>
                    <a:lnTo>
                      <a:pt x="121195" y="5243"/>
                    </a:lnTo>
                    <a:close/>
                    <a:moveTo>
                      <a:pt x="270067" y="5620"/>
                    </a:moveTo>
                    <a:lnTo>
                      <a:pt x="269899" y="5662"/>
                    </a:lnTo>
                    <a:lnTo>
                      <a:pt x="269732" y="5746"/>
                    </a:lnTo>
                    <a:lnTo>
                      <a:pt x="269648" y="5872"/>
                    </a:lnTo>
                    <a:lnTo>
                      <a:pt x="269564" y="6040"/>
                    </a:lnTo>
                    <a:lnTo>
                      <a:pt x="269564" y="6249"/>
                    </a:lnTo>
                    <a:lnTo>
                      <a:pt x="269648" y="6417"/>
                    </a:lnTo>
                    <a:lnTo>
                      <a:pt x="269815" y="6543"/>
                    </a:lnTo>
                    <a:lnTo>
                      <a:pt x="269983" y="6627"/>
                    </a:lnTo>
                    <a:lnTo>
                      <a:pt x="273003" y="7088"/>
                    </a:lnTo>
                    <a:lnTo>
                      <a:pt x="273254" y="7088"/>
                    </a:lnTo>
                    <a:lnTo>
                      <a:pt x="273422" y="7004"/>
                    </a:lnTo>
                    <a:lnTo>
                      <a:pt x="273506" y="6836"/>
                    </a:lnTo>
                    <a:lnTo>
                      <a:pt x="273590" y="6669"/>
                    </a:lnTo>
                    <a:lnTo>
                      <a:pt x="273590" y="6459"/>
                    </a:lnTo>
                    <a:lnTo>
                      <a:pt x="273506" y="6291"/>
                    </a:lnTo>
                    <a:lnTo>
                      <a:pt x="273338" y="6165"/>
                    </a:lnTo>
                    <a:lnTo>
                      <a:pt x="273170" y="6082"/>
                    </a:lnTo>
                    <a:lnTo>
                      <a:pt x="270151" y="5620"/>
                    </a:lnTo>
                    <a:close/>
                    <a:moveTo>
                      <a:pt x="115073" y="5872"/>
                    </a:moveTo>
                    <a:lnTo>
                      <a:pt x="112011" y="6207"/>
                    </a:lnTo>
                    <a:lnTo>
                      <a:pt x="111844" y="6249"/>
                    </a:lnTo>
                    <a:lnTo>
                      <a:pt x="111676" y="6375"/>
                    </a:lnTo>
                    <a:lnTo>
                      <a:pt x="111592" y="6543"/>
                    </a:lnTo>
                    <a:lnTo>
                      <a:pt x="111550" y="6753"/>
                    </a:lnTo>
                    <a:lnTo>
                      <a:pt x="111634" y="6920"/>
                    </a:lnTo>
                    <a:lnTo>
                      <a:pt x="111718" y="7088"/>
                    </a:lnTo>
                    <a:lnTo>
                      <a:pt x="111885" y="7172"/>
                    </a:lnTo>
                    <a:lnTo>
                      <a:pt x="112095" y="7214"/>
                    </a:lnTo>
                    <a:lnTo>
                      <a:pt x="112137" y="7214"/>
                    </a:lnTo>
                    <a:lnTo>
                      <a:pt x="115156" y="6878"/>
                    </a:lnTo>
                    <a:lnTo>
                      <a:pt x="115366" y="6836"/>
                    </a:lnTo>
                    <a:lnTo>
                      <a:pt x="115492" y="6711"/>
                    </a:lnTo>
                    <a:lnTo>
                      <a:pt x="115618" y="6543"/>
                    </a:lnTo>
                    <a:lnTo>
                      <a:pt x="115618" y="6333"/>
                    </a:lnTo>
                    <a:lnTo>
                      <a:pt x="115576" y="6165"/>
                    </a:lnTo>
                    <a:lnTo>
                      <a:pt x="115450" y="5998"/>
                    </a:lnTo>
                    <a:lnTo>
                      <a:pt x="115282" y="5914"/>
                    </a:lnTo>
                    <a:lnTo>
                      <a:pt x="115115" y="5872"/>
                    </a:lnTo>
                    <a:close/>
                    <a:moveTo>
                      <a:pt x="108992" y="6501"/>
                    </a:moveTo>
                    <a:lnTo>
                      <a:pt x="105931" y="6836"/>
                    </a:lnTo>
                    <a:lnTo>
                      <a:pt x="105763" y="6878"/>
                    </a:lnTo>
                    <a:lnTo>
                      <a:pt x="105595" y="7004"/>
                    </a:lnTo>
                    <a:lnTo>
                      <a:pt x="105511" y="7172"/>
                    </a:lnTo>
                    <a:lnTo>
                      <a:pt x="105511" y="7382"/>
                    </a:lnTo>
                    <a:lnTo>
                      <a:pt x="105553" y="7549"/>
                    </a:lnTo>
                    <a:lnTo>
                      <a:pt x="105679" y="7717"/>
                    </a:lnTo>
                    <a:lnTo>
                      <a:pt x="105805" y="7801"/>
                    </a:lnTo>
                    <a:lnTo>
                      <a:pt x="106014" y="7843"/>
                    </a:lnTo>
                    <a:lnTo>
                      <a:pt x="106056" y="7843"/>
                    </a:lnTo>
                    <a:lnTo>
                      <a:pt x="109076" y="7507"/>
                    </a:lnTo>
                    <a:lnTo>
                      <a:pt x="109285" y="7465"/>
                    </a:lnTo>
                    <a:lnTo>
                      <a:pt x="109453" y="7340"/>
                    </a:lnTo>
                    <a:lnTo>
                      <a:pt x="109537" y="7172"/>
                    </a:lnTo>
                    <a:lnTo>
                      <a:pt x="109537" y="6962"/>
                    </a:lnTo>
                    <a:lnTo>
                      <a:pt x="109495" y="6794"/>
                    </a:lnTo>
                    <a:lnTo>
                      <a:pt x="109369" y="6627"/>
                    </a:lnTo>
                    <a:lnTo>
                      <a:pt x="109244" y="6543"/>
                    </a:lnTo>
                    <a:lnTo>
                      <a:pt x="109034" y="6501"/>
                    </a:lnTo>
                    <a:close/>
                    <a:moveTo>
                      <a:pt x="102911" y="7130"/>
                    </a:moveTo>
                    <a:lnTo>
                      <a:pt x="99892" y="7423"/>
                    </a:lnTo>
                    <a:lnTo>
                      <a:pt x="99682" y="7507"/>
                    </a:lnTo>
                    <a:lnTo>
                      <a:pt x="99514" y="7633"/>
                    </a:lnTo>
                    <a:lnTo>
                      <a:pt x="99431" y="7801"/>
                    </a:lnTo>
                    <a:lnTo>
                      <a:pt x="99431" y="7969"/>
                    </a:lnTo>
                    <a:lnTo>
                      <a:pt x="99473" y="8178"/>
                    </a:lnTo>
                    <a:lnTo>
                      <a:pt x="99598" y="8304"/>
                    </a:lnTo>
                    <a:lnTo>
                      <a:pt x="99724" y="8430"/>
                    </a:lnTo>
                    <a:lnTo>
                      <a:pt x="99976" y="8430"/>
                    </a:lnTo>
                    <a:lnTo>
                      <a:pt x="102995" y="8136"/>
                    </a:lnTo>
                    <a:lnTo>
                      <a:pt x="103205" y="8094"/>
                    </a:lnTo>
                    <a:lnTo>
                      <a:pt x="103373" y="7969"/>
                    </a:lnTo>
                    <a:lnTo>
                      <a:pt x="103456" y="7801"/>
                    </a:lnTo>
                    <a:lnTo>
                      <a:pt x="103456" y="7591"/>
                    </a:lnTo>
                    <a:lnTo>
                      <a:pt x="103414" y="7423"/>
                    </a:lnTo>
                    <a:lnTo>
                      <a:pt x="103289" y="7256"/>
                    </a:lnTo>
                    <a:lnTo>
                      <a:pt x="103163" y="7172"/>
                    </a:lnTo>
                    <a:lnTo>
                      <a:pt x="102953" y="7130"/>
                    </a:lnTo>
                    <a:close/>
                    <a:moveTo>
                      <a:pt x="96831" y="7717"/>
                    </a:moveTo>
                    <a:lnTo>
                      <a:pt x="93811" y="8011"/>
                    </a:lnTo>
                    <a:lnTo>
                      <a:pt x="93602" y="8053"/>
                    </a:lnTo>
                    <a:lnTo>
                      <a:pt x="93434" y="8178"/>
                    </a:lnTo>
                    <a:lnTo>
                      <a:pt x="93350" y="8346"/>
                    </a:lnTo>
                    <a:lnTo>
                      <a:pt x="93350" y="8556"/>
                    </a:lnTo>
                    <a:lnTo>
                      <a:pt x="93392" y="8723"/>
                    </a:lnTo>
                    <a:lnTo>
                      <a:pt x="93518" y="8891"/>
                    </a:lnTo>
                    <a:lnTo>
                      <a:pt x="93643" y="8975"/>
                    </a:lnTo>
                    <a:lnTo>
                      <a:pt x="93853" y="9017"/>
                    </a:lnTo>
                    <a:lnTo>
                      <a:pt x="93895" y="9017"/>
                    </a:lnTo>
                    <a:lnTo>
                      <a:pt x="96914" y="8723"/>
                    </a:lnTo>
                    <a:lnTo>
                      <a:pt x="97124" y="8682"/>
                    </a:lnTo>
                    <a:lnTo>
                      <a:pt x="97292" y="8556"/>
                    </a:lnTo>
                    <a:lnTo>
                      <a:pt x="97376" y="8388"/>
                    </a:lnTo>
                    <a:lnTo>
                      <a:pt x="97376" y="8178"/>
                    </a:lnTo>
                    <a:lnTo>
                      <a:pt x="97334" y="8011"/>
                    </a:lnTo>
                    <a:lnTo>
                      <a:pt x="97208" y="7843"/>
                    </a:lnTo>
                    <a:lnTo>
                      <a:pt x="97082" y="7759"/>
                    </a:lnTo>
                    <a:lnTo>
                      <a:pt x="96872" y="7717"/>
                    </a:lnTo>
                    <a:close/>
                    <a:moveTo>
                      <a:pt x="276106" y="6585"/>
                    </a:moveTo>
                    <a:lnTo>
                      <a:pt x="275896" y="6627"/>
                    </a:lnTo>
                    <a:lnTo>
                      <a:pt x="275770" y="6711"/>
                    </a:lnTo>
                    <a:lnTo>
                      <a:pt x="275644" y="6836"/>
                    </a:lnTo>
                    <a:lnTo>
                      <a:pt x="275603" y="7004"/>
                    </a:lnTo>
                    <a:lnTo>
                      <a:pt x="275603" y="7130"/>
                    </a:lnTo>
                    <a:lnTo>
                      <a:pt x="275603" y="7256"/>
                    </a:lnTo>
                    <a:lnTo>
                      <a:pt x="275644" y="7382"/>
                    </a:lnTo>
                    <a:lnTo>
                      <a:pt x="275728" y="7465"/>
                    </a:lnTo>
                    <a:lnTo>
                      <a:pt x="274638" y="8640"/>
                    </a:lnTo>
                    <a:lnTo>
                      <a:pt x="274554" y="8807"/>
                    </a:lnTo>
                    <a:lnTo>
                      <a:pt x="274512" y="9017"/>
                    </a:lnTo>
                    <a:lnTo>
                      <a:pt x="274554" y="9185"/>
                    </a:lnTo>
                    <a:lnTo>
                      <a:pt x="274680" y="9353"/>
                    </a:lnTo>
                    <a:lnTo>
                      <a:pt x="274848" y="9436"/>
                    </a:lnTo>
                    <a:lnTo>
                      <a:pt x="275015" y="9478"/>
                    </a:lnTo>
                    <a:lnTo>
                      <a:pt x="275225" y="9436"/>
                    </a:lnTo>
                    <a:lnTo>
                      <a:pt x="275393" y="9311"/>
                    </a:lnTo>
                    <a:lnTo>
                      <a:pt x="277070" y="7549"/>
                    </a:lnTo>
                    <a:lnTo>
                      <a:pt x="277154" y="7423"/>
                    </a:lnTo>
                    <a:lnTo>
                      <a:pt x="277196" y="7298"/>
                    </a:lnTo>
                    <a:lnTo>
                      <a:pt x="277196" y="7172"/>
                    </a:lnTo>
                    <a:lnTo>
                      <a:pt x="277196" y="7046"/>
                    </a:lnTo>
                    <a:lnTo>
                      <a:pt x="277112" y="6920"/>
                    </a:lnTo>
                    <a:lnTo>
                      <a:pt x="277028" y="6794"/>
                    </a:lnTo>
                    <a:lnTo>
                      <a:pt x="276903" y="6753"/>
                    </a:lnTo>
                    <a:lnTo>
                      <a:pt x="276777" y="6711"/>
                    </a:lnTo>
                    <a:lnTo>
                      <a:pt x="276190" y="6585"/>
                    </a:lnTo>
                    <a:close/>
                    <a:moveTo>
                      <a:pt x="90750" y="8262"/>
                    </a:moveTo>
                    <a:lnTo>
                      <a:pt x="87731" y="8514"/>
                    </a:lnTo>
                    <a:lnTo>
                      <a:pt x="87521" y="8598"/>
                    </a:lnTo>
                    <a:lnTo>
                      <a:pt x="87353" y="8723"/>
                    </a:lnTo>
                    <a:lnTo>
                      <a:pt x="87269" y="8891"/>
                    </a:lnTo>
                    <a:lnTo>
                      <a:pt x="87227" y="9101"/>
                    </a:lnTo>
                    <a:lnTo>
                      <a:pt x="87311" y="9269"/>
                    </a:lnTo>
                    <a:lnTo>
                      <a:pt x="87395" y="9394"/>
                    </a:lnTo>
                    <a:lnTo>
                      <a:pt x="87563" y="9520"/>
                    </a:lnTo>
                    <a:lnTo>
                      <a:pt x="87772" y="9562"/>
                    </a:lnTo>
                    <a:lnTo>
                      <a:pt x="87814" y="9562"/>
                    </a:lnTo>
                    <a:lnTo>
                      <a:pt x="90834" y="9269"/>
                    </a:lnTo>
                    <a:lnTo>
                      <a:pt x="91043" y="9227"/>
                    </a:lnTo>
                    <a:lnTo>
                      <a:pt x="91169" y="9101"/>
                    </a:lnTo>
                    <a:lnTo>
                      <a:pt x="91295" y="8933"/>
                    </a:lnTo>
                    <a:lnTo>
                      <a:pt x="91295" y="8723"/>
                    </a:lnTo>
                    <a:lnTo>
                      <a:pt x="91253" y="8556"/>
                    </a:lnTo>
                    <a:lnTo>
                      <a:pt x="91127" y="8388"/>
                    </a:lnTo>
                    <a:lnTo>
                      <a:pt x="91001" y="8304"/>
                    </a:lnTo>
                    <a:lnTo>
                      <a:pt x="90792" y="8262"/>
                    </a:lnTo>
                    <a:close/>
                    <a:moveTo>
                      <a:pt x="2391" y="8304"/>
                    </a:moveTo>
                    <a:lnTo>
                      <a:pt x="2224" y="8346"/>
                    </a:lnTo>
                    <a:lnTo>
                      <a:pt x="2056" y="8430"/>
                    </a:lnTo>
                    <a:lnTo>
                      <a:pt x="1930" y="8556"/>
                    </a:lnTo>
                    <a:lnTo>
                      <a:pt x="1888" y="8765"/>
                    </a:lnTo>
                    <a:lnTo>
                      <a:pt x="1888" y="8975"/>
                    </a:lnTo>
                    <a:lnTo>
                      <a:pt x="2014" y="9143"/>
                    </a:lnTo>
                    <a:lnTo>
                      <a:pt x="2140" y="9269"/>
                    </a:lnTo>
                    <a:lnTo>
                      <a:pt x="2349" y="9311"/>
                    </a:lnTo>
                    <a:lnTo>
                      <a:pt x="5369" y="9604"/>
                    </a:lnTo>
                    <a:lnTo>
                      <a:pt x="5620" y="9604"/>
                    </a:lnTo>
                    <a:lnTo>
                      <a:pt x="5788" y="9478"/>
                    </a:lnTo>
                    <a:lnTo>
                      <a:pt x="5872" y="9353"/>
                    </a:lnTo>
                    <a:lnTo>
                      <a:pt x="5914" y="9143"/>
                    </a:lnTo>
                    <a:lnTo>
                      <a:pt x="5914" y="8975"/>
                    </a:lnTo>
                    <a:lnTo>
                      <a:pt x="5830" y="8807"/>
                    </a:lnTo>
                    <a:lnTo>
                      <a:pt x="5662" y="8682"/>
                    </a:lnTo>
                    <a:lnTo>
                      <a:pt x="5495" y="8598"/>
                    </a:lnTo>
                    <a:lnTo>
                      <a:pt x="2433" y="8304"/>
                    </a:lnTo>
                    <a:close/>
                    <a:moveTo>
                      <a:pt x="84669" y="8765"/>
                    </a:moveTo>
                    <a:lnTo>
                      <a:pt x="81608" y="9017"/>
                    </a:lnTo>
                    <a:lnTo>
                      <a:pt x="81440" y="9059"/>
                    </a:lnTo>
                    <a:lnTo>
                      <a:pt x="81272" y="9185"/>
                    </a:lnTo>
                    <a:lnTo>
                      <a:pt x="81189" y="9353"/>
                    </a:lnTo>
                    <a:lnTo>
                      <a:pt x="81147" y="9562"/>
                    </a:lnTo>
                    <a:lnTo>
                      <a:pt x="81189" y="9730"/>
                    </a:lnTo>
                    <a:lnTo>
                      <a:pt x="81314" y="9898"/>
                    </a:lnTo>
                    <a:lnTo>
                      <a:pt x="81482" y="9982"/>
                    </a:lnTo>
                    <a:lnTo>
                      <a:pt x="81650" y="10023"/>
                    </a:lnTo>
                    <a:lnTo>
                      <a:pt x="81692" y="10023"/>
                    </a:lnTo>
                    <a:lnTo>
                      <a:pt x="84753" y="9814"/>
                    </a:lnTo>
                    <a:lnTo>
                      <a:pt x="84963" y="9730"/>
                    </a:lnTo>
                    <a:lnTo>
                      <a:pt x="85089" y="9604"/>
                    </a:lnTo>
                    <a:lnTo>
                      <a:pt x="85172" y="9436"/>
                    </a:lnTo>
                    <a:lnTo>
                      <a:pt x="85214" y="9227"/>
                    </a:lnTo>
                    <a:lnTo>
                      <a:pt x="85172" y="9059"/>
                    </a:lnTo>
                    <a:lnTo>
                      <a:pt x="85047" y="8891"/>
                    </a:lnTo>
                    <a:lnTo>
                      <a:pt x="84879" y="8807"/>
                    </a:lnTo>
                    <a:lnTo>
                      <a:pt x="84711" y="8765"/>
                    </a:lnTo>
                    <a:close/>
                    <a:moveTo>
                      <a:pt x="8472" y="8891"/>
                    </a:moveTo>
                    <a:lnTo>
                      <a:pt x="8304" y="8933"/>
                    </a:lnTo>
                    <a:lnTo>
                      <a:pt x="8137" y="9017"/>
                    </a:lnTo>
                    <a:lnTo>
                      <a:pt x="8011" y="9185"/>
                    </a:lnTo>
                    <a:lnTo>
                      <a:pt x="7969" y="9353"/>
                    </a:lnTo>
                    <a:lnTo>
                      <a:pt x="7969" y="9562"/>
                    </a:lnTo>
                    <a:lnTo>
                      <a:pt x="8095" y="9730"/>
                    </a:lnTo>
                    <a:lnTo>
                      <a:pt x="8220" y="9856"/>
                    </a:lnTo>
                    <a:lnTo>
                      <a:pt x="8430" y="9898"/>
                    </a:lnTo>
                    <a:lnTo>
                      <a:pt x="11449" y="10149"/>
                    </a:lnTo>
                    <a:lnTo>
                      <a:pt x="11491" y="10149"/>
                    </a:lnTo>
                    <a:lnTo>
                      <a:pt x="11701" y="10107"/>
                    </a:lnTo>
                    <a:lnTo>
                      <a:pt x="11869" y="10023"/>
                    </a:lnTo>
                    <a:lnTo>
                      <a:pt x="11953" y="9898"/>
                    </a:lnTo>
                    <a:lnTo>
                      <a:pt x="11995" y="9688"/>
                    </a:lnTo>
                    <a:lnTo>
                      <a:pt x="11995" y="9478"/>
                    </a:lnTo>
                    <a:lnTo>
                      <a:pt x="11911" y="9311"/>
                    </a:lnTo>
                    <a:lnTo>
                      <a:pt x="11743" y="9185"/>
                    </a:lnTo>
                    <a:lnTo>
                      <a:pt x="11533" y="9143"/>
                    </a:lnTo>
                    <a:lnTo>
                      <a:pt x="8514" y="8891"/>
                    </a:lnTo>
                    <a:close/>
                    <a:moveTo>
                      <a:pt x="78589" y="9227"/>
                    </a:moveTo>
                    <a:lnTo>
                      <a:pt x="75527" y="9436"/>
                    </a:lnTo>
                    <a:lnTo>
                      <a:pt x="75359" y="9478"/>
                    </a:lnTo>
                    <a:lnTo>
                      <a:pt x="75192" y="9604"/>
                    </a:lnTo>
                    <a:lnTo>
                      <a:pt x="75066" y="9772"/>
                    </a:lnTo>
                    <a:lnTo>
                      <a:pt x="75066" y="9982"/>
                    </a:lnTo>
                    <a:lnTo>
                      <a:pt x="75108" y="10149"/>
                    </a:lnTo>
                    <a:lnTo>
                      <a:pt x="75234" y="10317"/>
                    </a:lnTo>
                    <a:lnTo>
                      <a:pt x="75359" y="10401"/>
                    </a:lnTo>
                    <a:lnTo>
                      <a:pt x="75569" y="10443"/>
                    </a:lnTo>
                    <a:lnTo>
                      <a:pt x="75611" y="10443"/>
                    </a:lnTo>
                    <a:lnTo>
                      <a:pt x="78630" y="10233"/>
                    </a:lnTo>
                    <a:lnTo>
                      <a:pt x="78840" y="10191"/>
                    </a:lnTo>
                    <a:lnTo>
                      <a:pt x="79008" y="10065"/>
                    </a:lnTo>
                    <a:lnTo>
                      <a:pt x="79092" y="9898"/>
                    </a:lnTo>
                    <a:lnTo>
                      <a:pt x="79134" y="9688"/>
                    </a:lnTo>
                    <a:lnTo>
                      <a:pt x="79092" y="9520"/>
                    </a:lnTo>
                    <a:lnTo>
                      <a:pt x="78966" y="9353"/>
                    </a:lnTo>
                    <a:lnTo>
                      <a:pt x="78798" y="9269"/>
                    </a:lnTo>
                    <a:lnTo>
                      <a:pt x="78589" y="9227"/>
                    </a:lnTo>
                    <a:close/>
                    <a:moveTo>
                      <a:pt x="14553" y="9394"/>
                    </a:moveTo>
                    <a:lnTo>
                      <a:pt x="14343" y="9436"/>
                    </a:lnTo>
                    <a:lnTo>
                      <a:pt x="14217" y="9520"/>
                    </a:lnTo>
                    <a:lnTo>
                      <a:pt x="14091" y="9688"/>
                    </a:lnTo>
                    <a:lnTo>
                      <a:pt x="14049" y="9856"/>
                    </a:lnTo>
                    <a:lnTo>
                      <a:pt x="14049" y="10065"/>
                    </a:lnTo>
                    <a:lnTo>
                      <a:pt x="14175" y="10233"/>
                    </a:lnTo>
                    <a:lnTo>
                      <a:pt x="14301" y="10359"/>
                    </a:lnTo>
                    <a:lnTo>
                      <a:pt x="14511" y="10401"/>
                    </a:lnTo>
                    <a:lnTo>
                      <a:pt x="17572" y="10611"/>
                    </a:lnTo>
                    <a:lnTo>
                      <a:pt x="17614" y="10611"/>
                    </a:lnTo>
                    <a:lnTo>
                      <a:pt x="17782" y="10569"/>
                    </a:lnTo>
                    <a:lnTo>
                      <a:pt x="17949" y="10485"/>
                    </a:lnTo>
                    <a:lnTo>
                      <a:pt x="18033" y="10317"/>
                    </a:lnTo>
                    <a:lnTo>
                      <a:pt x="18117" y="10149"/>
                    </a:lnTo>
                    <a:lnTo>
                      <a:pt x="18075" y="9940"/>
                    </a:lnTo>
                    <a:lnTo>
                      <a:pt x="17991" y="9772"/>
                    </a:lnTo>
                    <a:lnTo>
                      <a:pt x="17824" y="9646"/>
                    </a:lnTo>
                    <a:lnTo>
                      <a:pt x="17614" y="9604"/>
                    </a:lnTo>
                    <a:lnTo>
                      <a:pt x="14595" y="9394"/>
                    </a:lnTo>
                    <a:close/>
                    <a:moveTo>
                      <a:pt x="72508" y="9646"/>
                    </a:moveTo>
                    <a:lnTo>
                      <a:pt x="69447" y="9814"/>
                    </a:lnTo>
                    <a:lnTo>
                      <a:pt x="69237" y="9856"/>
                    </a:lnTo>
                    <a:lnTo>
                      <a:pt x="69069" y="9982"/>
                    </a:lnTo>
                    <a:lnTo>
                      <a:pt x="68985" y="10149"/>
                    </a:lnTo>
                    <a:lnTo>
                      <a:pt x="68943" y="10317"/>
                    </a:lnTo>
                    <a:lnTo>
                      <a:pt x="68985" y="10527"/>
                    </a:lnTo>
                    <a:lnTo>
                      <a:pt x="69111" y="10694"/>
                    </a:lnTo>
                    <a:lnTo>
                      <a:pt x="69279" y="10778"/>
                    </a:lnTo>
                    <a:lnTo>
                      <a:pt x="69447" y="10820"/>
                    </a:lnTo>
                    <a:lnTo>
                      <a:pt x="69488" y="10820"/>
                    </a:lnTo>
                    <a:lnTo>
                      <a:pt x="72550" y="10653"/>
                    </a:lnTo>
                    <a:lnTo>
                      <a:pt x="72759" y="10611"/>
                    </a:lnTo>
                    <a:lnTo>
                      <a:pt x="72885" y="10485"/>
                    </a:lnTo>
                    <a:lnTo>
                      <a:pt x="73011" y="10317"/>
                    </a:lnTo>
                    <a:lnTo>
                      <a:pt x="73011" y="10107"/>
                    </a:lnTo>
                    <a:lnTo>
                      <a:pt x="72969" y="9898"/>
                    </a:lnTo>
                    <a:lnTo>
                      <a:pt x="72885" y="9772"/>
                    </a:lnTo>
                    <a:lnTo>
                      <a:pt x="72718" y="9646"/>
                    </a:lnTo>
                    <a:close/>
                    <a:moveTo>
                      <a:pt x="20633" y="9772"/>
                    </a:moveTo>
                    <a:lnTo>
                      <a:pt x="20424" y="9814"/>
                    </a:lnTo>
                    <a:lnTo>
                      <a:pt x="20298" y="9940"/>
                    </a:lnTo>
                    <a:lnTo>
                      <a:pt x="20172" y="10065"/>
                    </a:lnTo>
                    <a:lnTo>
                      <a:pt x="20130" y="10275"/>
                    </a:lnTo>
                    <a:lnTo>
                      <a:pt x="20172" y="10485"/>
                    </a:lnTo>
                    <a:lnTo>
                      <a:pt x="20256" y="10653"/>
                    </a:lnTo>
                    <a:lnTo>
                      <a:pt x="20424" y="10736"/>
                    </a:lnTo>
                    <a:lnTo>
                      <a:pt x="20591" y="10820"/>
                    </a:lnTo>
                    <a:lnTo>
                      <a:pt x="23653" y="10988"/>
                    </a:lnTo>
                    <a:lnTo>
                      <a:pt x="23695" y="10988"/>
                    </a:lnTo>
                    <a:lnTo>
                      <a:pt x="23862" y="10946"/>
                    </a:lnTo>
                    <a:lnTo>
                      <a:pt x="24030" y="10820"/>
                    </a:lnTo>
                    <a:lnTo>
                      <a:pt x="24156" y="10694"/>
                    </a:lnTo>
                    <a:lnTo>
                      <a:pt x="24198" y="10485"/>
                    </a:lnTo>
                    <a:lnTo>
                      <a:pt x="24156" y="10275"/>
                    </a:lnTo>
                    <a:lnTo>
                      <a:pt x="24072" y="10107"/>
                    </a:lnTo>
                    <a:lnTo>
                      <a:pt x="23904" y="10023"/>
                    </a:lnTo>
                    <a:lnTo>
                      <a:pt x="23695" y="9940"/>
                    </a:lnTo>
                    <a:lnTo>
                      <a:pt x="20675" y="9772"/>
                    </a:lnTo>
                    <a:close/>
                    <a:moveTo>
                      <a:pt x="66385" y="9940"/>
                    </a:moveTo>
                    <a:lnTo>
                      <a:pt x="63324" y="10107"/>
                    </a:lnTo>
                    <a:lnTo>
                      <a:pt x="63156" y="10149"/>
                    </a:lnTo>
                    <a:lnTo>
                      <a:pt x="62988" y="10233"/>
                    </a:lnTo>
                    <a:lnTo>
                      <a:pt x="62905" y="10401"/>
                    </a:lnTo>
                    <a:lnTo>
                      <a:pt x="62863" y="10611"/>
                    </a:lnTo>
                    <a:lnTo>
                      <a:pt x="62905" y="10820"/>
                    </a:lnTo>
                    <a:lnTo>
                      <a:pt x="63030" y="10946"/>
                    </a:lnTo>
                    <a:lnTo>
                      <a:pt x="63156" y="11072"/>
                    </a:lnTo>
                    <a:lnTo>
                      <a:pt x="63366" y="11114"/>
                    </a:lnTo>
                    <a:lnTo>
                      <a:pt x="66427" y="10988"/>
                    </a:lnTo>
                    <a:lnTo>
                      <a:pt x="66637" y="10904"/>
                    </a:lnTo>
                    <a:lnTo>
                      <a:pt x="66805" y="10820"/>
                    </a:lnTo>
                    <a:lnTo>
                      <a:pt x="66888" y="10653"/>
                    </a:lnTo>
                    <a:lnTo>
                      <a:pt x="66930" y="10443"/>
                    </a:lnTo>
                    <a:lnTo>
                      <a:pt x="66888" y="10233"/>
                    </a:lnTo>
                    <a:lnTo>
                      <a:pt x="66763" y="10107"/>
                    </a:lnTo>
                    <a:lnTo>
                      <a:pt x="66595" y="9982"/>
                    </a:lnTo>
                    <a:lnTo>
                      <a:pt x="66427" y="9940"/>
                    </a:lnTo>
                    <a:close/>
                    <a:moveTo>
                      <a:pt x="26756" y="10107"/>
                    </a:moveTo>
                    <a:lnTo>
                      <a:pt x="26546" y="10149"/>
                    </a:lnTo>
                    <a:lnTo>
                      <a:pt x="26379" y="10233"/>
                    </a:lnTo>
                    <a:lnTo>
                      <a:pt x="26253" y="10401"/>
                    </a:lnTo>
                    <a:lnTo>
                      <a:pt x="26211" y="10569"/>
                    </a:lnTo>
                    <a:lnTo>
                      <a:pt x="26253" y="10778"/>
                    </a:lnTo>
                    <a:lnTo>
                      <a:pt x="26337" y="10946"/>
                    </a:lnTo>
                    <a:lnTo>
                      <a:pt x="26504" y="11072"/>
                    </a:lnTo>
                    <a:lnTo>
                      <a:pt x="26714" y="11114"/>
                    </a:lnTo>
                    <a:lnTo>
                      <a:pt x="29775" y="11240"/>
                    </a:lnTo>
                    <a:lnTo>
                      <a:pt x="29985" y="11198"/>
                    </a:lnTo>
                    <a:lnTo>
                      <a:pt x="30153" y="11114"/>
                    </a:lnTo>
                    <a:lnTo>
                      <a:pt x="30237" y="10946"/>
                    </a:lnTo>
                    <a:lnTo>
                      <a:pt x="30279" y="10736"/>
                    </a:lnTo>
                    <a:lnTo>
                      <a:pt x="30237" y="10569"/>
                    </a:lnTo>
                    <a:lnTo>
                      <a:pt x="30153" y="10401"/>
                    </a:lnTo>
                    <a:lnTo>
                      <a:pt x="29985" y="10275"/>
                    </a:lnTo>
                    <a:lnTo>
                      <a:pt x="29817" y="10233"/>
                    </a:lnTo>
                    <a:lnTo>
                      <a:pt x="26756" y="10107"/>
                    </a:lnTo>
                    <a:close/>
                    <a:moveTo>
                      <a:pt x="60305" y="10191"/>
                    </a:moveTo>
                    <a:lnTo>
                      <a:pt x="57243" y="10317"/>
                    </a:lnTo>
                    <a:lnTo>
                      <a:pt x="57034" y="10359"/>
                    </a:lnTo>
                    <a:lnTo>
                      <a:pt x="56866" y="10443"/>
                    </a:lnTo>
                    <a:lnTo>
                      <a:pt x="56782" y="10611"/>
                    </a:lnTo>
                    <a:lnTo>
                      <a:pt x="56740" y="10820"/>
                    </a:lnTo>
                    <a:lnTo>
                      <a:pt x="56782" y="11030"/>
                    </a:lnTo>
                    <a:lnTo>
                      <a:pt x="56908" y="11198"/>
                    </a:lnTo>
                    <a:lnTo>
                      <a:pt x="57075" y="11282"/>
                    </a:lnTo>
                    <a:lnTo>
                      <a:pt x="57243" y="11323"/>
                    </a:lnTo>
                    <a:lnTo>
                      <a:pt x="57285" y="11323"/>
                    </a:lnTo>
                    <a:lnTo>
                      <a:pt x="60305" y="11240"/>
                    </a:lnTo>
                    <a:lnTo>
                      <a:pt x="60514" y="11156"/>
                    </a:lnTo>
                    <a:lnTo>
                      <a:pt x="60682" y="11072"/>
                    </a:lnTo>
                    <a:lnTo>
                      <a:pt x="60766" y="10904"/>
                    </a:lnTo>
                    <a:lnTo>
                      <a:pt x="60808" y="10694"/>
                    </a:lnTo>
                    <a:lnTo>
                      <a:pt x="60766" y="10485"/>
                    </a:lnTo>
                    <a:lnTo>
                      <a:pt x="60682" y="10359"/>
                    </a:lnTo>
                    <a:lnTo>
                      <a:pt x="60514" y="10233"/>
                    </a:lnTo>
                    <a:lnTo>
                      <a:pt x="60305" y="10191"/>
                    </a:lnTo>
                    <a:close/>
                    <a:moveTo>
                      <a:pt x="32837" y="10317"/>
                    </a:moveTo>
                    <a:lnTo>
                      <a:pt x="32627" y="10359"/>
                    </a:lnTo>
                    <a:lnTo>
                      <a:pt x="32459" y="10443"/>
                    </a:lnTo>
                    <a:lnTo>
                      <a:pt x="32375" y="10611"/>
                    </a:lnTo>
                    <a:lnTo>
                      <a:pt x="32333" y="10820"/>
                    </a:lnTo>
                    <a:lnTo>
                      <a:pt x="32375" y="11030"/>
                    </a:lnTo>
                    <a:lnTo>
                      <a:pt x="32459" y="11156"/>
                    </a:lnTo>
                    <a:lnTo>
                      <a:pt x="32627" y="11282"/>
                    </a:lnTo>
                    <a:lnTo>
                      <a:pt x="32795" y="11323"/>
                    </a:lnTo>
                    <a:lnTo>
                      <a:pt x="35856" y="11407"/>
                    </a:lnTo>
                    <a:lnTo>
                      <a:pt x="35898" y="11407"/>
                    </a:lnTo>
                    <a:lnTo>
                      <a:pt x="36066" y="11365"/>
                    </a:lnTo>
                    <a:lnTo>
                      <a:pt x="36233" y="11282"/>
                    </a:lnTo>
                    <a:lnTo>
                      <a:pt x="36359" y="11114"/>
                    </a:lnTo>
                    <a:lnTo>
                      <a:pt x="36401" y="10904"/>
                    </a:lnTo>
                    <a:lnTo>
                      <a:pt x="36359" y="10694"/>
                    </a:lnTo>
                    <a:lnTo>
                      <a:pt x="36233" y="10569"/>
                    </a:lnTo>
                    <a:lnTo>
                      <a:pt x="36108" y="10443"/>
                    </a:lnTo>
                    <a:lnTo>
                      <a:pt x="35898" y="10401"/>
                    </a:lnTo>
                    <a:lnTo>
                      <a:pt x="32837" y="10317"/>
                    </a:lnTo>
                    <a:close/>
                    <a:moveTo>
                      <a:pt x="54224" y="10359"/>
                    </a:moveTo>
                    <a:lnTo>
                      <a:pt x="54182" y="10401"/>
                    </a:lnTo>
                    <a:lnTo>
                      <a:pt x="51121" y="10443"/>
                    </a:lnTo>
                    <a:lnTo>
                      <a:pt x="50953" y="10485"/>
                    </a:lnTo>
                    <a:lnTo>
                      <a:pt x="50785" y="10611"/>
                    </a:lnTo>
                    <a:lnTo>
                      <a:pt x="50659" y="10736"/>
                    </a:lnTo>
                    <a:lnTo>
                      <a:pt x="50617" y="10946"/>
                    </a:lnTo>
                    <a:lnTo>
                      <a:pt x="50659" y="11156"/>
                    </a:lnTo>
                    <a:lnTo>
                      <a:pt x="50785" y="11323"/>
                    </a:lnTo>
                    <a:lnTo>
                      <a:pt x="50953" y="11407"/>
                    </a:lnTo>
                    <a:lnTo>
                      <a:pt x="51121" y="11449"/>
                    </a:lnTo>
                    <a:lnTo>
                      <a:pt x="51163" y="11449"/>
                    </a:lnTo>
                    <a:lnTo>
                      <a:pt x="54224" y="11407"/>
                    </a:lnTo>
                    <a:lnTo>
                      <a:pt x="54392" y="11365"/>
                    </a:lnTo>
                    <a:lnTo>
                      <a:pt x="54559" y="11240"/>
                    </a:lnTo>
                    <a:lnTo>
                      <a:pt x="54685" y="11072"/>
                    </a:lnTo>
                    <a:lnTo>
                      <a:pt x="54685" y="10862"/>
                    </a:lnTo>
                    <a:lnTo>
                      <a:pt x="54685" y="10694"/>
                    </a:lnTo>
                    <a:lnTo>
                      <a:pt x="54559" y="10527"/>
                    </a:lnTo>
                    <a:lnTo>
                      <a:pt x="54434" y="10401"/>
                    </a:lnTo>
                    <a:lnTo>
                      <a:pt x="54224" y="10359"/>
                    </a:lnTo>
                    <a:close/>
                    <a:moveTo>
                      <a:pt x="38917" y="10443"/>
                    </a:moveTo>
                    <a:lnTo>
                      <a:pt x="38750" y="10485"/>
                    </a:lnTo>
                    <a:lnTo>
                      <a:pt x="38582" y="10611"/>
                    </a:lnTo>
                    <a:lnTo>
                      <a:pt x="38456" y="10736"/>
                    </a:lnTo>
                    <a:lnTo>
                      <a:pt x="38414" y="10946"/>
                    </a:lnTo>
                    <a:lnTo>
                      <a:pt x="38456" y="11156"/>
                    </a:lnTo>
                    <a:lnTo>
                      <a:pt x="38582" y="11323"/>
                    </a:lnTo>
                    <a:lnTo>
                      <a:pt x="38708" y="11407"/>
                    </a:lnTo>
                    <a:lnTo>
                      <a:pt x="38917" y="11449"/>
                    </a:lnTo>
                    <a:lnTo>
                      <a:pt x="41979" y="11491"/>
                    </a:lnTo>
                    <a:lnTo>
                      <a:pt x="42188" y="11449"/>
                    </a:lnTo>
                    <a:lnTo>
                      <a:pt x="42356" y="11365"/>
                    </a:lnTo>
                    <a:lnTo>
                      <a:pt x="42440" y="11198"/>
                    </a:lnTo>
                    <a:lnTo>
                      <a:pt x="42482" y="10988"/>
                    </a:lnTo>
                    <a:lnTo>
                      <a:pt x="42440" y="10778"/>
                    </a:lnTo>
                    <a:lnTo>
                      <a:pt x="42356" y="10611"/>
                    </a:lnTo>
                    <a:lnTo>
                      <a:pt x="42188" y="10527"/>
                    </a:lnTo>
                    <a:lnTo>
                      <a:pt x="41979" y="10485"/>
                    </a:lnTo>
                    <a:lnTo>
                      <a:pt x="38917" y="10443"/>
                    </a:lnTo>
                    <a:close/>
                    <a:moveTo>
                      <a:pt x="45040" y="10485"/>
                    </a:moveTo>
                    <a:lnTo>
                      <a:pt x="44830" y="10527"/>
                    </a:lnTo>
                    <a:lnTo>
                      <a:pt x="44663" y="10653"/>
                    </a:lnTo>
                    <a:lnTo>
                      <a:pt x="44579" y="10778"/>
                    </a:lnTo>
                    <a:lnTo>
                      <a:pt x="44537" y="10988"/>
                    </a:lnTo>
                    <a:lnTo>
                      <a:pt x="44579" y="11198"/>
                    </a:lnTo>
                    <a:lnTo>
                      <a:pt x="44663" y="11365"/>
                    </a:lnTo>
                    <a:lnTo>
                      <a:pt x="44830" y="11449"/>
                    </a:lnTo>
                    <a:lnTo>
                      <a:pt x="45040" y="11491"/>
                    </a:lnTo>
                    <a:lnTo>
                      <a:pt x="48101" y="11491"/>
                    </a:lnTo>
                    <a:lnTo>
                      <a:pt x="48269" y="11449"/>
                    </a:lnTo>
                    <a:lnTo>
                      <a:pt x="48437" y="11323"/>
                    </a:lnTo>
                    <a:lnTo>
                      <a:pt x="48563" y="11198"/>
                    </a:lnTo>
                    <a:lnTo>
                      <a:pt x="48604" y="10988"/>
                    </a:lnTo>
                    <a:lnTo>
                      <a:pt x="48563" y="10778"/>
                    </a:lnTo>
                    <a:lnTo>
                      <a:pt x="48437" y="10611"/>
                    </a:lnTo>
                    <a:lnTo>
                      <a:pt x="48269" y="10527"/>
                    </a:lnTo>
                    <a:lnTo>
                      <a:pt x="48101" y="10485"/>
                    </a:lnTo>
                    <a:close/>
                    <a:moveTo>
                      <a:pt x="504" y="9269"/>
                    </a:moveTo>
                    <a:lnTo>
                      <a:pt x="336" y="9311"/>
                    </a:lnTo>
                    <a:lnTo>
                      <a:pt x="169" y="9436"/>
                    </a:lnTo>
                    <a:lnTo>
                      <a:pt x="43" y="9604"/>
                    </a:lnTo>
                    <a:lnTo>
                      <a:pt x="1" y="9772"/>
                    </a:lnTo>
                    <a:lnTo>
                      <a:pt x="1" y="12833"/>
                    </a:lnTo>
                    <a:lnTo>
                      <a:pt x="43" y="13043"/>
                    </a:lnTo>
                    <a:lnTo>
                      <a:pt x="169" y="13211"/>
                    </a:lnTo>
                    <a:lnTo>
                      <a:pt x="336" y="13294"/>
                    </a:lnTo>
                    <a:lnTo>
                      <a:pt x="504" y="13336"/>
                    </a:lnTo>
                    <a:lnTo>
                      <a:pt x="714" y="13294"/>
                    </a:lnTo>
                    <a:lnTo>
                      <a:pt x="882" y="13211"/>
                    </a:lnTo>
                    <a:lnTo>
                      <a:pt x="1007" y="13043"/>
                    </a:lnTo>
                    <a:lnTo>
                      <a:pt x="1049" y="12833"/>
                    </a:lnTo>
                    <a:lnTo>
                      <a:pt x="1049" y="9772"/>
                    </a:lnTo>
                    <a:lnTo>
                      <a:pt x="1007" y="9604"/>
                    </a:lnTo>
                    <a:lnTo>
                      <a:pt x="882" y="9436"/>
                    </a:lnTo>
                    <a:lnTo>
                      <a:pt x="714" y="9311"/>
                    </a:lnTo>
                    <a:lnTo>
                      <a:pt x="504" y="9269"/>
                    </a:lnTo>
                    <a:close/>
                    <a:moveTo>
                      <a:pt x="272961" y="10736"/>
                    </a:moveTo>
                    <a:lnTo>
                      <a:pt x="272751" y="10778"/>
                    </a:lnTo>
                    <a:lnTo>
                      <a:pt x="272583" y="10904"/>
                    </a:lnTo>
                    <a:lnTo>
                      <a:pt x="270570" y="13211"/>
                    </a:lnTo>
                    <a:lnTo>
                      <a:pt x="270486" y="13378"/>
                    </a:lnTo>
                    <a:lnTo>
                      <a:pt x="270444" y="13588"/>
                    </a:lnTo>
                    <a:lnTo>
                      <a:pt x="270528" y="13756"/>
                    </a:lnTo>
                    <a:lnTo>
                      <a:pt x="270654" y="13924"/>
                    </a:lnTo>
                    <a:lnTo>
                      <a:pt x="270780" y="14007"/>
                    </a:lnTo>
                    <a:lnTo>
                      <a:pt x="270948" y="14049"/>
                    </a:lnTo>
                    <a:lnTo>
                      <a:pt x="271157" y="14007"/>
                    </a:lnTo>
                    <a:lnTo>
                      <a:pt x="271283" y="13965"/>
                    </a:lnTo>
                    <a:lnTo>
                      <a:pt x="271367" y="13882"/>
                    </a:lnTo>
                    <a:lnTo>
                      <a:pt x="273338" y="11575"/>
                    </a:lnTo>
                    <a:lnTo>
                      <a:pt x="273464" y="11407"/>
                    </a:lnTo>
                    <a:lnTo>
                      <a:pt x="273464" y="11198"/>
                    </a:lnTo>
                    <a:lnTo>
                      <a:pt x="273422" y="11030"/>
                    </a:lnTo>
                    <a:lnTo>
                      <a:pt x="273296" y="10862"/>
                    </a:lnTo>
                    <a:lnTo>
                      <a:pt x="273170" y="10778"/>
                    </a:lnTo>
                    <a:lnTo>
                      <a:pt x="272961" y="10736"/>
                    </a:lnTo>
                    <a:close/>
                    <a:moveTo>
                      <a:pt x="269019" y="15349"/>
                    </a:moveTo>
                    <a:lnTo>
                      <a:pt x="268809" y="15433"/>
                    </a:lnTo>
                    <a:lnTo>
                      <a:pt x="268683" y="15475"/>
                    </a:lnTo>
                    <a:lnTo>
                      <a:pt x="268599" y="15559"/>
                    </a:lnTo>
                    <a:lnTo>
                      <a:pt x="266712" y="17949"/>
                    </a:lnTo>
                    <a:lnTo>
                      <a:pt x="266586" y="18117"/>
                    </a:lnTo>
                    <a:lnTo>
                      <a:pt x="266586" y="18327"/>
                    </a:lnTo>
                    <a:lnTo>
                      <a:pt x="266628" y="18494"/>
                    </a:lnTo>
                    <a:lnTo>
                      <a:pt x="266796" y="18662"/>
                    </a:lnTo>
                    <a:lnTo>
                      <a:pt x="266922" y="18746"/>
                    </a:lnTo>
                    <a:lnTo>
                      <a:pt x="267090" y="18746"/>
                    </a:lnTo>
                    <a:lnTo>
                      <a:pt x="267299" y="18704"/>
                    </a:lnTo>
                    <a:lnTo>
                      <a:pt x="267425" y="18662"/>
                    </a:lnTo>
                    <a:lnTo>
                      <a:pt x="267509" y="18578"/>
                    </a:lnTo>
                    <a:lnTo>
                      <a:pt x="269396" y="16188"/>
                    </a:lnTo>
                    <a:lnTo>
                      <a:pt x="269480" y="16020"/>
                    </a:lnTo>
                    <a:lnTo>
                      <a:pt x="269522" y="15811"/>
                    </a:lnTo>
                    <a:lnTo>
                      <a:pt x="269438" y="15643"/>
                    </a:lnTo>
                    <a:lnTo>
                      <a:pt x="269312" y="15475"/>
                    </a:lnTo>
                    <a:lnTo>
                      <a:pt x="269186" y="15391"/>
                    </a:lnTo>
                    <a:lnTo>
                      <a:pt x="269019" y="15349"/>
                    </a:lnTo>
                    <a:close/>
                    <a:moveTo>
                      <a:pt x="504" y="15391"/>
                    </a:moveTo>
                    <a:lnTo>
                      <a:pt x="336" y="15433"/>
                    </a:lnTo>
                    <a:lnTo>
                      <a:pt x="169" y="15517"/>
                    </a:lnTo>
                    <a:lnTo>
                      <a:pt x="43" y="15685"/>
                    </a:lnTo>
                    <a:lnTo>
                      <a:pt x="1" y="15894"/>
                    </a:lnTo>
                    <a:lnTo>
                      <a:pt x="1" y="18956"/>
                    </a:lnTo>
                    <a:lnTo>
                      <a:pt x="43" y="19124"/>
                    </a:lnTo>
                    <a:lnTo>
                      <a:pt x="169" y="19291"/>
                    </a:lnTo>
                    <a:lnTo>
                      <a:pt x="336" y="19417"/>
                    </a:lnTo>
                    <a:lnTo>
                      <a:pt x="504" y="19459"/>
                    </a:lnTo>
                    <a:lnTo>
                      <a:pt x="714" y="19417"/>
                    </a:lnTo>
                    <a:lnTo>
                      <a:pt x="882" y="19291"/>
                    </a:lnTo>
                    <a:lnTo>
                      <a:pt x="1007" y="19124"/>
                    </a:lnTo>
                    <a:lnTo>
                      <a:pt x="1049" y="18956"/>
                    </a:lnTo>
                    <a:lnTo>
                      <a:pt x="1049" y="15894"/>
                    </a:lnTo>
                    <a:lnTo>
                      <a:pt x="1007" y="15685"/>
                    </a:lnTo>
                    <a:lnTo>
                      <a:pt x="882" y="15517"/>
                    </a:lnTo>
                    <a:lnTo>
                      <a:pt x="714" y="15433"/>
                    </a:lnTo>
                    <a:lnTo>
                      <a:pt x="504" y="15391"/>
                    </a:lnTo>
                    <a:close/>
                    <a:moveTo>
                      <a:pt x="265119" y="20172"/>
                    </a:moveTo>
                    <a:lnTo>
                      <a:pt x="264993" y="20214"/>
                    </a:lnTo>
                    <a:lnTo>
                      <a:pt x="264909" y="20256"/>
                    </a:lnTo>
                    <a:lnTo>
                      <a:pt x="264825" y="20340"/>
                    </a:lnTo>
                    <a:lnTo>
                      <a:pt x="262980" y="22814"/>
                    </a:lnTo>
                    <a:lnTo>
                      <a:pt x="262896" y="23024"/>
                    </a:lnTo>
                    <a:lnTo>
                      <a:pt x="262896" y="23191"/>
                    </a:lnTo>
                    <a:lnTo>
                      <a:pt x="262980" y="23401"/>
                    </a:lnTo>
                    <a:lnTo>
                      <a:pt x="263106" y="23527"/>
                    </a:lnTo>
                    <a:lnTo>
                      <a:pt x="263273" y="23611"/>
                    </a:lnTo>
                    <a:lnTo>
                      <a:pt x="263525" y="23611"/>
                    </a:lnTo>
                    <a:lnTo>
                      <a:pt x="263651" y="23569"/>
                    </a:lnTo>
                    <a:lnTo>
                      <a:pt x="263735" y="23527"/>
                    </a:lnTo>
                    <a:lnTo>
                      <a:pt x="263819" y="23401"/>
                    </a:lnTo>
                    <a:lnTo>
                      <a:pt x="265622" y="20969"/>
                    </a:lnTo>
                    <a:lnTo>
                      <a:pt x="265706" y="20801"/>
                    </a:lnTo>
                    <a:lnTo>
                      <a:pt x="265706" y="20591"/>
                    </a:lnTo>
                    <a:lnTo>
                      <a:pt x="265664" y="20424"/>
                    </a:lnTo>
                    <a:lnTo>
                      <a:pt x="265538" y="20256"/>
                    </a:lnTo>
                    <a:lnTo>
                      <a:pt x="265370" y="20172"/>
                    </a:lnTo>
                    <a:close/>
                    <a:moveTo>
                      <a:pt x="504" y="21472"/>
                    </a:moveTo>
                    <a:lnTo>
                      <a:pt x="336" y="21514"/>
                    </a:lnTo>
                    <a:lnTo>
                      <a:pt x="169" y="21640"/>
                    </a:lnTo>
                    <a:lnTo>
                      <a:pt x="43" y="21807"/>
                    </a:lnTo>
                    <a:lnTo>
                      <a:pt x="1" y="21975"/>
                    </a:lnTo>
                    <a:lnTo>
                      <a:pt x="1" y="25036"/>
                    </a:lnTo>
                    <a:lnTo>
                      <a:pt x="43" y="25246"/>
                    </a:lnTo>
                    <a:lnTo>
                      <a:pt x="169" y="25414"/>
                    </a:lnTo>
                    <a:lnTo>
                      <a:pt x="336" y="25498"/>
                    </a:lnTo>
                    <a:lnTo>
                      <a:pt x="504" y="25540"/>
                    </a:lnTo>
                    <a:lnTo>
                      <a:pt x="714" y="25498"/>
                    </a:lnTo>
                    <a:lnTo>
                      <a:pt x="882" y="25414"/>
                    </a:lnTo>
                    <a:lnTo>
                      <a:pt x="1007" y="25246"/>
                    </a:lnTo>
                    <a:lnTo>
                      <a:pt x="1049" y="25036"/>
                    </a:lnTo>
                    <a:lnTo>
                      <a:pt x="1049" y="21975"/>
                    </a:lnTo>
                    <a:lnTo>
                      <a:pt x="1007" y="21807"/>
                    </a:lnTo>
                    <a:lnTo>
                      <a:pt x="882" y="21640"/>
                    </a:lnTo>
                    <a:lnTo>
                      <a:pt x="714" y="21514"/>
                    </a:lnTo>
                    <a:lnTo>
                      <a:pt x="504" y="21472"/>
                    </a:lnTo>
                    <a:close/>
                    <a:moveTo>
                      <a:pt x="261512" y="25120"/>
                    </a:moveTo>
                    <a:lnTo>
                      <a:pt x="261428" y="25162"/>
                    </a:lnTo>
                    <a:lnTo>
                      <a:pt x="261302" y="25246"/>
                    </a:lnTo>
                    <a:lnTo>
                      <a:pt x="261219" y="25330"/>
                    </a:lnTo>
                    <a:lnTo>
                      <a:pt x="260128" y="26965"/>
                    </a:lnTo>
                    <a:lnTo>
                      <a:pt x="259667" y="27678"/>
                    </a:lnTo>
                    <a:lnTo>
                      <a:pt x="259541" y="27888"/>
                    </a:lnTo>
                    <a:lnTo>
                      <a:pt x="259457" y="28098"/>
                    </a:lnTo>
                    <a:lnTo>
                      <a:pt x="259499" y="28307"/>
                    </a:lnTo>
                    <a:lnTo>
                      <a:pt x="259583" y="28475"/>
                    </a:lnTo>
                    <a:lnTo>
                      <a:pt x="259709" y="28601"/>
                    </a:lnTo>
                    <a:lnTo>
                      <a:pt x="259835" y="28643"/>
                    </a:lnTo>
                    <a:lnTo>
                      <a:pt x="259961" y="28685"/>
                    </a:lnTo>
                    <a:lnTo>
                      <a:pt x="260086" y="28685"/>
                    </a:lnTo>
                    <a:lnTo>
                      <a:pt x="260212" y="28601"/>
                    </a:lnTo>
                    <a:lnTo>
                      <a:pt x="260338" y="28559"/>
                    </a:lnTo>
                    <a:lnTo>
                      <a:pt x="260422" y="28433"/>
                    </a:lnTo>
                    <a:lnTo>
                      <a:pt x="260548" y="28224"/>
                    </a:lnTo>
                    <a:lnTo>
                      <a:pt x="261009" y="27511"/>
                    </a:lnTo>
                    <a:lnTo>
                      <a:pt x="262057" y="25917"/>
                    </a:lnTo>
                    <a:lnTo>
                      <a:pt x="262141" y="25707"/>
                    </a:lnTo>
                    <a:lnTo>
                      <a:pt x="262141" y="25540"/>
                    </a:lnTo>
                    <a:lnTo>
                      <a:pt x="262099" y="25330"/>
                    </a:lnTo>
                    <a:lnTo>
                      <a:pt x="261932" y="25204"/>
                    </a:lnTo>
                    <a:lnTo>
                      <a:pt x="261806" y="25120"/>
                    </a:lnTo>
                    <a:close/>
                    <a:moveTo>
                      <a:pt x="504" y="27595"/>
                    </a:moveTo>
                    <a:lnTo>
                      <a:pt x="336" y="27636"/>
                    </a:lnTo>
                    <a:lnTo>
                      <a:pt x="169" y="27720"/>
                    </a:lnTo>
                    <a:lnTo>
                      <a:pt x="43" y="27888"/>
                    </a:lnTo>
                    <a:lnTo>
                      <a:pt x="1" y="28098"/>
                    </a:lnTo>
                    <a:lnTo>
                      <a:pt x="1" y="31159"/>
                    </a:lnTo>
                    <a:lnTo>
                      <a:pt x="43" y="31327"/>
                    </a:lnTo>
                    <a:lnTo>
                      <a:pt x="169" y="31495"/>
                    </a:lnTo>
                    <a:lnTo>
                      <a:pt x="336" y="31620"/>
                    </a:lnTo>
                    <a:lnTo>
                      <a:pt x="504" y="31662"/>
                    </a:lnTo>
                    <a:lnTo>
                      <a:pt x="714" y="31620"/>
                    </a:lnTo>
                    <a:lnTo>
                      <a:pt x="882" y="31495"/>
                    </a:lnTo>
                    <a:lnTo>
                      <a:pt x="1007" y="31327"/>
                    </a:lnTo>
                    <a:lnTo>
                      <a:pt x="1049" y="31159"/>
                    </a:lnTo>
                    <a:lnTo>
                      <a:pt x="1049" y="28098"/>
                    </a:lnTo>
                    <a:lnTo>
                      <a:pt x="1007" y="27888"/>
                    </a:lnTo>
                    <a:lnTo>
                      <a:pt x="882" y="27720"/>
                    </a:lnTo>
                    <a:lnTo>
                      <a:pt x="714" y="27636"/>
                    </a:lnTo>
                    <a:lnTo>
                      <a:pt x="504" y="27595"/>
                    </a:lnTo>
                    <a:close/>
                    <a:moveTo>
                      <a:pt x="259331" y="30111"/>
                    </a:moveTo>
                    <a:lnTo>
                      <a:pt x="259122" y="30153"/>
                    </a:lnTo>
                    <a:lnTo>
                      <a:pt x="258954" y="30278"/>
                    </a:lnTo>
                    <a:lnTo>
                      <a:pt x="258828" y="30488"/>
                    </a:lnTo>
                    <a:lnTo>
                      <a:pt x="258828" y="30656"/>
                    </a:lnTo>
                    <a:lnTo>
                      <a:pt x="258870" y="30865"/>
                    </a:lnTo>
                    <a:lnTo>
                      <a:pt x="258996" y="30991"/>
                    </a:lnTo>
                    <a:lnTo>
                      <a:pt x="260338" y="32207"/>
                    </a:lnTo>
                    <a:lnTo>
                      <a:pt x="261219" y="33046"/>
                    </a:lnTo>
                    <a:lnTo>
                      <a:pt x="261386" y="33172"/>
                    </a:lnTo>
                    <a:lnTo>
                      <a:pt x="261596" y="33214"/>
                    </a:lnTo>
                    <a:lnTo>
                      <a:pt x="261764" y="33172"/>
                    </a:lnTo>
                    <a:lnTo>
                      <a:pt x="261932" y="33046"/>
                    </a:lnTo>
                    <a:lnTo>
                      <a:pt x="262057" y="32878"/>
                    </a:lnTo>
                    <a:lnTo>
                      <a:pt x="262099" y="32669"/>
                    </a:lnTo>
                    <a:lnTo>
                      <a:pt x="262057" y="32501"/>
                    </a:lnTo>
                    <a:lnTo>
                      <a:pt x="261932" y="32333"/>
                    </a:lnTo>
                    <a:lnTo>
                      <a:pt x="261009" y="31453"/>
                    </a:lnTo>
                    <a:lnTo>
                      <a:pt x="259667" y="30236"/>
                    </a:lnTo>
                    <a:lnTo>
                      <a:pt x="259499" y="30153"/>
                    </a:lnTo>
                    <a:lnTo>
                      <a:pt x="259331" y="30111"/>
                    </a:lnTo>
                    <a:close/>
                    <a:moveTo>
                      <a:pt x="263693" y="34388"/>
                    </a:moveTo>
                    <a:lnTo>
                      <a:pt x="263525" y="34430"/>
                    </a:lnTo>
                    <a:lnTo>
                      <a:pt x="263357" y="34514"/>
                    </a:lnTo>
                    <a:lnTo>
                      <a:pt x="263232" y="34682"/>
                    </a:lnTo>
                    <a:lnTo>
                      <a:pt x="263190" y="34849"/>
                    </a:lnTo>
                    <a:lnTo>
                      <a:pt x="263232" y="35059"/>
                    </a:lnTo>
                    <a:lnTo>
                      <a:pt x="263315" y="35227"/>
                    </a:lnTo>
                    <a:lnTo>
                      <a:pt x="264322" y="36359"/>
                    </a:lnTo>
                    <a:lnTo>
                      <a:pt x="265328" y="37491"/>
                    </a:lnTo>
                    <a:lnTo>
                      <a:pt x="265412" y="37575"/>
                    </a:lnTo>
                    <a:lnTo>
                      <a:pt x="265538" y="37617"/>
                    </a:lnTo>
                    <a:lnTo>
                      <a:pt x="265748" y="37659"/>
                    </a:lnTo>
                    <a:lnTo>
                      <a:pt x="265915" y="37659"/>
                    </a:lnTo>
                    <a:lnTo>
                      <a:pt x="266041" y="37575"/>
                    </a:lnTo>
                    <a:lnTo>
                      <a:pt x="266167" y="37407"/>
                    </a:lnTo>
                    <a:lnTo>
                      <a:pt x="266251" y="37198"/>
                    </a:lnTo>
                    <a:lnTo>
                      <a:pt x="266209" y="37030"/>
                    </a:lnTo>
                    <a:lnTo>
                      <a:pt x="266125" y="36820"/>
                    </a:lnTo>
                    <a:lnTo>
                      <a:pt x="265077" y="35688"/>
                    </a:lnTo>
                    <a:lnTo>
                      <a:pt x="264070" y="34556"/>
                    </a:lnTo>
                    <a:lnTo>
                      <a:pt x="263902" y="34430"/>
                    </a:lnTo>
                    <a:lnTo>
                      <a:pt x="263693" y="34388"/>
                    </a:lnTo>
                    <a:close/>
                    <a:moveTo>
                      <a:pt x="504" y="33675"/>
                    </a:moveTo>
                    <a:lnTo>
                      <a:pt x="336" y="33717"/>
                    </a:lnTo>
                    <a:lnTo>
                      <a:pt x="169" y="33843"/>
                    </a:lnTo>
                    <a:lnTo>
                      <a:pt x="43" y="34011"/>
                    </a:lnTo>
                    <a:lnTo>
                      <a:pt x="1" y="34178"/>
                    </a:lnTo>
                    <a:lnTo>
                      <a:pt x="1" y="37240"/>
                    </a:lnTo>
                    <a:lnTo>
                      <a:pt x="43" y="37449"/>
                    </a:lnTo>
                    <a:lnTo>
                      <a:pt x="169" y="37617"/>
                    </a:lnTo>
                    <a:lnTo>
                      <a:pt x="336" y="37701"/>
                    </a:lnTo>
                    <a:lnTo>
                      <a:pt x="504" y="37743"/>
                    </a:lnTo>
                    <a:lnTo>
                      <a:pt x="714" y="37701"/>
                    </a:lnTo>
                    <a:lnTo>
                      <a:pt x="882" y="37617"/>
                    </a:lnTo>
                    <a:lnTo>
                      <a:pt x="1007" y="37449"/>
                    </a:lnTo>
                    <a:lnTo>
                      <a:pt x="1049" y="37240"/>
                    </a:lnTo>
                    <a:lnTo>
                      <a:pt x="1049" y="34178"/>
                    </a:lnTo>
                    <a:lnTo>
                      <a:pt x="1007" y="34011"/>
                    </a:lnTo>
                    <a:lnTo>
                      <a:pt x="882" y="33843"/>
                    </a:lnTo>
                    <a:lnTo>
                      <a:pt x="714" y="33717"/>
                    </a:lnTo>
                    <a:lnTo>
                      <a:pt x="504" y="33675"/>
                    </a:lnTo>
                    <a:close/>
                    <a:moveTo>
                      <a:pt x="267677" y="39001"/>
                    </a:moveTo>
                    <a:lnTo>
                      <a:pt x="267509" y="39043"/>
                    </a:lnTo>
                    <a:lnTo>
                      <a:pt x="267341" y="39127"/>
                    </a:lnTo>
                    <a:lnTo>
                      <a:pt x="267215" y="39295"/>
                    </a:lnTo>
                    <a:lnTo>
                      <a:pt x="267173" y="39462"/>
                    </a:lnTo>
                    <a:lnTo>
                      <a:pt x="267173" y="39672"/>
                    </a:lnTo>
                    <a:lnTo>
                      <a:pt x="267257" y="39840"/>
                    </a:lnTo>
                    <a:lnTo>
                      <a:pt x="268222" y="41014"/>
                    </a:lnTo>
                    <a:lnTo>
                      <a:pt x="269144" y="42230"/>
                    </a:lnTo>
                    <a:lnTo>
                      <a:pt x="269228" y="42356"/>
                    </a:lnTo>
                    <a:lnTo>
                      <a:pt x="269312" y="42398"/>
                    </a:lnTo>
                    <a:lnTo>
                      <a:pt x="269438" y="42440"/>
                    </a:lnTo>
                    <a:lnTo>
                      <a:pt x="269690" y="42440"/>
                    </a:lnTo>
                    <a:lnTo>
                      <a:pt x="269857" y="42356"/>
                    </a:lnTo>
                    <a:lnTo>
                      <a:pt x="269983" y="42188"/>
                    </a:lnTo>
                    <a:lnTo>
                      <a:pt x="270025" y="42020"/>
                    </a:lnTo>
                    <a:lnTo>
                      <a:pt x="270025" y="41811"/>
                    </a:lnTo>
                    <a:lnTo>
                      <a:pt x="269941" y="41643"/>
                    </a:lnTo>
                    <a:lnTo>
                      <a:pt x="269019" y="40427"/>
                    </a:lnTo>
                    <a:lnTo>
                      <a:pt x="268054" y="39211"/>
                    </a:lnTo>
                    <a:lnTo>
                      <a:pt x="267970" y="39127"/>
                    </a:lnTo>
                    <a:lnTo>
                      <a:pt x="267886" y="39085"/>
                    </a:lnTo>
                    <a:lnTo>
                      <a:pt x="267677" y="39001"/>
                    </a:lnTo>
                    <a:close/>
                    <a:moveTo>
                      <a:pt x="504" y="39798"/>
                    </a:moveTo>
                    <a:lnTo>
                      <a:pt x="336" y="39840"/>
                    </a:lnTo>
                    <a:lnTo>
                      <a:pt x="169" y="39924"/>
                    </a:lnTo>
                    <a:lnTo>
                      <a:pt x="43" y="40091"/>
                    </a:lnTo>
                    <a:lnTo>
                      <a:pt x="1" y="40301"/>
                    </a:lnTo>
                    <a:lnTo>
                      <a:pt x="1" y="43362"/>
                    </a:lnTo>
                    <a:lnTo>
                      <a:pt x="43" y="43530"/>
                    </a:lnTo>
                    <a:lnTo>
                      <a:pt x="169" y="43698"/>
                    </a:lnTo>
                    <a:lnTo>
                      <a:pt x="336" y="43824"/>
                    </a:lnTo>
                    <a:lnTo>
                      <a:pt x="504" y="43866"/>
                    </a:lnTo>
                    <a:lnTo>
                      <a:pt x="714" y="43824"/>
                    </a:lnTo>
                    <a:lnTo>
                      <a:pt x="882" y="43698"/>
                    </a:lnTo>
                    <a:lnTo>
                      <a:pt x="1007" y="43530"/>
                    </a:lnTo>
                    <a:lnTo>
                      <a:pt x="1049" y="43362"/>
                    </a:lnTo>
                    <a:lnTo>
                      <a:pt x="1049" y="40301"/>
                    </a:lnTo>
                    <a:lnTo>
                      <a:pt x="1007" y="40091"/>
                    </a:lnTo>
                    <a:lnTo>
                      <a:pt x="882" y="39924"/>
                    </a:lnTo>
                    <a:lnTo>
                      <a:pt x="714" y="39840"/>
                    </a:lnTo>
                    <a:lnTo>
                      <a:pt x="504" y="39798"/>
                    </a:lnTo>
                    <a:close/>
                    <a:moveTo>
                      <a:pt x="271325" y="43907"/>
                    </a:moveTo>
                    <a:lnTo>
                      <a:pt x="271157" y="43949"/>
                    </a:lnTo>
                    <a:lnTo>
                      <a:pt x="271032" y="43991"/>
                    </a:lnTo>
                    <a:lnTo>
                      <a:pt x="270906" y="44159"/>
                    </a:lnTo>
                    <a:lnTo>
                      <a:pt x="270822" y="44327"/>
                    </a:lnTo>
                    <a:lnTo>
                      <a:pt x="270822" y="44537"/>
                    </a:lnTo>
                    <a:lnTo>
                      <a:pt x="270906" y="44704"/>
                    </a:lnTo>
                    <a:lnTo>
                      <a:pt x="271744" y="45962"/>
                    </a:lnTo>
                    <a:lnTo>
                      <a:pt x="272583" y="47220"/>
                    </a:lnTo>
                    <a:lnTo>
                      <a:pt x="272667" y="47346"/>
                    </a:lnTo>
                    <a:lnTo>
                      <a:pt x="272751" y="47430"/>
                    </a:lnTo>
                    <a:lnTo>
                      <a:pt x="272877" y="47472"/>
                    </a:lnTo>
                    <a:lnTo>
                      <a:pt x="273128" y="47472"/>
                    </a:lnTo>
                    <a:lnTo>
                      <a:pt x="273296" y="47388"/>
                    </a:lnTo>
                    <a:lnTo>
                      <a:pt x="273422" y="47262"/>
                    </a:lnTo>
                    <a:lnTo>
                      <a:pt x="273506" y="47095"/>
                    </a:lnTo>
                    <a:lnTo>
                      <a:pt x="273506" y="46885"/>
                    </a:lnTo>
                    <a:lnTo>
                      <a:pt x="273422" y="46675"/>
                    </a:lnTo>
                    <a:lnTo>
                      <a:pt x="272583" y="45417"/>
                    </a:lnTo>
                    <a:lnTo>
                      <a:pt x="271744" y="44117"/>
                    </a:lnTo>
                    <a:lnTo>
                      <a:pt x="271661" y="44033"/>
                    </a:lnTo>
                    <a:lnTo>
                      <a:pt x="271535" y="43991"/>
                    </a:lnTo>
                    <a:lnTo>
                      <a:pt x="271451" y="43949"/>
                    </a:lnTo>
                    <a:lnTo>
                      <a:pt x="271325" y="43907"/>
                    </a:lnTo>
                    <a:close/>
                    <a:moveTo>
                      <a:pt x="196680" y="47807"/>
                    </a:moveTo>
                    <a:lnTo>
                      <a:pt x="196512" y="47849"/>
                    </a:lnTo>
                    <a:lnTo>
                      <a:pt x="196344" y="47933"/>
                    </a:lnTo>
                    <a:lnTo>
                      <a:pt x="196218" y="48101"/>
                    </a:lnTo>
                    <a:lnTo>
                      <a:pt x="196176" y="48311"/>
                    </a:lnTo>
                    <a:lnTo>
                      <a:pt x="196218" y="48520"/>
                    </a:lnTo>
                    <a:lnTo>
                      <a:pt x="196344" y="48646"/>
                    </a:lnTo>
                    <a:lnTo>
                      <a:pt x="196512" y="48772"/>
                    </a:lnTo>
                    <a:lnTo>
                      <a:pt x="196680" y="48814"/>
                    </a:lnTo>
                    <a:lnTo>
                      <a:pt x="199741" y="48814"/>
                    </a:lnTo>
                    <a:lnTo>
                      <a:pt x="199951" y="48772"/>
                    </a:lnTo>
                    <a:lnTo>
                      <a:pt x="200118" y="48688"/>
                    </a:lnTo>
                    <a:lnTo>
                      <a:pt x="200202" y="48520"/>
                    </a:lnTo>
                    <a:lnTo>
                      <a:pt x="200244" y="48311"/>
                    </a:lnTo>
                    <a:lnTo>
                      <a:pt x="200202" y="48101"/>
                    </a:lnTo>
                    <a:lnTo>
                      <a:pt x="200118" y="47975"/>
                    </a:lnTo>
                    <a:lnTo>
                      <a:pt x="199951" y="47849"/>
                    </a:lnTo>
                    <a:lnTo>
                      <a:pt x="199741" y="47807"/>
                    </a:lnTo>
                    <a:close/>
                    <a:moveTo>
                      <a:pt x="193660" y="47807"/>
                    </a:moveTo>
                    <a:lnTo>
                      <a:pt x="190599" y="47849"/>
                    </a:lnTo>
                    <a:lnTo>
                      <a:pt x="190389" y="47891"/>
                    </a:lnTo>
                    <a:lnTo>
                      <a:pt x="190221" y="48017"/>
                    </a:lnTo>
                    <a:lnTo>
                      <a:pt x="190138" y="48185"/>
                    </a:lnTo>
                    <a:lnTo>
                      <a:pt x="190096" y="48353"/>
                    </a:lnTo>
                    <a:lnTo>
                      <a:pt x="190138" y="48562"/>
                    </a:lnTo>
                    <a:lnTo>
                      <a:pt x="190221" y="48730"/>
                    </a:lnTo>
                    <a:lnTo>
                      <a:pt x="190389" y="48814"/>
                    </a:lnTo>
                    <a:lnTo>
                      <a:pt x="190599" y="48856"/>
                    </a:lnTo>
                    <a:lnTo>
                      <a:pt x="193660" y="48814"/>
                    </a:lnTo>
                    <a:lnTo>
                      <a:pt x="193828" y="48772"/>
                    </a:lnTo>
                    <a:lnTo>
                      <a:pt x="193996" y="48688"/>
                    </a:lnTo>
                    <a:lnTo>
                      <a:pt x="194121" y="48520"/>
                    </a:lnTo>
                    <a:lnTo>
                      <a:pt x="194163" y="48311"/>
                    </a:lnTo>
                    <a:lnTo>
                      <a:pt x="194121" y="48101"/>
                    </a:lnTo>
                    <a:lnTo>
                      <a:pt x="193996" y="47975"/>
                    </a:lnTo>
                    <a:lnTo>
                      <a:pt x="193828" y="47849"/>
                    </a:lnTo>
                    <a:lnTo>
                      <a:pt x="193660" y="47807"/>
                    </a:lnTo>
                    <a:close/>
                    <a:moveTo>
                      <a:pt x="202802" y="47849"/>
                    </a:moveTo>
                    <a:lnTo>
                      <a:pt x="202592" y="47891"/>
                    </a:lnTo>
                    <a:lnTo>
                      <a:pt x="202467" y="47975"/>
                    </a:lnTo>
                    <a:lnTo>
                      <a:pt x="202341" y="48143"/>
                    </a:lnTo>
                    <a:lnTo>
                      <a:pt x="202299" y="48353"/>
                    </a:lnTo>
                    <a:lnTo>
                      <a:pt x="202341" y="48520"/>
                    </a:lnTo>
                    <a:lnTo>
                      <a:pt x="202425" y="48688"/>
                    </a:lnTo>
                    <a:lnTo>
                      <a:pt x="202592" y="48814"/>
                    </a:lnTo>
                    <a:lnTo>
                      <a:pt x="202802" y="48856"/>
                    </a:lnTo>
                    <a:lnTo>
                      <a:pt x="205863" y="48898"/>
                    </a:lnTo>
                    <a:lnTo>
                      <a:pt x="206031" y="48856"/>
                    </a:lnTo>
                    <a:lnTo>
                      <a:pt x="206199" y="48772"/>
                    </a:lnTo>
                    <a:lnTo>
                      <a:pt x="206325" y="48604"/>
                    </a:lnTo>
                    <a:lnTo>
                      <a:pt x="206367" y="48395"/>
                    </a:lnTo>
                    <a:lnTo>
                      <a:pt x="206325" y="48227"/>
                    </a:lnTo>
                    <a:lnTo>
                      <a:pt x="206241" y="48059"/>
                    </a:lnTo>
                    <a:lnTo>
                      <a:pt x="206073" y="47933"/>
                    </a:lnTo>
                    <a:lnTo>
                      <a:pt x="205863" y="47891"/>
                    </a:lnTo>
                    <a:lnTo>
                      <a:pt x="202802" y="47849"/>
                    </a:lnTo>
                    <a:close/>
                    <a:moveTo>
                      <a:pt x="187538" y="47891"/>
                    </a:moveTo>
                    <a:lnTo>
                      <a:pt x="184476" y="47975"/>
                    </a:lnTo>
                    <a:lnTo>
                      <a:pt x="184267" y="48017"/>
                    </a:lnTo>
                    <a:lnTo>
                      <a:pt x="184141" y="48143"/>
                    </a:lnTo>
                    <a:lnTo>
                      <a:pt x="184015" y="48311"/>
                    </a:lnTo>
                    <a:lnTo>
                      <a:pt x="183973" y="48520"/>
                    </a:lnTo>
                    <a:lnTo>
                      <a:pt x="184015" y="48688"/>
                    </a:lnTo>
                    <a:lnTo>
                      <a:pt x="184141" y="48856"/>
                    </a:lnTo>
                    <a:lnTo>
                      <a:pt x="184308" y="48982"/>
                    </a:lnTo>
                    <a:lnTo>
                      <a:pt x="184476" y="49024"/>
                    </a:lnTo>
                    <a:lnTo>
                      <a:pt x="184518" y="49024"/>
                    </a:lnTo>
                    <a:lnTo>
                      <a:pt x="187538" y="48940"/>
                    </a:lnTo>
                    <a:lnTo>
                      <a:pt x="187747" y="48898"/>
                    </a:lnTo>
                    <a:lnTo>
                      <a:pt x="187915" y="48772"/>
                    </a:lnTo>
                    <a:lnTo>
                      <a:pt x="187999" y="48604"/>
                    </a:lnTo>
                    <a:lnTo>
                      <a:pt x="188041" y="48395"/>
                    </a:lnTo>
                    <a:lnTo>
                      <a:pt x="187999" y="48227"/>
                    </a:lnTo>
                    <a:lnTo>
                      <a:pt x="187915" y="48059"/>
                    </a:lnTo>
                    <a:lnTo>
                      <a:pt x="187747" y="47933"/>
                    </a:lnTo>
                    <a:lnTo>
                      <a:pt x="187538" y="47891"/>
                    </a:lnTo>
                    <a:close/>
                    <a:moveTo>
                      <a:pt x="208925" y="47975"/>
                    </a:moveTo>
                    <a:lnTo>
                      <a:pt x="208715" y="48017"/>
                    </a:lnTo>
                    <a:lnTo>
                      <a:pt x="208547" y="48101"/>
                    </a:lnTo>
                    <a:lnTo>
                      <a:pt x="208463" y="48269"/>
                    </a:lnTo>
                    <a:lnTo>
                      <a:pt x="208380" y="48478"/>
                    </a:lnTo>
                    <a:lnTo>
                      <a:pt x="208422" y="48646"/>
                    </a:lnTo>
                    <a:lnTo>
                      <a:pt x="208547" y="48814"/>
                    </a:lnTo>
                    <a:lnTo>
                      <a:pt x="208715" y="48940"/>
                    </a:lnTo>
                    <a:lnTo>
                      <a:pt x="208883" y="48982"/>
                    </a:lnTo>
                    <a:lnTo>
                      <a:pt x="211944" y="49107"/>
                    </a:lnTo>
                    <a:lnTo>
                      <a:pt x="212154" y="49066"/>
                    </a:lnTo>
                    <a:lnTo>
                      <a:pt x="212322" y="48940"/>
                    </a:lnTo>
                    <a:lnTo>
                      <a:pt x="212405" y="48772"/>
                    </a:lnTo>
                    <a:lnTo>
                      <a:pt x="212489" y="48604"/>
                    </a:lnTo>
                    <a:lnTo>
                      <a:pt x="212447" y="48395"/>
                    </a:lnTo>
                    <a:lnTo>
                      <a:pt x="212322" y="48227"/>
                    </a:lnTo>
                    <a:lnTo>
                      <a:pt x="212196" y="48101"/>
                    </a:lnTo>
                    <a:lnTo>
                      <a:pt x="211986" y="48059"/>
                    </a:lnTo>
                    <a:lnTo>
                      <a:pt x="208925" y="47975"/>
                    </a:lnTo>
                    <a:close/>
                    <a:moveTo>
                      <a:pt x="181415" y="48101"/>
                    </a:moveTo>
                    <a:lnTo>
                      <a:pt x="178354" y="48227"/>
                    </a:lnTo>
                    <a:lnTo>
                      <a:pt x="178186" y="48269"/>
                    </a:lnTo>
                    <a:lnTo>
                      <a:pt x="178018" y="48395"/>
                    </a:lnTo>
                    <a:lnTo>
                      <a:pt x="177934" y="48562"/>
                    </a:lnTo>
                    <a:lnTo>
                      <a:pt x="177892" y="48730"/>
                    </a:lnTo>
                    <a:lnTo>
                      <a:pt x="177934" y="48940"/>
                    </a:lnTo>
                    <a:lnTo>
                      <a:pt x="178060" y="49107"/>
                    </a:lnTo>
                    <a:lnTo>
                      <a:pt x="178186" y="49191"/>
                    </a:lnTo>
                    <a:lnTo>
                      <a:pt x="178396" y="49233"/>
                    </a:lnTo>
                    <a:lnTo>
                      <a:pt x="178437" y="49233"/>
                    </a:lnTo>
                    <a:lnTo>
                      <a:pt x="181457" y="49107"/>
                    </a:lnTo>
                    <a:lnTo>
                      <a:pt x="181667" y="49066"/>
                    </a:lnTo>
                    <a:lnTo>
                      <a:pt x="181834" y="48940"/>
                    </a:lnTo>
                    <a:lnTo>
                      <a:pt x="181918" y="48772"/>
                    </a:lnTo>
                    <a:lnTo>
                      <a:pt x="181960" y="48562"/>
                    </a:lnTo>
                    <a:lnTo>
                      <a:pt x="181918" y="48395"/>
                    </a:lnTo>
                    <a:lnTo>
                      <a:pt x="181792" y="48227"/>
                    </a:lnTo>
                    <a:lnTo>
                      <a:pt x="181625" y="48143"/>
                    </a:lnTo>
                    <a:lnTo>
                      <a:pt x="181457" y="48101"/>
                    </a:lnTo>
                    <a:close/>
                    <a:moveTo>
                      <a:pt x="215005" y="48185"/>
                    </a:moveTo>
                    <a:lnTo>
                      <a:pt x="214838" y="48227"/>
                    </a:lnTo>
                    <a:lnTo>
                      <a:pt x="214670" y="48353"/>
                    </a:lnTo>
                    <a:lnTo>
                      <a:pt x="214544" y="48478"/>
                    </a:lnTo>
                    <a:lnTo>
                      <a:pt x="214502" y="48688"/>
                    </a:lnTo>
                    <a:lnTo>
                      <a:pt x="214544" y="48898"/>
                    </a:lnTo>
                    <a:lnTo>
                      <a:pt x="214628" y="49024"/>
                    </a:lnTo>
                    <a:lnTo>
                      <a:pt x="214796" y="49149"/>
                    </a:lnTo>
                    <a:lnTo>
                      <a:pt x="215005" y="49191"/>
                    </a:lnTo>
                    <a:lnTo>
                      <a:pt x="218025" y="49359"/>
                    </a:lnTo>
                    <a:lnTo>
                      <a:pt x="218067" y="49359"/>
                    </a:lnTo>
                    <a:lnTo>
                      <a:pt x="218276" y="49317"/>
                    </a:lnTo>
                    <a:lnTo>
                      <a:pt x="218402" y="49233"/>
                    </a:lnTo>
                    <a:lnTo>
                      <a:pt x="218528" y="49066"/>
                    </a:lnTo>
                    <a:lnTo>
                      <a:pt x="218570" y="48856"/>
                    </a:lnTo>
                    <a:lnTo>
                      <a:pt x="218528" y="48688"/>
                    </a:lnTo>
                    <a:lnTo>
                      <a:pt x="218444" y="48520"/>
                    </a:lnTo>
                    <a:lnTo>
                      <a:pt x="218276" y="48395"/>
                    </a:lnTo>
                    <a:lnTo>
                      <a:pt x="218109" y="48353"/>
                    </a:lnTo>
                    <a:lnTo>
                      <a:pt x="215047" y="48185"/>
                    </a:lnTo>
                    <a:close/>
                    <a:moveTo>
                      <a:pt x="175334" y="48353"/>
                    </a:moveTo>
                    <a:lnTo>
                      <a:pt x="172273" y="48520"/>
                    </a:lnTo>
                    <a:lnTo>
                      <a:pt x="172063" y="48562"/>
                    </a:lnTo>
                    <a:lnTo>
                      <a:pt x="171937" y="48688"/>
                    </a:lnTo>
                    <a:lnTo>
                      <a:pt x="171812" y="48856"/>
                    </a:lnTo>
                    <a:lnTo>
                      <a:pt x="171812" y="49066"/>
                    </a:lnTo>
                    <a:lnTo>
                      <a:pt x="171854" y="49233"/>
                    </a:lnTo>
                    <a:lnTo>
                      <a:pt x="171937" y="49401"/>
                    </a:lnTo>
                    <a:lnTo>
                      <a:pt x="172105" y="49485"/>
                    </a:lnTo>
                    <a:lnTo>
                      <a:pt x="172315" y="49527"/>
                    </a:lnTo>
                    <a:lnTo>
                      <a:pt x="175376" y="49359"/>
                    </a:lnTo>
                    <a:lnTo>
                      <a:pt x="175586" y="49317"/>
                    </a:lnTo>
                    <a:lnTo>
                      <a:pt x="175712" y="49191"/>
                    </a:lnTo>
                    <a:lnTo>
                      <a:pt x="175837" y="49024"/>
                    </a:lnTo>
                    <a:lnTo>
                      <a:pt x="175837" y="48856"/>
                    </a:lnTo>
                    <a:lnTo>
                      <a:pt x="175796" y="48646"/>
                    </a:lnTo>
                    <a:lnTo>
                      <a:pt x="175712" y="48478"/>
                    </a:lnTo>
                    <a:lnTo>
                      <a:pt x="175544" y="48395"/>
                    </a:lnTo>
                    <a:lnTo>
                      <a:pt x="175376" y="48353"/>
                    </a:lnTo>
                    <a:close/>
                    <a:moveTo>
                      <a:pt x="220918" y="48520"/>
                    </a:moveTo>
                    <a:lnTo>
                      <a:pt x="220751" y="48646"/>
                    </a:lnTo>
                    <a:lnTo>
                      <a:pt x="220667" y="48772"/>
                    </a:lnTo>
                    <a:lnTo>
                      <a:pt x="220625" y="48982"/>
                    </a:lnTo>
                    <a:lnTo>
                      <a:pt x="220625" y="49191"/>
                    </a:lnTo>
                    <a:lnTo>
                      <a:pt x="220751" y="49359"/>
                    </a:lnTo>
                    <a:lnTo>
                      <a:pt x="220876" y="49485"/>
                    </a:lnTo>
                    <a:lnTo>
                      <a:pt x="221086" y="49527"/>
                    </a:lnTo>
                    <a:lnTo>
                      <a:pt x="224147" y="49695"/>
                    </a:lnTo>
                    <a:lnTo>
                      <a:pt x="224357" y="49653"/>
                    </a:lnTo>
                    <a:lnTo>
                      <a:pt x="224525" y="49569"/>
                    </a:lnTo>
                    <a:lnTo>
                      <a:pt x="224609" y="49401"/>
                    </a:lnTo>
                    <a:lnTo>
                      <a:pt x="224693" y="49233"/>
                    </a:lnTo>
                    <a:lnTo>
                      <a:pt x="224651" y="49024"/>
                    </a:lnTo>
                    <a:lnTo>
                      <a:pt x="224567" y="48856"/>
                    </a:lnTo>
                    <a:lnTo>
                      <a:pt x="224399" y="48730"/>
                    </a:lnTo>
                    <a:lnTo>
                      <a:pt x="224189" y="48688"/>
                    </a:lnTo>
                    <a:lnTo>
                      <a:pt x="221128" y="48520"/>
                    </a:lnTo>
                    <a:close/>
                    <a:moveTo>
                      <a:pt x="504" y="45878"/>
                    </a:moveTo>
                    <a:lnTo>
                      <a:pt x="336" y="45920"/>
                    </a:lnTo>
                    <a:lnTo>
                      <a:pt x="169" y="46046"/>
                    </a:lnTo>
                    <a:lnTo>
                      <a:pt x="43" y="46214"/>
                    </a:lnTo>
                    <a:lnTo>
                      <a:pt x="1" y="46382"/>
                    </a:lnTo>
                    <a:lnTo>
                      <a:pt x="1" y="49443"/>
                    </a:lnTo>
                    <a:lnTo>
                      <a:pt x="43" y="49653"/>
                    </a:lnTo>
                    <a:lnTo>
                      <a:pt x="169" y="49820"/>
                    </a:lnTo>
                    <a:lnTo>
                      <a:pt x="336" y="49904"/>
                    </a:lnTo>
                    <a:lnTo>
                      <a:pt x="504" y="49946"/>
                    </a:lnTo>
                    <a:lnTo>
                      <a:pt x="714" y="49904"/>
                    </a:lnTo>
                    <a:lnTo>
                      <a:pt x="882" y="49820"/>
                    </a:lnTo>
                    <a:lnTo>
                      <a:pt x="1007" y="49653"/>
                    </a:lnTo>
                    <a:lnTo>
                      <a:pt x="1049" y="49443"/>
                    </a:lnTo>
                    <a:lnTo>
                      <a:pt x="1049" y="46382"/>
                    </a:lnTo>
                    <a:lnTo>
                      <a:pt x="1007" y="46214"/>
                    </a:lnTo>
                    <a:lnTo>
                      <a:pt x="882" y="46046"/>
                    </a:lnTo>
                    <a:lnTo>
                      <a:pt x="714" y="45920"/>
                    </a:lnTo>
                    <a:lnTo>
                      <a:pt x="504" y="45878"/>
                    </a:lnTo>
                    <a:close/>
                    <a:moveTo>
                      <a:pt x="169254" y="48688"/>
                    </a:moveTo>
                    <a:lnTo>
                      <a:pt x="169212" y="48730"/>
                    </a:lnTo>
                    <a:lnTo>
                      <a:pt x="166192" y="48898"/>
                    </a:lnTo>
                    <a:lnTo>
                      <a:pt x="165983" y="48982"/>
                    </a:lnTo>
                    <a:lnTo>
                      <a:pt x="165815" y="49107"/>
                    </a:lnTo>
                    <a:lnTo>
                      <a:pt x="165731" y="49275"/>
                    </a:lnTo>
                    <a:lnTo>
                      <a:pt x="165689" y="49443"/>
                    </a:lnTo>
                    <a:lnTo>
                      <a:pt x="165773" y="49653"/>
                    </a:lnTo>
                    <a:lnTo>
                      <a:pt x="165857" y="49778"/>
                    </a:lnTo>
                    <a:lnTo>
                      <a:pt x="166025" y="49904"/>
                    </a:lnTo>
                    <a:lnTo>
                      <a:pt x="166192" y="49946"/>
                    </a:lnTo>
                    <a:lnTo>
                      <a:pt x="166234" y="49946"/>
                    </a:lnTo>
                    <a:lnTo>
                      <a:pt x="169295" y="49737"/>
                    </a:lnTo>
                    <a:lnTo>
                      <a:pt x="169463" y="49653"/>
                    </a:lnTo>
                    <a:lnTo>
                      <a:pt x="169631" y="49569"/>
                    </a:lnTo>
                    <a:lnTo>
                      <a:pt x="169757" y="49401"/>
                    </a:lnTo>
                    <a:lnTo>
                      <a:pt x="169757" y="49191"/>
                    </a:lnTo>
                    <a:lnTo>
                      <a:pt x="169715" y="48982"/>
                    </a:lnTo>
                    <a:lnTo>
                      <a:pt x="169589" y="48856"/>
                    </a:lnTo>
                    <a:lnTo>
                      <a:pt x="169463" y="48730"/>
                    </a:lnTo>
                    <a:lnTo>
                      <a:pt x="169254" y="48688"/>
                    </a:lnTo>
                    <a:close/>
                    <a:moveTo>
                      <a:pt x="227209" y="48898"/>
                    </a:moveTo>
                    <a:lnTo>
                      <a:pt x="227041" y="48940"/>
                    </a:lnTo>
                    <a:lnTo>
                      <a:pt x="226873" y="49024"/>
                    </a:lnTo>
                    <a:lnTo>
                      <a:pt x="226747" y="49191"/>
                    </a:lnTo>
                    <a:lnTo>
                      <a:pt x="226705" y="49359"/>
                    </a:lnTo>
                    <a:lnTo>
                      <a:pt x="226747" y="49569"/>
                    </a:lnTo>
                    <a:lnTo>
                      <a:pt x="226831" y="49737"/>
                    </a:lnTo>
                    <a:lnTo>
                      <a:pt x="226999" y="49862"/>
                    </a:lnTo>
                    <a:lnTo>
                      <a:pt x="227167" y="49904"/>
                    </a:lnTo>
                    <a:lnTo>
                      <a:pt x="230228" y="50156"/>
                    </a:lnTo>
                    <a:lnTo>
                      <a:pt x="230270" y="50156"/>
                    </a:lnTo>
                    <a:lnTo>
                      <a:pt x="230438" y="50114"/>
                    </a:lnTo>
                    <a:lnTo>
                      <a:pt x="230606" y="49988"/>
                    </a:lnTo>
                    <a:lnTo>
                      <a:pt x="230731" y="49862"/>
                    </a:lnTo>
                    <a:lnTo>
                      <a:pt x="230773" y="49653"/>
                    </a:lnTo>
                    <a:lnTo>
                      <a:pt x="230731" y="49485"/>
                    </a:lnTo>
                    <a:lnTo>
                      <a:pt x="230647" y="49317"/>
                    </a:lnTo>
                    <a:lnTo>
                      <a:pt x="230480" y="49191"/>
                    </a:lnTo>
                    <a:lnTo>
                      <a:pt x="230312" y="49107"/>
                    </a:lnTo>
                    <a:lnTo>
                      <a:pt x="227251" y="48898"/>
                    </a:lnTo>
                    <a:close/>
                    <a:moveTo>
                      <a:pt x="163131" y="49149"/>
                    </a:moveTo>
                    <a:lnTo>
                      <a:pt x="160070" y="49401"/>
                    </a:lnTo>
                    <a:lnTo>
                      <a:pt x="159902" y="49443"/>
                    </a:lnTo>
                    <a:lnTo>
                      <a:pt x="159734" y="49569"/>
                    </a:lnTo>
                    <a:lnTo>
                      <a:pt x="159650" y="49737"/>
                    </a:lnTo>
                    <a:lnTo>
                      <a:pt x="159608" y="49946"/>
                    </a:lnTo>
                    <a:lnTo>
                      <a:pt x="159692" y="50114"/>
                    </a:lnTo>
                    <a:lnTo>
                      <a:pt x="159776" y="50282"/>
                    </a:lnTo>
                    <a:lnTo>
                      <a:pt x="159944" y="50366"/>
                    </a:lnTo>
                    <a:lnTo>
                      <a:pt x="160112" y="50407"/>
                    </a:lnTo>
                    <a:lnTo>
                      <a:pt x="160154" y="50407"/>
                    </a:lnTo>
                    <a:lnTo>
                      <a:pt x="163215" y="50156"/>
                    </a:lnTo>
                    <a:lnTo>
                      <a:pt x="163383" y="50114"/>
                    </a:lnTo>
                    <a:lnTo>
                      <a:pt x="163550" y="49988"/>
                    </a:lnTo>
                    <a:lnTo>
                      <a:pt x="163634" y="49820"/>
                    </a:lnTo>
                    <a:lnTo>
                      <a:pt x="163676" y="49611"/>
                    </a:lnTo>
                    <a:lnTo>
                      <a:pt x="163634" y="49401"/>
                    </a:lnTo>
                    <a:lnTo>
                      <a:pt x="163508" y="49275"/>
                    </a:lnTo>
                    <a:lnTo>
                      <a:pt x="163341" y="49191"/>
                    </a:lnTo>
                    <a:lnTo>
                      <a:pt x="163173" y="49149"/>
                    </a:lnTo>
                    <a:close/>
                    <a:moveTo>
                      <a:pt x="233289" y="49359"/>
                    </a:moveTo>
                    <a:lnTo>
                      <a:pt x="233122" y="49401"/>
                    </a:lnTo>
                    <a:lnTo>
                      <a:pt x="232954" y="49485"/>
                    </a:lnTo>
                    <a:lnTo>
                      <a:pt x="232870" y="49653"/>
                    </a:lnTo>
                    <a:lnTo>
                      <a:pt x="232786" y="49820"/>
                    </a:lnTo>
                    <a:lnTo>
                      <a:pt x="232828" y="50030"/>
                    </a:lnTo>
                    <a:lnTo>
                      <a:pt x="232912" y="50198"/>
                    </a:lnTo>
                    <a:lnTo>
                      <a:pt x="233080" y="50324"/>
                    </a:lnTo>
                    <a:lnTo>
                      <a:pt x="233247" y="50366"/>
                    </a:lnTo>
                    <a:lnTo>
                      <a:pt x="236309" y="50659"/>
                    </a:lnTo>
                    <a:lnTo>
                      <a:pt x="236351" y="50659"/>
                    </a:lnTo>
                    <a:lnTo>
                      <a:pt x="236518" y="50617"/>
                    </a:lnTo>
                    <a:lnTo>
                      <a:pt x="236686" y="50533"/>
                    </a:lnTo>
                    <a:lnTo>
                      <a:pt x="236812" y="50366"/>
                    </a:lnTo>
                    <a:lnTo>
                      <a:pt x="236854" y="50198"/>
                    </a:lnTo>
                    <a:lnTo>
                      <a:pt x="236854" y="49988"/>
                    </a:lnTo>
                    <a:lnTo>
                      <a:pt x="236728" y="49820"/>
                    </a:lnTo>
                    <a:lnTo>
                      <a:pt x="236602" y="49695"/>
                    </a:lnTo>
                    <a:lnTo>
                      <a:pt x="236393" y="49653"/>
                    </a:lnTo>
                    <a:lnTo>
                      <a:pt x="233331" y="49359"/>
                    </a:lnTo>
                    <a:close/>
                    <a:moveTo>
                      <a:pt x="157050" y="49653"/>
                    </a:moveTo>
                    <a:lnTo>
                      <a:pt x="153989" y="49904"/>
                    </a:lnTo>
                    <a:lnTo>
                      <a:pt x="153821" y="49988"/>
                    </a:lnTo>
                    <a:lnTo>
                      <a:pt x="153653" y="50114"/>
                    </a:lnTo>
                    <a:lnTo>
                      <a:pt x="153570" y="50282"/>
                    </a:lnTo>
                    <a:lnTo>
                      <a:pt x="153528" y="50449"/>
                    </a:lnTo>
                    <a:lnTo>
                      <a:pt x="153612" y="50659"/>
                    </a:lnTo>
                    <a:lnTo>
                      <a:pt x="153695" y="50785"/>
                    </a:lnTo>
                    <a:lnTo>
                      <a:pt x="153863" y="50911"/>
                    </a:lnTo>
                    <a:lnTo>
                      <a:pt x="154115" y="50911"/>
                    </a:lnTo>
                    <a:lnTo>
                      <a:pt x="157134" y="50659"/>
                    </a:lnTo>
                    <a:lnTo>
                      <a:pt x="157344" y="50575"/>
                    </a:lnTo>
                    <a:lnTo>
                      <a:pt x="157470" y="50491"/>
                    </a:lnTo>
                    <a:lnTo>
                      <a:pt x="157553" y="50282"/>
                    </a:lnTo>
                    <a:lnTo>
                      <a:pt x="157595" y="50114"/>
                    </a:lnTo>
                    <a:lnTo>
                      <a:pt x="157553" y="49904"/>
                    </a:lnTo>
                    <a:lnTo>
                      <a:pt x="157428" y="49778"/>
                    </a:lnTo>
                    <a:lnTo>
                      <a:pt x="157260" y="49653"/>
                    </a:lnTo>
                    <a:close/>
                    <a:moveTo>
                      <a:pt x="239202" y="49946"/>
                    </a:moveTo>
                    <a:lnTo>
                      <a:pt x="239035" y="50072"/>
                    </a:lnTo>
                    <a:lnTo>
                      <a:pt x="238951" y="50198"/>
                    </a:lnTo>
                    <a:lnTo>
                      <a:pt x="238909" y="50366"/>
                    </a:lnTo>
                    <a:lnTo>
                      <a:pt x="238909" y="50575"/>
                    </a:lnTo>
                    <a:lnTo>
                      <a:pt x="238993" y="50743"/>
                    </a:lnTo>
                    <a:lnTo>
                      <a:pt x="239160" y="50869"/>
                    </a:lnTo>
                    <a:lnTo>
                      <a:pt x="239328" y="50953"/>
                    </a:lnTo>
                    <a:lnTo>
                      <a:pt x="242389" y="51246"/>
                    </a:lnTo>
                    <a:lnTo>
                      <a:pt x="242431" y="51246"/>
                    </a:lnTo>
                    <a:lnTo>
                      <a:pt x="242599" y="51204"/>
                    </a:lnTo>
                    <a:lnTo>
                      <a:pt x="242767" y="51120"/>
                    </a:lnTo>
                    <a:lnTo>
                      <a:pt x="242893" y="50995"/>
                    </a:lnTo>
                    <a:lnTo>
                      <a:pt x="242935" y="50785"/>
                    </a:lnTo>
                    <a:lnTo>
                      <a:pt x="242935" y="50575"/>
                    </a:lnTo>
                    <a:lnTo>
                      <a:pt x="242851" y="50407"/>
                    </a:lnTo>
                    <a:lnTo>
                      <a:pt x="242683" y="50282"/>
                    </a:lnTo>
                    <a:lnTo>
                      <a:pt x="242473" y="50240"/>
                    </a:lnTo>
                    <a:lnTo>
                      <a:pt x="239454" y="49946"/>
                    </a:lnTo>
                    <a:close/>
                    <a:moveTo>
                      <a:pt x="150970" y="50198"/>
                    </a:moveTo>
                    <a:lnTo>
                      <a:pt x="147908" y="50491"/>
                    </a:lnTo>
                    <a:lnTo>
                      <a:pt x="147741" y="50575"/>
                    </a:lnTo>
                    <a:lnTo>
                      <a:pt x="147573" y="50701"/>
                    </a:lnTo>
                    <a:lnTo>
                      <a:pt x="147489" y="50869"/>
                    </a:lnTo>
                    <a:lnTo>
                      <a:pt x="147489" y="51078"/>
                    </a:lnTo>
                    <a:lnTo>
                      <a:pt x="147531" y="51246"/>
                    </a:lnTo>
                    <a:lnTo>
                      <a:pt x="147657" y="51372"/>
                    </a:lnTo>
                    <a:lnTo>
                      <a:pt x="147782" y="51498"/>
                    </a:lnTo>
                    <a:lnTo>
                      <a:pt x="147992" y="51540"/>
                    </a:lnTo>
                    <a:lnTo>
                      <a:pt x="148034" y="51540"/>
                    </a:lnTo>
                    <a:lnTo>
                      <a:pt x="151053" y="51204"/>
                    </a:lnTo>
                    <a:lnTo>
                      <a:pt x="151263" y="51162"/>
                    </a:lnTo>
                    <a:lnTo>
                      <a:pt x="151389" y="51037"/>
                    </a:lnTo>
                    <a:lnTo>
                      <a:pt x="151515" y="50869"/>
                    </a:lnTo>
                    <a:lnTo>
                      <a:pt x="151515" y="50659"/>
                    </a:lnTo>
                    <a:lnTo>
                      <a:pt x="151473" y="50491"/>
                    </a:lnTo>
                    <a:lnTo>
                      <a:pt x="151347" y="50324"/>
                    </a:lnTo>
                    <a:lnTo>
                      <a:pt x="151221" y="50240"/>
                    </a:lnTo>
                    <a:lnTo>
                      <a:pt x="151012" y="50198"/>
                    </a:lnTo>
                    <a:close/>
                    <a:moveTo>
                      <a:pt x="245283" y="50575"/>
                    </a:moveTo>
                    <a:lnTo>
                      <a:pt x="245115" y="50701"/>
                    </a:lnTo>
                    <a:lnTo>
                      <a:pt x="245031" y="50827"/>
                    </a:lnTo>
                    <a:lnTo>
                      <a:pt x="244989" y="50995"/>
                    </a:lnTo>
                    <a:lnTo>
                      <a:pt x="244989" y="51204"/>
                    </a:lnTo>
                    <a:lnTo>
                      <a:pt x="245073" y="51372"/>
                    </a:lnTo>
                    <a:lnTo>
                      <a:pt x="245241" y="51498"/>
                    </a:lnTo>
                    <a:lnTo>
                      <a:pt x="245409" y="51582"/>
                    </a:lnTo>
                    <a:lnTo>
                      <a:pt x="248470" y="51917"/>
                    </a:lnTo>
                    <a:lnTo>
                      <a:pt x="248512" y="51917"/>
                    </a:lnTo>
                    <a:lnTo>
                      <a:pt x="248680" y="51875"/>
                    </a:lnTo>
                    <a:lnTo>
                      <a:pt x="248848" y="51791"/>
                    </a:lnTo>
                    <a:lnTo>
                      <a:pt x="248973" y="51666"/>
                    </a:lnTo>
                    <a:lnTo>
                      <a:pt x="249015" y="51456"/>
                    </a:lnTo>
                    <a:lnTo>
                      <a:pt x="249015" y="51288"/>
                    </a:lnTo>
                    <a:lnTo>
                      <a:pt x="248931" y="51078"/>
                    </a:lnTo>
                    <a:lnTo>
                      <a:pt x="248764" y="50953"/>
                    </a:lnTo>
                    <a:lnTo>
                      <a:pt x="248554" y="50911"/>
                    </a:lnTo>
                    <a:lnTo>
                      <a:pt x="245535" y="50575"/>
                    </a:lnTo>
                    <a:close/>
                    <a:moveTo>
                      <a:pt x="144889" y="50827"/>
                    </a:moveTo>
                    <a:lnTo>
                      <a:pt x="141828" y="51162"/>
                    </a:lnTo>
                    <a:lnTo>
                      <a:pt x="141660" y="51204"/>
                    </a:lnTo>
                    <a:lnTo>
                      <a:pt x="141492" y="51330"/>
                    </a:lnTo>
                    <a:lnTo>
                      <a:pt x="141408" y="51498"/>
                    </a:lnTo>
                    <a:lnTo>
                      <a:pt x="141408" y="51707"/>
                    </a:lnTo>
                    <a:lnTo>
                      <a:pt x="141450" y="51875"/>
                    </a:lnTo>
                    <a:lnTo>
                      <a:pt x="141576" y="52043"/>
                    </a:lnTo>
                    <a:lnTo>
                      <a:pt x="141702" y="52127"/>
                    </a:lnTo>
                    <a:lnTo>
                      <a:pt x="141911" y="52169"/>
                    </a:lnTo>
                    <a:lnTo>
                      <a:pt x="141953" y="52169"/>
                    </a:lnTo>
                    <a:lnTo>
                      <a:pt x="144973" y="51833"/>
                    </a:lnTo>
                    <a:lnTo>
                      <a:pt x="145182" y="51791"/>
                    </a:lnTo>
                    <a:lnTo>
                      <a:pt x="145350" y="51666"/>
                    </a:lnTo>
                    <a:lnTo>
                      <a:pt x="145434" y="51498"/>
                    </a:lnTo>
                    <a:lnTo>
                      <a:pt x="145434" y="51288"/>
                    </a:lnTo>
                    <a:lnTo>
                      <a:pt x="145392" y="51078"/>
                    </a:lnTo>
                    <a:lnTo>
                      <a:pt x="145266" y="50953"/>
                    </a:lnTo>
                    <a:lnTo>
                      <a:pt x="145099" y="50869"/>
                    </a:lnTo>
                    <a:lnTo>
                      <a:pt x="144931" y="50827"/>
                    </a:lnTo>
                    <a:close/>
                    <a:moveTo>
                      <a:pt x="251364" y="51288"/>
                    </a:moveTo>
                    <a:lnTo>
                      <a:pt x="251196" y="51414"/>
                    </a:lnTo>
                    <a:lnTo>
                      <a:pt x="251112" y="51540"/>
                    </a:lnTo>
                    <a:lnTo>
                      <a:pt x="251028" y="51707"/>
                    </a:lnTo>
                    <a:lnTo>
                      <a:pt x="251070" y="51917"/>
                    </a:lnTo>
                    <a:lnTo>
                      <a:pt x="251154" y="52085"/>
                    </a:lnTo>
                    <a:lnTo>
                      <a:pt x="251280" y="52211"/>
                    </a:lnTo>
                    <a:lnTo>
                      <a:pt x="251490" y="52295"/>
                    </a:lnTo>
                    <a:lnTo>
                      <a:pt x="254509" y="52672"/>
                    </a:lnTo>
                    <a:lnTo>
                      <a:pt x="254593" y="52672"/>
                    </a:lnTo>
                    <a:lnTo>
                      <a:pt x="254760" y="52630"/>
                    </a:lnTo>
                    <a:lnTo>
                      <a:pt x="254928" y="52546"/>
                    </a:lnTo>
                    <a:lnTo>
                      <a:pt x="255012" y="52420"/>
                    </a:lnTo>
                    <a:lnTo>
                      <a:pt x="255096" y="52211"/>
                    </a:lnTo>
                    <a:lnTo>
                      <a:pt x="255054" y="52043"/>
                    </a:lnTo>
                    <a:lnTo>
                      <a:pt x="254970" y="51833"/>
                    </a:lnTo>
                    <a:lnTo>
                      <a:pt x="254844" y="51707"/>
                    </a:lnTo>
                    <a:lnTo>
                      <a:pt x="254635" y="51666"/>
                    </a:lnTo>
                    <a:lnTo>
                      <a:pt x="251615" y="51288"/>
                    </a:lnTo>
                    <a:close/>
                    <a:moveTo>
                      <a:pt x="274470" y="49066"/>
                    </a:moveTo>
                    <a:lnTo>
                      <a:pt x="274344" y="49107"/>
                    </a:lnTo>
                    <a:lnTo>
                      <a:pt x="274177" y="49275"/>
                    </a:lnTo>
                    <a:lnTo>
                      <a:pt x="274135" y="49443"/>
                    </a:lnTo>
                    <a:lnTo>
                      <a:pt x="274093" y="49653"/>
                    </a:lnTo>
                    <a:lnTo>
                      <a:pt x="274177" y="49820"/>
                    </a:lnTo>
                    <a:lnTo>
                      <a:pt x="274932" y="51120"/>
                    </a:lnTo>
                    <a:lnTo>
                      <a:pt x="275686" y="52462"/>
                    </a:lnTo>
                    <a:lnTo>
                      <a:pt x="275728" y="52588"/>
                    </a:lnTo>
                    <a:lnTo>
                      <a:pt x="275854" y="52672"/>
                    </a:lnTo>
                    <a:lnTo>
                      <a:pt x="275980" y="52714"/>
                    </a:lnTo>
                    <a:lnTo>
                      <a:pt x="276232" y="52714"/>
                    </a:lnTo>
                    <a:lnTo>
                      <a:pt x="276357" y="52672"/>
                    </a:lnTo>
                    <a:lnTo>
                      <a:pt x="276525" y="52546"/>
                    </a:lnTo>
                    <a:lnTo>
                      <a:pt x="276609" y="52378"/>
                    </a:lnTo>
                    <a:lnTo>
                      <a:pt x="276609" y="52169"/>
                    </a:lnTo>
                    <a:lnTo>
                      <a:pt x="276567" y="51959"/>
                    </a:lnTo>
                    <a:lnTo>
                      <a:pt x="275812" y="50617"/>
                    </a:lnTo>
                    <a:lnTo>
                      <a:pt x="275057" y="49317"/>
                    </a:lnTo>
                    <a:lnTo>
                      <a:pt x="274974" y="49191"/>
                    </a:lnTo>
                    <a:lnTo>
                      <a:pt x="274848" y="49107"/>
                    </a:lnTo>
                    <a:lnTo>
                      <a:pt x="274722" y="49066"/>
                    </a:lnTo>
                    <a:close/>
                    <a:moveTo>
                      <a:pt x="138808" y="51498"/>
                    </a:moveTo>
                    <a:lnTo>
                      <a:pt x="135789" y="51833"/>
                    </a:lnTo>
                    <a:lnTo>
                      <a:pt x="135579" y="51917"/>
                    </a:lnTo>
                    <a:lnTo>
                      <a:pt x="135411" y="52043"/>
                    </a:lnTo>
                    <a:lnTo>
                      <a:pt x="135328" y="52211"/>
                    </a:lnTo>
                    <a:lnTo>
                      <a:pt x="135328" y="52420"/>
                    </a:lnTo>
                    <a:lnTo>
                      <a:pt x="135369" y="52588"/>
                    </a:lnTo>
                    <a:lnTo>
                      <a:pt x="135495" y="52714"/>
                    </a:lnTo>
                    <a:lnTo>
                      <a:pt x="135663" y="52840"/>
                    </a:lnTo>
                    <a:lnTo>
                      <a:pt x="135873" y="52840"/>
                    </a:lnTo>
                    <a:lnTo>
                      <a:pt x="138934" y="52504"/>
                    </a:lnTo>
                    <a:lnTo>
                      <a:pt x="139102" y="52420"/>
                    </a:lnTo>
                    <a:lnTo>
                      <a:pt x="139270" y="52295"/>
                    </a:lnTo>
                    <a:lnTo>
                      <a:pt x="139353" y="52127"/>
                    </a:lnTo>
                    <a:lnTo>
                      <a:pt x="139353" y="51959"/>
                    </a:lnTo>
                    <a:lnTo>
                      <a:pt x="139311" y="51749"/>
                    </a:lnTo>
                    <a:lnTo>
                      <a:pt x="139186" y="51624"/>
                    </a:lnTo>
                    <a:lnTo>
                      <a:pt x="139060" y="51540"/>
                    </a:lnTo>
                    <a:lnTo>
                      <a:pt x="138850" y="51498"/>
                    </a:lnTo>
                    <a:close/>
                    <a:moveTo>
                      <a:pt x="257612" y="52043"/>
                    </a:moveTo>
                    <a:lnTo>
                      <a:pt x="257444" y="52085"/>
                    </a:lnTo>
                    <a:lnTo>
                      <a:pt x="257277" y="52169"/>
                    </a:lnTo>
                    <a:lnTo>
                      <a:pt x="257151" y="52337"/>
                    </a:lnTo>
                    <a:lnTo>
                      <a:pt x="257109" y="52504"/>
                    </a:lnTo>
                    <a:lnTo>
                      <a:pt x="257109" y="52714"/>
                    </a:lnTo>
                    <a:lnTo>
                      <a:pt x="257193" y="52882"/>
                    </a:lnTo>
                    <a:lnTo>
                      <a:pt x="257361" y="53007"/>
                    </a:lnTo>
                    <a:lnTo>
                      <a:pt x="257528" y="53049"/>
                    </a:lnTo>
                    <a:lnTo>
                      <a:pt x="260548" y="53469"/>
                    </a:lnTo>
                    <a:lnTo>
                      <a:pt x="260799" y="53469"/>
                    </a:lnTo>
                    <a:lnTo>
                      <a:pt x="260967" y="53343"/>
                    </a:lnTo>
                    <a:lnTo>
                      <a:pt x="261093" y="53217"/>
                    </a:lnTo>
                    <a:lnTo>
                      <a:pt x="261135" y="53049"/>
                    </a:lnTo>
                    <a:lnTo>
                      <a:pt x="261135" y="52840"/>
                    </a:lnTo>
                    <a:lnTo>
                      <a:pt x="261051" y="52672"/>
                    </a:lnTo>
                    <a:lnTo>
                      <a:pt x="260883" y="52546"/>
                    </a:lnTo>
                    <a:lnTo>
                      <a:pt x="260715" y="52462"/>
                    </a:lnTo>
                    <a:lnTo>
                      <a:pt x="257654" y="52043"/>
                    </a:lnTo>
                    <a:close/>
                    <a:moveTo>
                      <a:pt x="132728" y="52211"/>
                    </a:moveTo>
                    <a:lnTo>
                      <a:pt x="129708" y="52546"/>
                    </a:lnTo>
                    <a:lnTo>
                      <a:pt x="129498" y="52630"/>
                    </a:lnTo>
                    <a:lnTo>
                      <a:pt x="129373" y="52756"/>
                    </a:lnTo>
                    <a:lnTo>
                      <a:pt x="129289" y="52924"/>
                    </a:lnTo>
                    <a:lnTo>
                      <a:pt x="129247" y="53133"/>
                    </a:lnTo>
                    <a:lnTo>
                      <a:pt x="129331" y="53301"/>
                    </a:lnTo>
                    <a:lnTo>
                      <a:pt x="129415" y="53427"/>
                    </a:lnTo>
                    <a:lnTo>
                      <a:pt x="129582" y="53553"/>
                    </a:lnTo>
                    <a:lnTo>
                      <a:pt x="129834" y="53553"/>
                    </a:lnTo>
                    <a:lnTo>
                      <a:pt x="132853" y="53217"/>
                    </a:lnTo>
                    <a:lnTo>
                      <a:pt x="133063" y="53133"/>
                    </a:lnTo>
                    <a:lnTo>
                      <a:pt x="133189" y="53007"/>
                    </a:lnTo>
                    <a:lnTo>
                      <a:pt x="133273" y="52840"/>
                    </a:lnTo>
                    <a:lnTo>
                      <a:pt x="133315" y="52630"/>
                    </a:lnTo>
                    <a:lnTo>
                      <a:pt x="133231" y="52462"/>
                    </a:lnTo>
                    <a:lnTo>
                      <a:pt x="133147" y="52337"/>
                    </a:lnTo>
                    <a:lnTo>
                      <a:pt x="132979" y="52211"/>
                    </a:lnTo>
                    <a:close/>
                    <a:moveTo>
                      <a:pt x="126689" y="52924"/>
                    </a:moveTo>
                    <a:lnTo>
                      <a:pt x="123627" y="53301"/>
                    </a:lnTo>
                    <a:lnTo>
                      <a:pt x="123460" y="53343"/>
                    </a:lnTo>
                    <a:lnTo>
                      <a:pt x="123292" y="53469"/>
                    </a:lnTo>
                    <a:lnTo>
                      <a:pt x="123208" y="53637"/>
                    </a:lnTo>
                    <a:lnTo>
                      <a:pt x="123208" y="53846"/>
                    </a:lnTo>
                    <a:lnTo>
                      <a:pt x="123250" y="54014"/>
                    </a:lnTo>
                    <a:lnTo>
                      <a:pt x="123376" y="54182"/>
                    </a:lnTo>
                    <a:lnTo>
                      <a:pt x="123502" y="54266"/>
                    </a:lnTo>
                    <a:lnTo>
                      <a:pt x="123711" y="54308"/>
                    </a:lnTo>
                    <a:lnTo>
                      <a:pt x="123753" y="54308"/>
                    </a:lnTo>
                    <a:lnTo>
                      <a:pt x="126773" y="53930"/>
                    </a:lnTo>
                    <a:lnTo>
                      <a:pt x="126982" y="53846"/>
                    </a:lnTo>
                    <a:lnTo>
                      <a:pt x="127150" y="53720"/>
                    </a:lnTo>
                    <a:lnTo>
                      <a:pt x="127234" y="53553"/>
                    </a:lnTo>
                    <a:lnTo>
                      <a:pt x="127234" y="53343"/>
                    </a:lnTo>
                    <a:lnTo>
                      <a:pt x="127192" y="53175"/>
                    </a:lnTo>
                    <a:lnTo>
                      <a:pt x="127066" y="53049"/>
                    </a:lnTo>
                    <a:lnTo>
                      <a:pt x="126898" y="52966"/>
                    </a:lnTo>
                    <a:lnTo>
                      <a:pt x="126731" y="52924"/>
                    </a:lnTo>
                    <a:close/>
                    <a:moveTo>
                      <a:pt x="263651" y="52882"/>
                    </a:moveTo>
                    <a:lnTo>
                      <a:pt x="263483" y="52924"/>
                    </a:lnTo>
                    <a:lnTo>
                      <a:pt x="263315" y="53007"/>
                    </a:lnTo>
                    <a:lnTo>
                      <a:pt x="263190" y="53175"/>
                    </a:lnTo>
                    <a:lnTo>
                      <a:pt x="263148" y="53343"/>
                    </a:lnTo>
                    <a:lnTo>
                      <a:pt x="263148" y="53553"/>
                    </a:lnTo>
                    <a:lnTo>
                      <a:pt x="263232" y="53720"/>
                    </a:lnTo>
                    <a:lnTo>
                      <a:pt x="263399" y="53846"/>
                    </a:lnTo>
                    <a:lnTo>
                      <a:pt x="263567" y="53930"/>
                    </a:lnTo>
                    <a:lnTo>
                      <a:pt x="266586" y="54349"/>
                    </a:lnTo>
                    <a:lnTo>
                      <a:pt x="266838" y="54349"/>
                    </a:lnTo>
                    <a:lnTo>
                      <a:pt x="267006" y="54266"/>
                    </a:lnTo>
                    <a:lnTo>
                      <a:pt x="267090" y="54098"/>
                    </a:lnTo>
                    <a:lnTo>
                      <a:pt x="267173" y="53930"/>
                    </a:lnTo>
                    <a:lnTo>
                      <a:pt x="267173" y="53720"/>
                    </a:lnTo>
                    <a:lnTo>
                      <a:pt x="267090" y="53553"/>
                    </a:lnTo>
                    <a:lnTo>
                      <a:pt x="266922" y="53427"/>
                    </a:lnTo>
                    <a:lnTo>
                      <a:pt x="266754" y="53343"/>
                    </a:lnTo>
                    <a:lnTo>
                      <a:pt x="263735" y="52924"/>
                    </a:lnTo>
                    <a:lnTo>
                      <a:pt x="263651" y="52882"/>
                    </a:lnTo>
                    <a:close/>
                    <a:moveTo>
                      <a:pt x="120608" y="53637"/>
                    </a:moveTo>
                    <a:lnTo>
                      <a:pt x="117589" y="54014"/>
                    </a:lnTo>
                    <a:lnTo>
                      <a:pt x="117379" y="54098"/>
                    </a:lnTo>
                    <a:lnTo>
                      <a:pt x="117253" y="54224"/>
                    </a:lnTo>
                    <a:lnTo>
                      <a:pt x="117169" y="54391"/>
                    </a:lnTo>
                    <a:lnTo>
                      <a:pt x="117127" y="54601"/>
                    </a:lnTo>
                    <a:lnTo>
                      <a:pt x="117211" y="54769"/>
                    </a:lnTo>
                    <a:lnTo>
                      <a:pt x="117295" y="54895"/>
                    </a:lnTo>
                    <a:lnTo>
                      <a:pt x="117463" y="55020"/>
                    </a:lnTo>
                    <a:lnTo>
                      <a:pt x="117715" y="55020"/>
                    </a:lnTo>
                    <a:lnTo>
                      <a:pt x="120734" y="54685"/>
                    </a:lnTo>
                    <a:lnTo>
                      <a:pt x="120944" y="54601"/>
                    </a:lnTo>
                    <a:lnTo>
                      <a:pt x="121069" y="54475"/>
                    </a:lnTo>
                    <a:lnTo>
                      <a:pt x="121153" y="54308"/>
                    </a:lnTo>
                    <a:lnTo>
                      <a:pt x="121195" y="54098"/>
                    </a:lnTo>
                    <a:lnTo>
                      <a:pt x="121111" y="53930"/>
                    </a:lnTo>
                    <a:lnTo>
                      <a:pt x="121027" y="53762"/>
                    </a:lnTo>
                    <a:lnTo>
                      <a:pt x="120860" y="53678"/>
                    </a:lnTo>
                    <a:lnTo>
                      <a:pt x="120692" y="53637"/>
                    </a:lnTo>
                    <a:close/>
                    <a:moveTo>
                      <a:pt x="269690" y="53804"/>
                    </a:moveTo>
                    <a:lnTo>
                      <a:pt x="269522" y="53846"/>
                    </a:lnTo>
                    <a:lnTo>
                      <a:pt x="269354" y="53930"/>
                    </a:lnTo>
                    <a:lnTo>
                      <a:pt x="269228" y="54056"/>
                    </a:lnTo>
                    <a:lnTo>
                      <a:pt x="269186" y="54266"/>
                    </a:lnTo>
                    <a:lnTo>
                      <a:pt x="269186" y="54433"/>
                    </a:lnTo>
                    <a:lnTo>
                      <a:pt x="269270" y="54643"/>
                    </a:lnTo>
                    <a:lnTo>
                      <a:pt x="269396" y="54769"/>
                    </a:lnTo>
                    <a:lnTo>
                      <a:pt x="269606" y="54811"/>
                    </a:lnTo>
                    <a:lnTo>
                      <a:pt x="272625" y="55314"/>
                    </a:lnTo>
                    <a:lnTo>
                      <a:pt x="272709" y="55314"/>
                    </a:lnTo>
                    <a:lnTo>
                      <a:pt x="272877" y="55272"/>
                    </a:lnTo>
                    <a:lnTo>
                      <a:pt x="273003" y="55188"/>
                    </a:lnTo>
                    <a:lnTo>
                      <a:pt x="273128" y="55062"/>
                    </a:lnTo>
                    <a:lnTo>
                      <a:pt x="273212" y="54895"/>
                    </a:lnTo>
                    <a:lnTo>
                      <a:pt x="273170" y="54685"/>
                    </a:lnTo>
                    <a:lnTo>
                      <a:pt x="273128" y="54517"/>
                    </a:lnTo>
                    <a:lnTo>
                      <a:pt x="272961" y="54391"/>
                    </a:lnTo>
                    <a:lnTo>
                      <a:pt x="272793" y="54308"/>
                    </a:lnTo>
                    <a:lnTo>
                      <a:pt x="269773" y="53846"/>
                    </a:lnTo>
                    <a:lnTo>
                      <a:pt x="269690" y="53804"/>
                    </a:lnTo>
                    <a:close/>
                    <a:moveTo>
                      <a:pt x="114569" y="54391"/>
                    </a:moveTo>
                    <a:lnTo>
                      <a:pt x="111550" y="54769"/>
                    </a:lnTo>
                    <a:lnTo>
                      <a:pt x="111340" y="54811"/>
                    </a:lnTo>
                    <a:lnTo>
                      <a:pt x="111173" y="54937"/>
                    </a:lnTo>
                    <a:lnTo>
                      <a:pt x="111089" y="55104"/>
                    </a:lnTo>
                    <a:lnTo>
                      <a:pt x="111089" y="55314"/>
                    </a:lnTo>
                    <a:lnTo>
                      <a:pt x="111131" y="55482"/>
                    </a:lnTo>
                    <a:lnTo>
                      <a:pt x="111256" y="55649"/>
                    </a:lnTo>
                    <a:lnTo>
                      <a:pt x="111424" y="55733"/>
                    </a:lnTo>
                    <a:lnTo>
                      <a:pt x="111592" y="55775"/>
                    </a:lnTo>
                    <a:lnTo>
                      <a:pt x="111634" y="55775"/>
                    </a:lnTo>
                    <a:lnTo>
                      <a:pt x="114695" y="55398"/>
                    </a:lnTo>
                    <a:lnTo>
                      <a:pt x="114863" y="55356"/>
                    </a:lnTo>
                    <a:lnTo>
                      <a:pt x="115031" y="55188"/>
                    </a:lnTo>
                    <a:lnTo>
                      <a:pt x="115115" y="55020"/>
                    </a:lnTo>
                    <a:lnTo>
                      <a:pt x="115115" y="54853"/>
                    </a:lnTo>
                    <a:lnTo>
                      <a:pt x="115073" y="54643"/>
                    </a:lnTo>
                    <a:lnTo>
                      <a:pt x="114947" y="54517"/>
                    </a:lnTo>
                    <a:lnTo>
                      <a:pt x="114779" y="54433"/>
                    </a:lnTo>
                    <a:lnTo>
                      <a:pt x="114611" y="54391"/>
                    </a:lnTo>
                    <a:close/>
                    <a:moveTo>
                      <a:pt x="504" y="52001"/>
                    </a:moveTo>
                    <a:lnTo>
                      <a:pt x="336" y="52043"/>
                    </a:lnTo>
                    <a:lnTo>
                      <a:pt x="169" y="52127"/>
                    </a:lnTo>
                    <a:lnTo>
                      <a:pt x="43" y="52295"/>
                    </a:lnTo>
                    <a:lnTo>
                      <a:pt x="1" y="52504"/>
                    </a:lnTo>
                    <a:lnTo>
                      <a:pt x="1" y="55566"/>
                    </a:lnTo>
                    <a:lnTo>
                      <a:pt x="43" y="55733"/>
                    </a:lnTo>
                    <a:lnTo>
                      <a:pt x="169" y="55901"/>
                    </a:lnTo>
                    <a:lnTo>
                      <a:pt x="336" y="56027"/>
                    </a:lnTo>
                    <a:lnTo>
                      <a:pt x="504" y="56069"/>
                    </a:lnTo>
                    <a:lnTo>
                      <a:pt x="714" y="56027"/>
                    </a:lnTo>
                    <a:lnTo>
                      <a:pt x="882" y="55901"/>
                    </a:lnTo>
                    <a:lnTo>
                      <a:pt x="1007" y="55733"/>
                    </a:lnTo>
                    <a:lnTo>
                      <a:pt x="1049" y="55566"/>
                    </a:lnTo>
                    <a:lnTo>
                      <a:pt x="1049" y="52504"/>
                    </a:lnTo>
                    <a:lnTo>
                      <a:pt x="1007" y="52295"/>
                    </a:lnTo>
                    <a:lnTo>
                      <a:pt x="882" y="52127"/>
                    </a:lnTo>
                    <a:lnTo>
                      <a:pt x="714" y="52043"/>
                    </a:lnTo>
                    <a:lnTo>
                      <a:pt x="504" y="52001"/>
                    </a:lnTo>
                    <a:close/>
                    <a:moveTo>
                      <a:pt x="277406" y="54433"/>
                    </a:moveTo>
                    <a:lnTo>
                      <a:pt x="277280" y="54475"/>
                    </a:lnTo>
                    <a:lnTo>
                      <a:pt x="277154" y="54559"/>
                    </a:lnTo>
                    <a:lnTo>
                      <a:pt x="277070" y="54685"/>
                    </a:lnTo>
                    <a:lnTo>
                      <a:pt x="277028" y="54853"/>
                    </a:lnTo>
                    <a:lnTo>
                      <a:pt x="277028" y="55020"/>
                    </a:lnTo>
                    <a:lnTo>
                      <a:pt x="275770" y="54811"/>
                    </a:lnTo>
                    <a:lnTo>
                      <a:pt x="275686" y="54811"/>
                    </a:lnTo>
                    <a:lnTo>
                      <a:pt x="275519" y="54853"/>
                    </a:lnTo>
                    <a:lnTo>
                      <a:pt x="275393" y="54937"/>
                    </a:lnTo>
                    <a:lnTo>
                      <a:pt x="275267" y="55062"/>
                    </a:lnTo>
                    <a:lnTo>
                      <a:pt x="275183" y="55230"/>
                    </a:lnTo>
                    <a:lnTo>
                      <a:pt x="275225" y="55440"/>
                    </a:lnTo>
                    <a:lnTo>
                      <a:pt x="275309" y="55608"/>
                    </a:lnTo>
                    <a:lnTo>
                      <a:pt x="275435" y="55733"/>
                    </a:lnTo>
                    <a:lnTo>
                      <a:pt x="275603" y="55817"/>
                    </a:lnTo>
                    <a:lnTo>
                      <a:pt x="277783" y="56195"/>
                    </a:lnTo>
                    <a:lnTo>
                      <a:pt x="277993" y="56195"/>
                    </a:lnTo>
                    <a:lnTo>
                      <a:pt x="278119" y="56153"/>
                    </a:lnTo>
                    <a:lnTo>
                      <a:pt x="278203" y="56069"/>
                    </a:lnTo>
                    <a:lnTo>
                      <a:pt x="278286" y="55985"/>
                    </a:lnTo>
                    <a:lnTo>
                      <a:pt x="278370" y="55859"/>
                    </a:lnTo>
                    <a:lnTo>
                      <a:pt x="278412" y="55733"/>
                    </a:lnTo>
                    <a:lnTo>
                      <a:pt x="278370" y="55608"/>
                    </a:lnTo>
                    <a:lnTo>
                      <a:pt x="278328" y="55482"/>
                    </a:lnTo>
                    <a:lnTo>
                      <a:pt x="277993" y="54685"/>
                    </a:lnTo>
                    <a:lnTo>
                      <a:pt x="277909" y="54601"/>
                    </a:lnTo>
                    <a:lnTo>
                      <a:pt x="277783" y="54475"/>
                    </a:lnTo>
                    <a:lnTo>
                      <a:pt x="277657" y="54433"/>
                    </a:lnTo>
                    <a:close/>
                    <a:moveTo>
                      <a:pt x="108489" y="55104"/>
                    </a:moveTo>
                    <a:lnTo>
                      <a:pt x="105469" y="55440"/>
                    </a:lnTo>
                    <a:lnTo>
                      <a:pt x="105302" y="55524"/>
                    </a:lnTo>
                    <a:lnTo>
                      <a:pt x="105134" y="55649"/>
                    </a:lnTo>
                    <a:lnTo>
                      <a:pt x="105050" y="55817"/>
                    </a:lnTo>
                    <a:lnTo>
                      <a:pt x="105050" y="56027"/>
                    </a:lnTo>
                    <a:lnTo>
                      <a:pt x="105092" y="56195"/>
                    </a:lnTo>
                    <a:lnTo>
                      <a:pt x="105218" y="56320"/>
                    </a:lnTo>
                    <a:lnTo>
                      <a:pt x="105344" y="56446"/>
                    </a:lnTo>
                    <a:lnTo>
                      <a:pt x="105553" y="56488"/>
                    </a:lnTo>
                    <a:lnTo>
                      <a:pt x="105595" y="56446"/>
                    </a:lnTo>
                    <a:lnTo>
                      <a:pt x="108614" y="56111"/>
                    </a:lnTo>
                    <a:lnTo>
                      <a:pt x="108824" y="56069"/>
                    </a:lnTo>
                    <a:lnTo>
                      <a:pt x="108950" y="55943"/>
                    </a:lnTo>
                    <a:lnTo>
                      <a:pt x="109034" y="55733"/>
                    </a:lnTo>
                    <a:lnTo>
                      <a:pt x="109076" y="55566"/>
                    </a:lnTo>
                    <a:lnTo>
                      <a:pt x="109034" y="55356"/>
                    </a:lnTo>
                    <a:lnTo>
                      <a:pt x="108908" y="55230"/>
                    </a:lnTo>
                    <a:lnTo>
                      <a:pt x="108740" y="55146"/>
                    </a:lnTo>
                    <a:lnTo>
                      <a:pt x="108573" y="55104"/>
                    </a:lnTo>
                    <a:close/>
                    <a:moveTo>
                      <a:pt x="102450" y="55775"/>
                    </a:moveTo>
                    <a:lnTo>
                      <a:pt x="99431" y="56111"/>
                    </a:lnTo>
                    <a:lnTo>
                      <a:pt x="99221" y="56195"/>
                    </a:lnTo>
                    <a:lnTo>
                      <a:pt x="99095" y="56320"/>
                    </a:lnTo>
                    <a:lnTo>
                      <a:pt x="99011" y="56488"/>
                    </a:lnTo>
                    <a:lnTo>
                      <a:pt x="98969" y="56698"/>
                    </a:lnTo>
                    <a:lnTo>
                      <a:pt x="99011" y="56866"/>
                    </a:lnTo>
                    <a:lnTo>
                      <a:pt x="99137" y="56991"/>
                    </a:lnTo>
                    <a:lnTo>
                      <a:pt x="99305" y="57117"/>
                    </a:lnTo>
                    <a:lnTo>
                      <a:pt x="99473" y="57159"/>
                    </a:lnTo>
                    <a:lnTo>
                      <a:pt x="99514" y="57117"/>
                    </a:lnTo>
                    <a:lnTo>
                      <a:pt x="102576" y="56824"/>
                    </a:lnTo>
                    <a:lnTo>
                      <a:pt x="102743" y="56740"/>
                    </a:lnTo>
                    <a:lnTo>
                      <a:pt x="102911" y="56614"/>
                    </a:lnTo>
                    <a:lnTo>
                      <a:pt x="102995" y="56446"/>
                    </a:lnTo>
                    <a:lnTo>
                      <a:pt x="102995" y="56237"/>
                    </a:lnTo>
                    <a:lnTo>
                      <a:pt x="102953" y="56069"/>
                    </a:lnTo>
                    <a:lnTo>
                      <a:pt x="102827" y="55901"/>
                    </a:lnTo>
                    <a:lnTo>
                      <a:pt x="102702" y="55817"/>
                    </a:lnTo>
                    <a:lnTo>
                      <a:pt x="102492" y="55775"/>
                    </a:lnTo>
                    <a:close/>
                    <a:moveTo>
                      <a:pt x="96411" y="56446"/>
                    </a:moveTo>
                    <a:lnTo>
                      <a:pt x="93350" y="56740"/>
                    </a:lnTo>
                    <a:lnTo>
                      <a:pt x="93182" y="56824"/>
                    </a:lnTo>
                    <a:lnTo>
                      <a:pt x="93014" y="56949"/>
                    </a:lnTo>
                    <a:lnTo>
                      <a:pt x="92931" y="57117"/>
                    </a:lnTo>
                    <a:lnTo>
                      <a:pt x="92931" y="57327"/>
                    </a:lnTo>
                    <a:lnTo>
                      <a:pt x="92972" y="57495"/>
                    </a:lnTo>
                    <a:lnTo>
                      <a:pt x="93098" y="57620"/>
                    </a:lnTo>
                    <a:lnTo>
                      <a:pt x="93224" y="57746"/>
                    </a:lnTo>
                    <a:lnTo>
                      <a:pt x="93434" y="57788"/>
                    </a:lnTo>
                    <a:lnTo>
                      <a:pt x="93476" y="57746"/>
                    </a:lnTo>
                    <a:lnTo>
                      <a:pt x="96495" y="57453"/>
                    </a:lnTo>
                    <a:lnTo>
                      <a:pt x="96705" y="57411"/>
                    </a:lnTo>
                    <a:lnTo>
                      <a:pt x="96831" y="57285"/>
                    </a:lnTo>
                    <a:lnTo>
                      <a:pt x="96956" y="57117"/>
                    </a:lnTo>
                    <a:lnTo>
                      <a:pt x="96956" y="56908"/>
                    </a:lnTo>
                    <a:lnTo>
                      <a:pt x="96914" y="56698"/>
                    </a:lnTo>
                    <a:lnTo>
                      <a:pt x="96789" y="56572"/>
                    </a:lnTo>
                    <a:lnTo>
                      <a:pt x="96621" y="56488"/>
                    </a:lnTo>
                    <a:lnTo>
                      <a:pt x="96453" y="56446"/>
                    </a:lnTo>
                    <a:close/>
                    <a:moveTo>
                      <a:pt x="2140" y="56614"/>
                    </a:moveTo>
                    <a:lnTo>
                      <a:pt x="1972" y="56656"/>
                    </a:lnTo>
                    <a:lnTo>
                      <a:pt x="1804" y="56782"/>
                    </a:lnTo>
                    <a:lnTo>
                      <a:pt x="1720" y="56908"/>
                    </a:lnTo>
                    <a:lnTo>
                      <a:pt x="1636" y="57075"/>
                    </a:lnTo>
                    <a:lnTo>
                      <a:pt x="1678" y="57285"/>
                    </a:lnTo>
                    <a:lnTo>
                      <a:pt x="1762" y="57453"/>
                    </a:lnTo>
                    <a:lnTo>
                      <a:pt x="1930" y="57578"/>
                    </a:lnTo>
                    <a:lnTo>
                      <a:pt x="2098" y="57662"/>
                    </a:lnTo>
                    <a:lnTo>
                      <a:pt x="5159" y="57956"/>
                    </a:lnTo>
                    <a:lnTo>
                      <a:pt x="5369" y="57956"/>
                    </a:lnTo>
                    <a:lnTo>
                      <a:pt x="5536" y="57830"/>
                    </a:lnTo>
                    <a:lnTo>
                      <a:pt x="5662" y="57704"/>
                    </a:lnTo>
                    <a:lnTo>
                      <a:pt x="5704" y="57495"/>
                    </a:lnTo>
                    <a:lnTo>
                      <a:pt x="5662" y="57327"/>
                    </a:lnTo>
                    <a:lnTo>
                      <a:pt x="5578" y="57159"/>
                    </a:lnTo>
                    <a:lnTo>
                      <a:pt x="5453" y="57033"/>
                    </a:lnTo>
                    <a:lnTo>
                      <a:pt x="5243" y="56949"/>
                    </a:lnTo>
                    <a:lnTo>
                      <a:pt x="2224" y="56656"/>
                    </a:lnTo>
                    <a:lnTo>
                      <a:pt x="2140" y="56614"/>
                    </a:lnTo>
                    <a:close/>
                    <a:moveTo>
                      <a:pt x="90331" y="57033"/>
                    </a:moveTo>
                    <a:lnTo>
                      <a:pt x="87311" y="57327"/>
                    </a:lnTo>
                    <a:lnTo>
                      <a:pt x="87101" y="57369"/>
                    </a:lnTo>
                    <a:lnTo>
                      <a:pt x="86934" y="57495"/>
                    </a:lnTo>
                    <a:lnTo>
                      <a:pt x="86850" y="57662"/>
                    </a:lnTo>
                    <a:lnTo>
                      <a:pt x="86850" y="57872"/>
                    </a:lnTo>
                    <a:lnTo>
                      <a:pt x="86892" y="58040"/>
                    </a:lnTo>
                    <a:lnTo>
                      <a:pt x="87018" y="58208"/>
                    </a:lnTo>
                    <a:lnTo>
                      <a:pt x="87143" y="58291"/>
                    </a:lnTo>
                    <a:lnTo>
                      <a:pt x="87353" y="58333"/>
                    </a:lnTo>
                    <a:lnTo>
                      <a:pt x="87395" y="58333"/>
                    </a:lnTo>
                    <a:lnTo>
                      <a:pt x="90414" y="58040"/>
                    </a:lnTo>
                    <a:lnTo>
                      <a:pt x="90624" y="57998"/>
                    </a:lnTo>
                    <a:lnTo>
                      <a:pt x="90792" y="57872"/>
                    </a:lnTo>
                    <a:lnTo>
                      <a:pt x="90876" y="57704"/>
                    </a:lnTo>
                    <a:lnTo>
                      <a:pt x="90876" y="57495"/>
                    </a:lnTo>
                    <a:lnTo>
                      <a:pt x="90834" y="57327"/>
                    </a:lnTo>
                    <a:lnTo>
                      <a:pt x="90708" y="57159"/>
                    </a:lnTo>
                    <a:lnTo>
                      <a:pt x="90582" y="57075"/>
                    </a:lnTo>
                    <a:lnTo>
                      <a:pt x="90372" y="57033"/>
                    </a:lnTo>
                    <a:close/>
                    <a:moveTo>
                      <a:pt x="8220" y="57243"/>
                    </a:moveTo>
                    <a:lnTo>
                      <a:pt x="8053" y="57285"/>
                    </a:lnTo>
                    <a:lnTo>
                      <a:pt x="7885" y="57369"/>
                    </a:lnTo>
                    <a:lnTo>
                      <a:pt x="7759" y="57537"/>
                    </a:lnTo>
                    <a:lnTo>
                      <a:pt x="7717" y="57704"/>
                    </a:lnTo>
                    <a:lnTo>
                      <a:pt x="7759" y="57914"/>
                    </a:lnTo>
                    <a:lnTo>
                      <a:pt x="7843" y="58082"/>
                    </a:lnTo>
                    <a:lnTo>
                      <a:pt x="7969" y="58208"/>
                    </a:lnTo>
                    <a:lnTo>
                      <a:pt x="8178" y="58249"/>
                    </a:lnTo>
                    <a:lnTo>
                      <a:pt x="11240" y="58543"/>
                    </a:lnTo>
                    <a:lnTo>
                      <a:pt x="11282" y="58543"/>
                    </a:lnTo>
                    <a:lnTo>
                      <a:pt x="11449" y="58501"/>
                    </a:lnTo>
                    <a:lnTo>
                      <a:pt x="11617" y="58417"/>
                    </a:lnTo>
                    <a:lnTo>
                      <a:pt x="11743" y="58291"/>
                    </a:lnTo>
                    <a:lnTo>
                      <a:pt x="11785" y="58082"/>
                    </a:lnTo>
                    <a:lnTo>
                      <a:pt x="11743" y="57872"/>
                    </a:lnTo>
                    <a:lnTo>
                      <a:pt x="11659" y="57704"/>
                    </a:lnTo>
                    <a:lnTo>
                      <a:pt x="11491" y="57578"/>
                    </a:lnTo>
                    <a:lnTo>
                      <a:pt x="11324" y="57537"/>
                    </a:lnTo>
                    <a:lnTo>
                      <a:pt x="8262" y="57243"/>
                    </a:lnTo>
                    <a:close/>
                    <a:moveTo>
                      <a:pt x="84250" y="57578"/>
                    </a:moveTo>
                    <a:lnTo>
                      <a:pt x="81230" y="57830"/>
                    </a:lnTo>
                    <a:lnTo>
                      <a:pt x="81021" y="57872"/>
                    </a:lnTo>
                    <a:lnTo>
                      <a:pt x="80895" y="57998"/>
                    </a:lnTo>
                    <a:lnTo>
                      <a:pt x="80769" y="58166"/>
                    </a:lnTo>
                    <a:lnTo>
                      <a:pt x="80769" y="58375"/>
                    </a:lnTo>
                    <a:lnTo>
                      <a:pt x="80811" y="58585"/>
                    </a:lnTo>
                    <a:lnTo>
                      <a:pt x="80937" y="58711"/>
                    </a:lnTo>
                    <a:lnTo>
                      <a:pt x="81063" y="58795"/>
                    </a:lnTo>
                    <a:lnTo>
                      <a:pt x="81272" y="58837"/>
                    </a:lnTo>
                    <a:lnTo>
                      <a:pt x="81314" y="58837"/>
                    </a:lnTo>
                    <a:lnTo>
                      <a:pt x="84334" y="58585"/>
                    </a:lnTo>
                    <a:lnTo>
                      <a:pt x="84543" y="58543"/>
                    </a:lnTo>
                    <a:lnTo>
                      <a:pt x="84711" y="58417"/>
                    </a:lnTo>
                    <a:lnTo>
                      <a:pt x="84795" y="58249"/>
                    </a:lnTo>
                    <a:lnTo>
                      <a:pt x="84795" y="58040"/>
                    </a:lnTo>
                    <a:lnTo>
                      <a:pt x="84753" y="57872"/>
                    </a:lnTo>
                    <a:lnTo>
                      <a:pt x="84627" y="57704"/>
                    </a:lnTo>
                    <a:lnTo>
                      <a:pt x="84501" y="57620"/>
                    </a:lnTo>
                    <a:lnTo>
                      <a:pt x="84292" y="57578"/>
                    </a:lnTo>
                    <a:close/>
                    <a:moveTo>
                      <a:pt x="14301" y="57788"/>
                    </a:moveTo>
                    <a:lnTo>
                      <a:pt x="14133" y="57830"/>
                    </a:lnTo>
                    <a:lnTo>
                      <a:pt x="13966" y="57914"/>
                    </a:lnTo>
                    <a:lnTo>
                      <a:pt x="13840" y="58082"/>
                    </a:lnTo>
                    <a:lnTo>
                      <a:pt x="13798" y="58249"/>
                    </a:lnTo>
                    <a:lnTo>
                      <a:pt x="13840" y="58459"/>
                    </a:lnTo>
                    <a:lnTo>
                      <a:pt x="13924" y="58627"/>
                    </a:lnTo>
                    <a:lnTo>
                      <a:pt x="14091" y="58753"/>
                    </a:lnTo>
                    <a:lnTo>
                      <a:pt x="14259" y="58795"/>
                    </a:lnTo>
                    <a:lnTo>
                      <a:pt x="17320" y="59046"/>
                    </a:lnTo>
                    <a:lnTo>
                      <a:pt x="17362" y="59046"/>
                    </a:lnTo>
                    <a:lnTo>
                      <a:pt x="17530" y="59004"/>
                    </a:lnTo>
                    <a:lnTo>
                      <a:pt x="17698" y="58920"/>
                    </a:lnTo>
                    <a:lnTo>
                      <a:pt x="17824" y="58753"/>
                    </a:lnTo>
                    <a:lnTo>
                      <a:pt x="17866" y="58585"/>
                    </a:lnTo>
                    <a:lnTo>
                      <a:pt x="17824" y="58375"/>
                    </a:lnTo>
                    <a:lnTo>
                      <a:pt x="17740" y="58208"/>
                    </a:lnTo>
                    <a:lnTo>
                      <a:pt x="17572" y="58082"/>
                    </a:lnTo>
                    <a:lnTo>
                      <a:pt x="17404" y="58040"/>
                    </a:lnTo>
                    <a:lnTo>
                      <a:pt x="14343" y="57788"/>
                    </a:lnTo>
                    <a:close/>
                    <a:moveTo>
                      <a:pt x="78169" y="58040"/>
                    </a:moveTo>
                    <a:lnTo>
                      <a:pt x="75150" y="58249"/>
                    </a:lnTo>
                    <a:lnTo>
                      <a:pt x="74940" y="58333"/>
                    </a:lnTo>
                    <a:lnTo>
                      <a:pt x="74814" y="58459"/>
                    </a:lnTo>
                    <a:lnTo>
                      <a:pt x="74689" y="58627"/>
                    </a:lnTo>
                    <a:lnTo>
                      <a:pt x="74689" y="58795"/>
                    </a:lnTo>
                    <a:lnTo>
                      <a:pt x="74730" y="59004"/>
                    </a:lnTo>
                    <a:lnTo>
                      <a:pt x="74814" y="59130"/>
                    </a:lnTo>
                    <a:lnTo>
                      <a:pt x="74982" y="59256"/>
                    </a:lnTo>
                    <a:lnTo>
                      <a:pt x="75192" y="59298"/>
                    </a:lnTo>
                    <a:lnTo>
                      <a:pt x="78253" y="59088"/>
                    </a:lnTo>
                    <a:lnTo>
                      <a:pt x="78463" y="59004"/>
                    </a:lnTo>
                    <a:lnTo>
                      <a:pt x="78589" y="58920"/>
                    </a:lnTo>
                    <a:lnTo>
                      <a:pt x="78714" y="58711"/>
                    </a:lnTo>
                    <a:lnTo>
                      <a:pt x="78714" y="58543"/>
                    </a:lnTo>
                    <a:lnTo>
                      <a:pt x="78672" y="58333"/>
                    </a:lnTo>
                    <a:lnTo>
                      <a:pt x="78547" y="58208"/>
                    </a:lnTo>
                    <a:lnTo>
                      <a:pt x="78421" y="58082"/>
                    </a:lnTo>
                    <a:lnTo>
                      <a:pt x="78211" y="58040"/>
                    </a:lnTo>
                    <a:close/>
                    <a:moveTo>
                      <a:pt x="20382" y="58249"/>
                    </a:moveTo>
                    <a:lnTo>
                      <a:pt x="20214" y="58291"/>
                    </a:lnTo>
                    <a:lnTo>
                      <a:pt x="20046" y="58375"/>
                    </a:lnTo>
                    <a:lnTo>
                      <a:pt x="19920" y="58543"/>
                    </a:lnTo>
                    <a:lnTo>
                      <a:pt x="19879" y="58711"/>
                    </a:lnTo>
                    <a:lnTo>
                      <a:pt x="19920" y="58920"/>
                    </a:lnTo>
                    <a:lnTo>
                      <a:pt x="20004" y="59088"/>
                    </a:lnTo>
                    <a:lnTo>
                      <a:pt x="20172" y="59214"/>
                    </a:lnTo>
                    <a:lnTo>
                      <a:pt x="20340" y="59256"/>
                    </a:lnTo>
                    <a:lnTo>
                      <a:pt x="23401" y="59466"/>
                    </a:lnTo>
                    <a:lnTo>
                      <a:pt x="23443" y="59466"/>
                    </a:lnTo>
                    <a:lnTo>
                      <a:pt x="23611" y="59424"/>
                    </a:lnTo>
                    <a:lnTo>
                      <a:pt x="23779" y="59340"/>
                    </a:lnTo>
                    <a:lnTo>
                      <a:pt x="23904" y="59172"/>
                    </a:lnTo>
                    <a:lnTo>
                      <a:pt x="23946" y="59004"/>
                    </a:lnTo>
                    <a:lnTo>
                      <a:pt x="23904" y="58795"/>
                    </a:lnTo>
                    <a:lnTo>
                      <a:pt x="23820" y="58627"/>
                    </a:lnTo>
                    <a:lnTo>
                      <a:pt x="23653" y="58501"/>
                    </a:lnTo>
                    <a:lnTo>
                      <a:pt x="23485" y="58459"/>
                    </a:lnTo>
                    <a:lnTo>
                      <a:pt x="20424" y="58249"/>
                    </a:lnTo>
                    <a:close/>
                    <a:moveTo>
                      <a:pt x="72088" y="58459"/>
                    </a:moveTo>
                    <a:lnTo>
                      <a:pt x="69069" y="58627"/>
                    </a:lnTo>
                    <a:lnTo>
                      <a:pt x="68859" y="58669"/>
                    </a:lnTo>
                    <a:lnTo>
                      <a:pt x="68692" y="58795"/>
                    </a:lnTo>
                    <a:lnTo>
                      <a:pt x="68608" y="58962"/>
                    </a:lnTo>
                    <a:lnTo>
                      <a:pt x="68566" y="59172"/>
                    </a:lnTo>
                    <a:lnTo>
                      <a:pt x="68608" y="59340"/>
                    </a:lnTo>
                    <a:lnTo>
                      <a:pt x="68734" y="59508"/>
                    </a:lnTo>
                    <a:lnTo>
                      <a:pt x="68901" y="59591"/>
                    </a:lnTo>
                    <a:lnTo>
                      <a:pt x="69069" y="59633"/>
                    </a:lnTo>
                    <a:lnTo>
                      <a:pt x="69111" y="59633"/>
                    </a:lnTo>
                    <a:lnTo>
                      <a:pt x="72172" y="59466"/>
                    </a:lnTo>
                    <a:lnTo>
                      <a:pt x="72340" y="59424"/>
                    </a:lnTo>
                    <a:lnTo>
                      <a:pt x="72508" y="59298"/>
                    </a:lnTo>
                    <a:lnTo>
                      <a:pt x="72592" y="59130"/>
                    </a:lnTo>
                    <a:lnTo>
                      <a:pt x="72634" y="58920"/>
                    </a:lnTo>
                    <a:lnTo>
                      <a:pt x="72592" y="58753"/>
                    </a:lnTo>
                    <a:lnTo>
                      <a:pt x="72466" y="58585"/>
                    </a:lnTo>
                    <a:lnTo>
                      <a:pt x="72340" y="58501"/>
                    </a:lnTo>
                    <a:lnTo>
                      <a:pt x="72130" y="58459"/>
                    </a:lnTo>
                    <a:close/>
                    <a:moveTo>
                      <a:pt x="26504" y="58627"/>
                    </a:moveTo>
                    <a:lnTo>
                      <a:pt x="26295" y="58669"/>
                    </a:lnTo>
                    <a:lnTo>
                      <a:pt x="26127" y="58753"/>
                    </a:lnTo>
                    <a:lnTo>
                      <a:pt x="26043" y="58920"/>
                    </a:lnTo>
                    <a:lnTo>
                      <a:pt x="25959" y="59088"/>
                    </a:lnTo>
                    <a:lnTo>
                      <a:pt x="26001" y="59298"/>
                    </a:lnTo>
                    <a:lnTo>
                      <a:pt x="26085" y="59466"/>
                    </a:lnTo>
                    <a:lnTo>
                      <a:pt x="26253" y="59591"/>
                    </a:lnTo>
                    <a:lnTo>
                      <a:pt x="26462" y="59633"/>
                    </a:lnTo>
                    <a:lnTo>
                      <a:pt x="29524" y="59801"/>
                    </a:lnTo>
                    <a:lnTo>
                      <a:pt x="29733" y="59759"/>
                    </a:lnTo>
                    <a:lnTo>
                      <a:pt x="29901" y="59633"/>
                    </a:lnTo>
                    <a:lnTo>
                      <a:pt x="29985" y="59508"/>
                    </a:lnTo>
                    <a:lnTo>
                      <a:pt x="30027" y="59298"/>
                    </a:lnTo>
                    <a:lnTo>
                      <a:pt x="30027" y="59088"/>
                    </a:lnTo>
                    <a:lnTo>
                      <a:pt x="29901" y="58920"/>
                    </a:lnTo>
                    <a:lnTo>
                      <a:pt x="29733" y="58837"/>
                    </a:lnTo>
                    <a:lnTo>
                      <a:pt x="29566" y="58753"/>
                    </a:lnTo>
                    <a:lnTo>
                      <a:pt x="26504" y="58627"/>
                    </a:lnTo>
                    <a:close/>
                    <a:moveTo>
                      <a:pt x="66008" y="58753"/>
                    </a:moveTo>
                    <a:lnTo>
                      <a:pt x="62988" y="58878"/>
                    </a:lnTo>
                    <a:lnTo>
                      <a:pt x="62779" y="58962"/>
                    </a:lnTo>
                    <a:lnTo>
                      <a:pt x="62611" y="59046"/>
                    </a:lnTo>
                    <a:lnTo>
                      <a:pt x="62527" y="59214"/>
                    </a:lnTo>
                    <a:lnTo>
                      <a:pt x="62485" y="59424"/>
                    </a:lnTo>
                    <a:lnTo>
                      <a:pt x="62527" y="59633"/>
                    </a:lnTo>
                    <a:lnTo>
                      <a:pt x="62653" y="59759"/>
                    </a:lnTo>
                    <a:lnTo>
                      <a:pt x="62779" y="59885"/>
                    </a:lnTo>
                    <a:lnTo>
                      <a:pt x="62988" y="59927"/>
                    </a:lnTo>
                    <a:lnTo>
                      <a:pt x="66050" y="59801"/>
                    </a:lnTo>
                    <a:lnTo>
                      <a:pt x="66259" y="59759"/>
                    </a:lnTo>
                    <a:lnTo>
                      <a:pt x="66427" y="59633"/>
                    </a:lnTo>
                    <a:lnTo>
                      <a:pt x="66511" y="59466"/>
                    </a:lnTo>
                    <a:lnTo>
                      <a:pt x="66553" y="59256"/>
                    </a:lnTo>
                    <a:lnTo>
                      <a:pt x="66511" y="59046"/>
                    </a:lnTo>
                    <a:lnTo>
                      <a:pt x="66385" y="58920"/>
                    </a:lnTo>
                    <a:lnTo>
                      <a:pt x="66217" y="58795"/>
                    </a:lnTo>
                    <a:lnTo>
                      <a:pt x="66050" y="58753"/>
                    </a:lnTo>
                    <a:close/>
                    <a:moveTo>
                      <a:pt x="32585" y="58878"/>
                    </a:moveTo>
                    <a:lnTo>
                      <a:pt x="32417" y="58920"/>
                    </a:lnTo>
                    <a:lnTo>
                      <a:pt x="32250" y="59046"/>
                    </a:lnTo>
                    <a:lnTo>
                      <a:pt x="32124" y="59172"/>
                    </a:lnTo>
                    <a:lnTo>
                      <a:pt x="32082" y="59382"/>
                    </a:lnTo>
                    <a:lnTo>
                      <a:pt x="32124" y="59591"/>
                    </a:lnTo>
                    <a:lnTo>
                      <a:pt x="32208" y="59759"/>
                    </a:lnTo>
                    <a:lnTo>
                      <a:pt x="32375" y="59885"/>
                    </a:lnTo>
                    <a:lnTo>
                      <a:pt x="32543" y="59927"/>
                    </a:lnTo>
                    <a:lnTo>
                      <a:pt x="35604" y="60011"/>
                    </a:lnTo>
                    <a:lnTo>
                      <a:pt x="35646" y="60011"/>
                    </a:lnTo>
                    <a:lnTo>
                      <a:pt x="35814" y="59969"/>
                    </a:lnTo>
                    <a:lnTo>
                      <a:pt x="35982" y="59885"/>
                    </a:lnTo>
                    <a:lnTo>
                      <a:pt x="36108" y="59717"/>
                    </a:lnTo>
                    <a:lnTo>
                      <a:pt x="36150" y="59508"/>
                    </a:lnTo>
                    <a:lnTo>
                      <a:pt x="36108" y="59340"/>
                    </a:lnTo>
                    <a:lnTo>
                      <a:pt x="35982" y="59172"/>
                    </a:lnTo>
                    <a:lnTo>
                      <a:pt x="35856" y="59046"/>
                    </a:lnTo>
                    <a:lnTo>
                      <a:pt x="35646" y="59004"/>
                    </a:lnTo>
                    <a:lnTo>
                      <a:pt x="32585" y="58878"/>
                    </a:lnTo>
                    <a:close/>
                    <a:moveTo>
                      <a:pt x="59927" y="59004"/>
                    </a:moveTo>
                    <a:lnTo>
                      <a:pt x="56866" y="59088"/>
                    </a:lnTo>
                    <a:lnTo>
                      <a:pt x="56698" y="59130"/>
                    </a:lnTo>
                    <a:lnTo>
                      <a:pt x="56530" y="59256"/>
                    </a:lnTo>
                    <a:lnTo>
                      <a:pt x="56405" y="59424"/>
                    </a:lnTo>
                    <a:lnTo>
                      <a:pt x="56363" y="59591"/>
                    </a:lnTo>
                    <a:lnTo>
                      <a:pt x="56405" y="59801"/>
                    </a:lnTo>
                    <a:lnTo>
                      <a:pt x="56530" y="59969"/>
                    </a:lnTo>
                    <a:lnTo>
                      <a:pt x="56698" y="60053"/>
                    </a:lnTo>
                    <a:lnTo>
                      <a:pt x="56908" y="60095"/>
                    </a:lnTo>
                    <a:lnTo>
                      <a:pt x="59969" y="60011"/>
                    </a:lnTo>
                    <a:lnTo>
                      <a:pt x="60137" y="59969"/>
                    </a:lnTo>
                    <a:lnTo>
                      <a:pt x="60305" y="59843"/>
                    </a:lnTo>
                    <a:lnTo>
                      <a:pt x="60430" y="59675"/>
                    </a:lnTo>
                    <a:lnTo>
                      <a:pt x="60430" y="59508"/>
                    </a:lnTo>
                    <a:lnTo>
                      <a:pt x="60388" y="59298"/>
                    </a:lnTo>
                    <a:lnTo>
                      <a:pt x="60305" y="59130"/>
                    </a:lnTo>
                    <a:lnTo>
                      <a:pt x="60137" y="59046"/>
                    </a:lnTo>
                    <a:lnTo>
                      <a:pt x="59969" y="59004"/>
                    </a:lnTo>
                    <a:close/>
                    <a:moveTo>
                      <a:pt x="38708" y="59088"/>
                    </a:moveTo>
                    <a:lnTo>
                      <a:pt x="38498" y="59130"/>
                    </a:lnTo>
                    <a:lnTo>
                      <a:pt x="38330" y="59214"/>
                    </a:lnTo>
                    <a:lnTo>
                      <a:pt x="38204" y="59382"/>
                    </a:lnTo>
                    <a:lnTo>
                      <a:pt x="38162" y="59591"/>
                    </a:lnTo>
                    <a:lnTo>
                      <a:pt x="38204" y="59759"/>
                    </a:lnTo>
                    <a:lnTo>
                      <a:pt x="38330" y="59927"/>
                    </a:lnTo>
                    <a:lnTo>
                      <a:pt x="38456" y="60053"/>
                    </a:lnTo>
                    <a:lnTo>
                      <a:pt x="38666" y="60095"/>
                    </a:lnTo>
                    <a:lnTo>
                      <a:pt x="41727" y="60137"/>
                    </a:lnTo>
                    <a:lnTo>
                      <a:pt x="41937" y="60137"/>
                    </a:lnTo>
                    <a:lnTo>
                      <a:pt x="42104" y="60011"/>
                    </a:lnTo>
                    <a:lnTo>
                      <a:pt x="42188" y="59843"/>
                    </a:lnTo>
                    <a:lnTo>
                      <a:pt x="42230" y="59675"/>
                    </a:lnTo>
                    <a:lnTo>
                      <a:pt x="42188" y="59466"/>
                    </a:lnTo>
                    <a:lnTo>
                      <a:pt x="42104" y="59298"/>
                    </a:lnTo>
                    <a:lnTo>
                      <a:pt x="41937" y="59172"/>
                    </a:lnTo>
                    <a:lnTo>
                      <a:pt x="41727" y="59130"/>
                    </a:lnTo>
                    <a:lnTo>
                      <a:pt x="38708" y="59088"/>
                    </a:lnTo>
                    <a:close/>
                    <a:moveTo>
                      <a:pt x="53846" y="59130"/>
                    </a:moveTo>
                    <a:lnTo>
                      <a:pt x="50785" y="59172"/>
                    </a:lnTo>
                    <a:lnTo>
                      <a:pt x="50575" y="59214"/>
                    </a:lnTo>
                    <a:lnTo>
                      <a:pt x="50408" y="59340"/>
                    </a:lnTo>
                    <a:lnTo>
                      <a:pt x="50324" y="59508"/>
                    </a:lnTo>
                    <a:lnTo>
                      <a:pt x="50282" y="59675"/>
                    </a:lnTo>
                    <a:lnTo>
                      <a:pt x="50324" y="59885"/>
                    </a:lnTo>
                    <a:lnTo>
                      <a:pt x="50450" y="60053"/>
                    </a:lnTo>
                    <a:lnTo>
                      <a:pt x="50575" y="60137"/>
                    </a:lnTo>
                    <a:lnTo>
                      <a:pt x="50785" y="60178"/>
                    </a:lnTo>
                    <a:lnTo>
                      <a:pt x="53846" y="60137"/>
                    </a:lnTo>
                    <a:lnTo>
                      <a:pt x="54056" y="60095"/>
                    </a:lnTo>
                    <a:lnTo>
                      <a:pt x="54224" y="60011"/>
                    </a:lnTo>
                    <a:lnTo>
                      <a:pt x="54308" y="59843"/>
                    </a:lnTo>
                    <a:lnTo>
                      <a:pt x="54350" y="59633"/>
                    </a:lnTo>
                    <a:lnTo>
                      <a:pt x="54308" y="59466"/>
                    </a:lnTo>
                    <a:lnTo>
                      <a:pt x="54182" y="59298"/>
                    </a:lnTo>
                    <a:lnTo>
                      <a:pt x="54014" y="59172"/>
                    </a:lnTo>
                    <a:lnTo>
                      <a:pt x="53846" y="59130"/>
                    </a:lnTo>
                    <a:close/>
                    <a:moveTo>
                      <a:pt x="44788" y="59172"/>
                    </a:moveTo>
                    <a:lnTo>
                      <a:pt x="44579" y="59214"/>
                    </a:lnTo>
                    <a:lnTo>
                      <a:pt x="44411" y="59340"/>
                    </a:lnTo>
                    <a:lnTo>
                      <a:pt x="44327" y="59466"/>
                    </a:lnTo>
                    <a:lnTo>
                      <a:pt x="44285" y="59675"/>
                    </a:lnTo>
                    <a:lnTo>
                      <a:pt x="44327" y="59885"/>
                    </a:lnTo>
                    <a:lnTo>
                      <a:pt x="44411" y="60053"/>
                    </a:lnTo>
                    <a:lnTo>
                      <a:pt x="44579" y="60137"/>
                    </a:lnTo>
                    <a:lnTo>
                      <a:pt x="44788" y="60178"/>
                    </a:lnTo>
                    <a:lnTo>
                      <a:pt x="47850" y="60220"/>
                    </a:lnTo>
                    <a:lnTo>
                      <a:pt x="48017" y="60178"/>
                    </a:lnTo>
                    <a:lnTo>
                      <a:pt x="48185" y="60053"/>
                    </a:lnTo>
                    <a:lnTo>
                      <a:pt x="48311" y="59885"/>
                    </a:lnTo>
                    <a:lnTo>
                      <a:pt x="48353" y="59675"/>
                    </a:lnTo>
                    <a:lnTo>
                      <a:pt x="48311" y="59508"/>
                    </a:lnTo>
                    <a:lnTo>
                      <a:pt x="48185" y="59340"/>
                    </a:lnTo>
                    <a:lnTo>
                      <a:pt x="48017" y="59214"/>
                    </a:lnTo>
                    <a:lnTo>
                      <a:pt x="47850" y="59172"/>
                    </a:lnTo>
                    <a:close/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25;p17">
                <a:extLst>
                  <a:ext uri="{FF2B5EF4-FFF2-40B4-BE49-F238E27FC236}">
                    <a16:creationId xmlns:a16="http://schemas.microsoft.com/office/drawing/2014/main" id="{19378F65-EAA1-6D17-828F-CF7E8AA4F429}"/>
                  </a:ext>
                </a:extLst>
              </p:cNvPr>
              <p:cNvSpPr/>
              <p:nvPr/>
            </p:nvSpPr>
            <p:spPr>
              <a:xfrm>
                <a:off x="2783972" y="2354757"/>
                <a:ext cx="79031" cy="20379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049" fill="none" extrusionOk="0">
                    <a:moveTo>
                      <a:pt x="503" y="0"/>
                    </a:moveTo>
                    <a:lnTo>
                      <a:pt x="503" y="0"/>
                    </a:lnTo>
                    <a:lnTo>
                      <a:pt x="503" y="0"/>
                    </a:lnTo>
                    <a:lnTo>
                      <a:pt x="294" y="42"/>
                    </a:lnTo>
                    <a:lnTo>
                      <a:pt x="126" y="168"/>
                    </a:lnTo>
                    <a:lnTo>
                      <a:pt x="42" y="294"/>
                    </a:lnTo>
                    <a:lnTo>
                      <a:pt x="0" y="503"/>
                    </a:lnTo>
                    <a:lnTo>
                      <a:pt x="0" y="503"/>
                    </a:lnTo>
                    <a:lnTo>
                      <a:pt x="42" y="713"/>
                    </a:lnTo>
                    <a:lnTo>
                      <a:pt x="126" y="881"/>
                    </a:lnTo>
                    <a:lnTo>
                      <a:pt x="294" y="965"/>
                    </a:lnTo>
                    <a:lnTo>
                      <a:pt x="503" y="1006"/>
                    </a:lnTo>
                    <a:lnTo>
                      <a:pt x="503" y="1006"/>
                    </a:lnTo>
                    <a:lnTo>
                      <a:pt x="3565" y="1048"/>
                    </a:lnTo>
                    <a:lnTo>
                      <a:pt x="3565" y="1048"/>
                    </a:lnTo>
                    <a:lnTo>
                      <a:pt x="3732" y="1006"/>
                    </a:lnTo>
                    <a:lnTo>
                      <a:pt x="3900" y="881"/>
                    </a:lnTo>
                    <a:lnTo>
                      <a:pt x="4026" y="713"/>
                    </a:lnTo>
                    <a:lnTo>
                      <a:pt x="4068" y="503"/>
                    </a:lnTo>
                    <a:lnTo>
                      <a:pt x="4068" y="503"/>
                    </a:lnTo>
                    <a:lnTo>
                      <a:pt x="4026" y="336"/>
                    </a:lnTo>
                    <a:lnTo>
                      <a:pt x="3900" y="168"/>
                    </a:lnTo>
                    <a:lnTo>
                      <a:pt x="3732" y="42"/>
                    </a:lnTo>
                    <a:lnTo>
                      <a:pt x="3565" y="0"/>
                    </a:lnTo>
                    <a:lnTo>
                      <a:pt x="3565" y="0"/>
                    </a:lnTo>
                    <a:lnTo>
                      <a:pt x="50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26;p17">
                <a:extLst>
                  <a:ext uri="{FF2B5EF4-FFF2-40B4-BE49-F238E27FC236}">
                    <a16:creationId xmlns:a16="http://schemas.microsoft.com/office/drawing/2014/main" id="{AF36E4EA-3A9F-5D46-D888-81432F8CF0BB}"/>
                  </a:ext>
                </a:extLst>
              </p:cNvPr>
              <p:cNvSpPr/>
              <p:nvPr/>
            </p:nvSpPr>
            <p:spPr>
              <a:xfrm>
                <a:off x="2900457" y="2353941"/>
                <a:ext cx="79050" cy="2037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49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65" y="0"/>
                    </a:lnTo>
                    <a:lnTo>
                      <a:pt x="504" y="42"/>
                    </a:lnTo>
                    <a:lnTo>
                      <a:pt x="504" y="42"/>
                    </a:lnTo>
                    <a:lnTo>
                      <a:pt x="294" y="84"/>
                    </a:lnTo>
                    <a:lnTo>
                      <a:pt x="127" y="210"/>
                    </a:lnTo>
                    <a:lnTo>
                      <a:pt x="43" y="378"/>
                    </a:lnTo>
                    <a:lnTo>
                      <a:pt x="1" y="545"/>
                    </a:lnTo>
                    <a:lnTo>
                      <a:pt x="1" y="545"/>
                    </a:lnTo>
                    <a:lnTo>
                      <a:pt x="43" y="755"/>
                    </a:lnTo>
                    <a:lnTo>
                      <a:pt x="169" y="923"/>
                    </a:lnTo>
                    <a:lnTo>
                      <a:pt x="294" y="1007"/>
                    </a:lnTo>
                    <a:lnTo>
                      <a:pt x="504" y="1048"/>
                    </a:lnTo>
                    <a:lnTo>
                      <a:pt x="504" y="1048"/>
                    </a:lnTo>
                    <a:lnTo>
                      <a:pt x="504" y="1048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43" y="881"/>
                    </a:lnTo>
                    <a:lnTo>
                      <a:pt x="4027" y="713"/>
                    </a:lnTo>
                    <a:lnTo>
                      <a:pt x="4069" y="503"/>
                    </a:lnTo>
                    <a:lnTo>
                      <a:pt x="4069" y="503"/>
                    </a:lnTo>
                    <a:lnTo>
                      <a:pt x="4027" y="336"/>
                    </a:lnTo>
                    <a:lnTo>
                      <a:pt x="3901" y="168"/>
                    </a:lnTo>
                    <a:lnTo>
                      <a:pt x="3733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27;p17">
                <a:extLst>
                  <a:ext uri="{FF2B5EF4-FFF2-40B4-BE49-F238E27FC236}">
                    <a16:creationId xmlns:a16="http://schemas.microsoft.com/office/drawing/2014/main" id="{D1FE16DE-4E62-88F1-5E30-86A749D6EF8F}"/>
                  </a:ext>
                </a:extLst>
              </p:cNvPr>
              <p:cNvSpPr/>
              <p:nvPr/>
            </p:nvSpPr>
            <p:spPr>
              <a:xfrm>
                <a:off x="2665021" y="2353125"/>
                <a:ext cx="79050" cy="2037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49" fill="none" extrusionOk="0">
                    <a:moveTo>
                      <a:pt x="546" y="0"/>
                    </a:moveTo>
                    <a:lnTo>
                      <a:pt x="546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42" y="294"/>
                    </a:lnTo>
                    <a:lnTo>
                      <a:pt x="0" y="503"/>
                    </a:lnTo>
                    <a:lnTo>
                      <a:pt x="0" y="503"/>
                    </a:lnTo>
                    <a:lnTo>
                      <a:pt x="42" y="671"/>
                    </a:lnTo>
                    <a:lnTo>
                      <a:pt x="168" y="839"/>
                    </a:lnTo>
                    <a:lnTo>
                      <a:pt x="294" y="965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75" y="1049"/>
                    </a:lnTo>
                    <a:lnTo>
                      <a:pt x="3942" y="923"/>
                    </a:lnTo>
                    <a:lnTo>
                      <a:pt x="4026" y="755"/>
                    </a:lnTo>
                    <a:lnTo>
                      <a:pt x="4068" y="587"/>
                    </a:lnTo>
                    <a:lnTo>
                      <a:pt x="4068" y="587"/>
                    </a:lnTo>
                    <a:lnTo>
                      <a:pt x="4026" y="378"/>
                    </a:lnTo>
                    <a:lnTo>
                      <a:pt x="3942" y="210"/>
                    </a:lnTo>
                    <a:lnTo>
                      <a:pt x="3775" y="84"/>
                    </a:lnTo>
                    <a:lnTo>
                      <a:pt x="3565" y="42"/>
                    </a:lnTo>
                    <a:lnTo>
                      <a:pt x="3565" y="42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46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28;p17">
                <a:extLst>
                  <a:ext uri="{FF2B5EF4-FFF2-40B4-BE49-F238E27FC236}">
                    <a16:creationId xmlns:a16="http://schemas.microsoft.com/office/drawing/2014/main" id="{C416B5C8-4A71-6F0B-3BD8-4ED9D016BAC0}"/>
                  </a:ext>
                </a:extLst>
              </p:cNvPr>
              <p:cNvSpPr/>
              <p:nvPr/>
            </p:nvSpPr>
            <p:spPr>
              <a:xfrm>
                <a:off x="3018593" y="2351493"/>
                <a:ext cx="79050" cy="2119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91" fill="none" extrusionOk="0">
                    <a:moveTo>
                      <a:pt x="3607" y="0"/>
                    </a:moveTo>
                    <a:lnTo>
                      <a:pt x="3607" y="0"/>
                    </a:lnTo>
                    <a:lnTo>
                      <a:pt x="3565" y="0"/>
                    </a:lnTo>
                    <a:lnTo>
                      <a:pt x="3565" y="0"/>
                    </a:lnTo>
                    <a:lnTo>
                      <a:pt x="504" y="84"/>
                    </a:lnTo>
                    <a:lnTo>
                      <a:pt x="504" y="84"/>
                    </a:lnTo>
                    <a:lnTo>
                      <a:pt x="336" y="126"/>
                    </a:lnTo>
                    <a:lnTo>
                      <a:pt x="168" y="252"/>
                    </a:lnTo>
                    <a:lnTo>
                      <a:pt x="43" y="420"/>
                    </a:lnTo>
                    <a:lnTo>
                      <a:pt x="1" y="587"/>
                    </a:lnTo>
                    <a:lnTo>
                      <a:pt x="1" y="587"/>
                    </a:lnTo>
                    <a:lnTo>
                      <a:pt x="43" y="797"/>
                    </a:lnTo>
                    <a:lnTo>
                      <a:pt x="168" y="965"/>
                    </a:lnTo>
                    <a:lnTo>
                      <a:pt x="336" y="1049"/>
                    </a:lnTo>
                    <a:lnTo>
                      <a:pt x="546" y="1091"/>
                    </a:lnTo>
                    <a:lnTo>
                      <a:pt x="546" y="1091"/>
                    </a:lnTo>
                    <a:lnTo>
                      <a:pt x="546" y="1091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68" y="671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294"/>
                    </a:lnTo>
                    <a:lnTo>
                      <a:pt x="3943" y="126"/>
                    </a:lnTo>
                    <a:lnTo>
                      <a:pt x="3775" y="42"/>
                    </a:lnTo>
                    <a:lnTo>
                      <a:pt x="3607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29;p17">
                <a:extLst>
                  <a:ext uri="{FF2B5EF4-FFF2-40B4-BE49-F238E27FC236}">
                    <a16:creationId xmlns:a16="http://schemas.microsoft.com/office/drawing/2014/main" id="{C75CD40A-0B80-2F8A-8A1C-9917E8EABB9C}"/>
                  </a:ext>
                </a:extLst>
              </p:cNvPr>
              <p:cNvSpPr/>
              <p:nvPr/>
            </p:nvSpPr>
            <p:spPr>
              <a:xfrm>
                <a:off x="2546885" y="2349045"/>
                <a:ext cx="79050" cy="2201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33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9" y="168"/>
                    </a:lnTo>
                    <a:lnTo>
                      <a:pt x="43" y="294"/>
                    </a:lnTo>
                    <a:lnTo>
                      <a:pt x="1" y="504"/>
                    </a:lnTo>
                    <a:lnTo>
                      <a:pt x="1" y="504"/>
                    </a:lnTo>
                    <a:lnTo>
                      <a:pt x="43" y="713"/>
                    </a:lnTo>
                    <a:lnTo>
                      <a:pt x="127" y="881"/>
                    </a:lnTo>
                    <a:lnTo>
                      <a:pt x="294" y="1007"/>
                    </a:lnTo>
                    <a:lnTo>
                      <a:pt x="462" y="1049"/>
                    </a:lnTo>
                    <a:lnTo>
                      <a:pt x="462" y="1049"/>
                    </a:lnTo>
                    <a:lnTo>
                      <a:pt x="3523" y="1133"/>
                    </a:lnTo>
                    <a:lnTo>
                      <a:pt x="3565" y="1133"/>
                    </a:lnTo>
                    <a:lnTo>
                      <a:pt x="3565" y="1133"/>
                    </a:lnTo>
                    <a:lnTo>
                      <a:pt x="3733" y="1091"/>
                    </a:lnTo>
                    <a:lnTo>
                      <a:pt x="3901" y="1007"/>
                    </a:lnTo>
                    <a:lnTo>
                      <a:pt x="4027" y="839"/>
                    </a:lnTo>
                    <a:lnTo>
                      <a:pt x="4069" y="630"/>
                    </a:lnTo>
                    <a:lnTo>
                      <a:pt x="4069" y="630"/>
                    </a:lnTo>
                    <a:lnTo>
                      <a:pt x="4027" y="462"/>
                    </a:lnTo>
                    <a:lnTo>
                      <a:pt x="3901" y="294"/>
                    </a:lnTo>
                    <a:lnTo>
                      <a:pt x="3775" y="168"/>
                    </a:lnTo>
                    <a:lnTo>
                      <a:pt x="3565" y="126"/>
                    </a:lnTo>
                    <a:lnTo>
                      <a:pt x="3565" y="126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30;p17">
                <a:extLst>
                  <a:ext uri="{FF2B5EF4-FFF2-40B4-BE49-F238E27FC236}">
                    <a16:creationId xmlns:a16="http://schemas.microsoft.com/office/drawing/2014/main" id="{380E8E12-7C7C-D8FF-3F6C-31D98997AB4E}"/>
                  </a:ext>
                </a:extLst>
              </p:cNvPr>
              <p:cNvSpPr/>
              <p:nvPr/>
            </p:nvSpPr>
            <p:spPr>
              <a:xfrm>
                <a:off x="3137544" y="2346597"/>
                <a:ext cx="79031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175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503" y="126"/>
                    </a:lnTo>
                    <a:lnTo>
                      <a:pt x="503" y="126"/>
                    </a:lnTo>
                    <a:lnTo>
                      <a:pt x="294" y="210"/>
                    </a:lnTo>
                    <a:lnTo>
                      <a:pt x="126" y="294"/>
                    </a:lnTo>
                    <a:lnTo>
                      <a:pt x="42" y="462"/>
                    </a:lnTo>
                    <a:lnTo>
                      <a:pt x="0" y="672"/>
                    </a:lnTo>
                    <a:lnTo>
                      <a:pt x="0" y="672"/>
                    </a:lnTo>
                    <a:lnTo>
                      <a:pt x="42" y="881"/>
                    </a:lnTo>
                    <a:lnTo>
                      <a:pt x="168" y="1007"/>
                    </a:lnTo>
                    <a:lnTo>
                      <a:pt x="294" y="1133"/>
                    </a:lnTo>
                    <a:lnTo>
                      <a:pt x="503" y="1175"/>
                    </a:lnTo>
                    <a:lnTo>
                      <a:pt x="503" y="1175"/>
                    </a:lnTo>
                    <a:lnTo>
                      <a:pt x="503" y="1175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74" y="1007"/>
                    </a:lnTo>
                    <a:lnTo>
                      <a:pt x="3942" y="881"/>
                    </a:lnTo>
                    <a:lnTo>
                      <a:pt x="4026" y="714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294"/>
                    </a:lnTo>
                    <a:lnTo>
                      <a:pt x="3900" y="168"/>
                    </a:lnTo>
                    <a:lnTo>
                      <a:pt x="3732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31;p17">
                <a:extLst>
                  <a:ext uri="{FF2B5EF4-FFF2-40B4-BE49-F238E27FC236}">
                    <a16:creationId xmlns:a16="http://schemas.microsoft.com/office/drawing/2014/main" id="{60690506-95D1-B497-B1E6-FE106116DC3D}"/>
                  </a:ext>
                </a:extLst>
              </p:cNvPr>
              <p:cNvSpPr/>
              <p:nvPr/>
            </p:nvSpPr>
            <p:spPr>
              <a:xfrm>
                <a:off x="2427953" y="2344149"/>
                <a:ext cx="79031" cy="22847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176" fill="none" extrusionOk="0">
                    <a:moveTo>
                      <a:pt x="545" y="1"/>
                    </a:moveTo>
                    <a:lnTo>
                      <a:pt x="545" y="1"/>
                    </a:lnTo>
                    <a:lnTo>
                      <a:pt x="336" y="43"/>
                    </a:lnTo>
                    <a:lnTo>
                      <a:pt x="168" y="127"/>
                    </a:lnTo>
                    <a:lnTo>
                      <a:pt x="84" y="294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72"/>
                    </a:lnTo>
                    <a:lnTo>
                      <a:pt x="126" y="840"/>
                    </a:lnTo>
                    <a:lnTo>
                      <a:pt x="294" y="965"/>
                    </a:lnTo>
                    <a:lnTo>
                      <a:pt x="503" y="1007"/>
                    </a:lnTo>
                    <a:lnTo>
                      <a:pt x="503" y="1007"/>
                    </a:lnTo>
                    <a:lnTo>
                      <a:pt x="3565" y="1175"/>
                    </a:lnTo>
                    <a:lnTo>
                      <a:pt x="3565" y="1175"/>
                    </a:lnTo>
                    <a:lnTo>
                      <a:pt x="3565" y="1175"/>
                    </a:lnTo>
                    <a:lnTo>
                      <a:pt x="3774" y="1133"/>
                    </a:lnTo>
                    <a:lnTo>
                      <a:pt x="3942" y="1007"/>
                    </a:lnTo>
                    <a:lnTo>
                      <a:pt x="4026" y="882"/>
                    </a:lnTo>
                    <a:lnTo>
                      <a:pt x="4068" y="672"/>
                    </a:lnTo>
                    <a:lnTo>
                      <a:pt x="4068" y="672"/>
                    </a:lnTo>
                    <a:lnTo>
                      <a:pt x="4068" y="462"/>
                    </a:lnTo>
                    <a:lnTo>
                      <a:pt x="3942" y="294"/>
                    </a:lnTo>
                    <a:lnTo>
                      <a:pt x="3774" y="211"/>
                    </a:lnTo>
                    <a:lnTo>
                      <a:pt x="3607" y="127"/>
                    </a:lnTo>
                    <a:lnTo>
                      <a:pt x="3607" y="127"/>
                    </a:lnTo>
                    <a:lnTo>
                      <a:pt x="545" y="1"/>
                    </a:lnTo>
                    <a:lnTo>
                      <a:pt x="545" y="1"/>
                    </a:lnTo>
                    <a:lnTo>
                      <a:pt x="54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32;p17">
                <a:extLst>
                  <a:ext uri="{FF2B5EF4-FFF2-40B4-BE49-F238E27FC236}">
                    <a16:creationId xmlns:a16="http://schemas.microsoft.com/office/drawing/2014/main" id="{F9466F9F-6831-91CE-F1EF-B6E63BB3F5F2}"/>
                  </a:ext>
                </a:extLst>
              </p:cNvPr>
              <p:cNvSpPr/>
              <p:nvPr/>
            </p:nvSpPr>
            <p:spPr>
              <a:xfrm>
                <a:off x="3255661" y="2340905"/>
                <a:ext cx="79050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75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23" y="0"/>
                    </a:lnTo>
                    <a:lnTo>
                      <a:pt x="3523" y="0"/>
                    </a:lnTo>
                    <a:lnTo>
                      <a:pt x="504" y="168"/>
                    </a:lnTo>
                    <a:lnTo>
                      <a:pt x="504" y="168"/>
                    </a:lnTo>
                    <a:lnTo>
                      <a:pt x="294" y="210"/>
                    </a:lnTo>
                    <a:lnTo>
                      <a:pt x="127" y="336"/>
                    </a:lnTo>
                    <a:lnTo>
                      <a:pt x="43" y="503"/>
                    </a:lnTo>
                    <a:lnTo>
                      <a:pt x="1" y="713"/>
                    </a:lnTo>
                    <a:lnTo>
                      <a:pt x="1" y="713"/>
                    </a:lnTo>
                    <a:lnTo>
                      <a:pt x="43" y="881"/>
                    </a:lnTo>
                    <a:lnTo>
                      <a:pt x="169" y="1049"/>
                    </a:lnTo>
                    <a:lnTo>
                      <a:pt x="336" y="1132"/>
                    </a:lnTo>
                    <a:lnTo>
                      <a:pt x="504" y="1174"/>
                    </a:lnTo>
                    <a:lnTo>
                      <a:pt x="546" y="1174"/>
                    </a:lnTo>
                    <a:lnTo>
                      <a:pt x="546" y="1174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27" y="671"/>
                    </a:lnTo>
                    <a:lnTo>
                      <a:pt x="4069" y="461"/>
                    </a:lnTo>
                    <a:lnTo>
                      <a:pt x="4069" y="461"/>
                    </a:lnTo>
                    <a:lnTo>
                      <a:pt x="4027" y="294"/>
                    </a:lnTo>
                    <a:lnTo>
                      <a:pt x="3901" y="126"/>
                    </a:lnTo>
                    <a:lnTo>
                      <a:pt x="3775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33;p17">
                <a:extLst>
                  <a:ext uri="{FF2B5EF4-FFF2-40B4-BE49-F238E27FC236}">
                    <a16:creationId xmlns:a16="http://schemas.microsoft.com/office/drawing/2014/main" id="{17A664FB-662A-8A31-5FB1-87B8ECE4C97C}"/>
                  </a:ext>
                </a:extLst>
              </p:cNvPr>
              <p:cNvSpPr/>
              <p:nvPr/>
            </p:nvSpPr>
            <p:spPr>
              <a:xfrm>
                <a:off x="2309817" y="2336825"/>
                <a:ext cx="79050" cy="23643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17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42" y="294"/>
                    </a:lnTo>
                    <a:lnTo>
                      <a:pt x="1" y="462"/>
                    </a:lnTo>
                    <a:lnTo>
                      <a:pt x="1" y="462"/>
                    </a:lnTo>
                    <a:lnTo>
                      <a:pt x="42" y="671"/>
                    </a:lnTo>
                    <a:lnTo>
                      <a:pt x="126" y="839"/>
                    </a:lnTo>
                    <a:lnTo>
                      <a:pt x="294" y="965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523" y="1217"/>
                    </a:lnTo>
                    <a:lnTo>
                      <a:pt x="3565" y="1217"/>
                    </a:lnTo>
                    <a:lnTo>
                      <a:pt x="3565" y="1217"/>
                    </a:lnTo>
                    <a:lnTo>
                      <a:pt x="3733" y="1175"/>
                    </a:lnTo>
                    <a:lnTo>
                      <a:pt x="3901" y="1091"/>
                    </a:lnTo>
                    <a:lnTo>
                      <a:pt x="4026" y="923"/>
                    </a:lnTo>
                    <a:lnTo>
                      <a:pt x="4068" y="755"/>
                    </a:lnTo>
                    <a:lnTo>
                      <a:pt x="4068" y="755"/>
                    </a:lnTo>
                    <a:lnTo>
                      <a:pt x="4026" y="546"/>
                    </a:lnTo>
                    <a:lnTo>
                      <a:pt x="3942" y="378"/>
                    </a:lnTo>
                    <a:lnTo>
                      <a:pt x="3775" y="252"/>
                    </a:lnTo>
                    <a:lnTo>
                      <a:pt x="3607" y="210"/>
                    </a:lnTo>
                    <a:lnTo>
                      <a:pt x="3607" y="210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34;p17">
                <a:extLst>
                  <a:ext uri="{FF2B5EF4-FFF2-40B4-BE49-F238E27FC236}">
                    <a16:creationId xmlns:a16="http://schemas.microsoft.com/office/drawing/2014/main" id="{6758F2C0-6FBA-BFBB-42DE-356CACE5BF0A}"/>
                  </a:ext>
                </a:extLst>
              </p:cNvPr>
              <p:cNvSpPr/>
              <p:nvPr/>
            </p:nvSpPr>
            <p:spPr>
              <a:xfrm>
                <a:off x="3374613" y="2332746"/>
                <a:ext cx="78235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259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481" y="1"/>
                    </a:lnTo>
                    <a:lnTo>
                      <a:pt x="3481" y="1"/>
                    </a:lnTo>
                    <a:lnTo>
                      <a:pt x="462" y="210"/>
                    </a:lnTo>
                    <a:lnTo>
                      <a:pt x="462" y="210"/>
                    </a:lnTo>
                    <a:lnTo>
                      <a:pt x="252" y="294"/>
                    </a:lnTo>
                    <a:lnTo>
                      <a:pt x="126" y="420"/>
                    </a:lnTo>
                    <a:lnTo>
                      <a:pt x="1" y="588"/>
                    </a:lnTo>
                    <a:lnTo>
                      <a:pt x="1" y="756"/>
                    </a:lnTo>
                    <a:lnTo>
                      <a:pt x="1" y="756"/>
                    </a:lnTo>
                    <a:lnTo>
                      <a:pt x="42" y="965"/>
                    </a:lnTo>
                    <a:lnTo>
                      <a:pt x="126" y="1091"/>
                    </a:lnTo>
                    <a:lnTo>
                      <a:pt x="294" y="1217"/>
                    </a:lnTo>
                    <a:lnTo>
                      <a:pt x="504" y="1259"/>
                    </a:lnTo>
                    <a:lnTo>
                      <a:pt x="504" y="1259"/>
                    </a:lnTo>
                    <a:lnTo>
                      <a:pt x="504" y="1259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75" y="965"/>
                    </a:lnTo>
                    <a:lnTo>
                      <a:pt x="3901" y="881"/>
                    </a:lnTo>
                    <a:lnTo>
                      <a:pt x="4026" y="672"/>
                    </a:lnTo>
                    <a:lnTo>
                      <a:pt x="4026" y="504"/>
                    </a:lnTo>
                    <a:lnTo>
                      <a:pt x="4026" y="504"/>
                    </a:lnTo>
                    <a:lnTo>
                      <a:pt x="3984" y="294"/>
                    </a:lnTo>
                    <a:lnTo>
                      <a:pt x="3859" y="169"/>
                    </a:lnTo>
                    <a:lnTo>
                      <a:pt x="3733" y="43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35;p17">
                <a:extLst>
                  <a:ext uri="{FF2B5EF4-FFF2-40B4-BE49-F238E27FC236}">
                    <a16:creationId xmlns:a16="http://schemas.microsoft.com/office/drawing/2014/main" id="{ED77B5F6-49E4-9BC1-A5E1-63646105CC45}"/>
                  </a:ext>
                </a:extLst>
              </p:cNvPr>
              <p:cNvSpPr/>
              <p:nvPr/>
            </p:nvSpPr>
            <p:spPr>
              <a:xfrm>
                <a:off x="2191681" y="2327869"/>
                <a:ext cx="79050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59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9" y="126"/>
                    </a:lnTo>
                    <a:lnTo>
                      <a:pt x="43" y="294"/>
                    </a:lnTo>
                    <a:lnTo>
                      <a:pt x="1" y="461"/>
                    </a:lnTo>
                    <a:lnTo>
                      <a:pt x="1" y="461"/>
                    </a:lnTo>
                    <a:lnTo>
                      <a:pt x="43" y="671"/>
                    </a:lnTo>
                    <a:lnTo>
                      <a:pt x="127" y="839"/>
                    </a:lnTo>
                    <a:lnTo>
                      <a:pt x="294" y="965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523" y="1258"/>
                    </a:lnTo>
                    <a:lnTo>
                      <a:pt x="3565" y="1258"/>
                    </a:lnTo>
                    <a:lnTo>
                      <a:pt x="3565" y="1258"/>
                    </a:lnTo>
                    <a:lnTo>
                      <a:pt x="3733" y="1216"/>
                    </a:lnTo>
                    <a:lnTo>
                      <a:pt x="3901" y="1132"/>
                    </a:lnTo>
                    <a:lnTo>
                      <a:pt x="4027" y="965"/>
                    </a:lnTo>
                    <a:lnTo>
                      <a:pt x="4069" y="797"/>
                    </a:lnTo>
                    <a:lnTo>
                      <a:pt x="4069" y="797"/>
                    </a:lnTo>
                    <a:lnTo>
                      <a:pt x="4027" y="587"/>
                    </a:lnTo>
                    <a:lnTo>
                      <a:pt x="3943" y="420"/>
                    </a:lnTo>
                    <a:lnTo>
                      <a:pt x="3775" y="294"/>
                    </a:lnTo>
                    <a:lnTo>
                      <a:pt x="3607" y="252"/>
                    </a:lnTo>
                    <a:lnTo>
                      <a:pt x="3607" y="252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36;p17">
                <a:extLst>
                  <a:ext uri="{FF2B5EF4-FFF2-40B4-BE49-F238E27FC236}">
                    <a16:creationId xmlns:a16="http://schemas.microsoft.com/office/drawing/2014/main" id="{282120D7-D63F-73D5-3BE3-DD40E569D668}"/>
                  </a:ext>
                </a:extLst>
              </p:cNvPr>
              <p:cNvSpPr/>
              <p:nvPr/>
            </p:nvSpPr>
            <p:spPr>
              <a:xfrm>
                <a:off x="3492748" y="2323790"/>
                <a:ext cx="78235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259" fill="none" extrusionOk="0">
                    <a:moveTo>
                      <a:pt x="3523" y="0"/>
                    </a:moveTo>
                    <a:lnTo>
                      <a:pt x="3523" y="0"/>
                    </a:lnTo>
                    <a:lnTo>
                      <a:pt x="3481" y="0"/>
                    </a:lnTo>
                    <a:lnTo>
                      <a:pt x="3481" y="0"/>
                    </a:lnTo>
                    <a:lnTo>
                      <a:pt x="461" y="252"/>
                    </a:lnTo>
                    <a:lnTo>
                      <a:pt x="461" y="252"/>
                    </a:lnTo>
                    <a:lnTo>
                      <a:pt x="252" y="294"/>
                    </a:lnTo>
                    <a:lnTo>
                      <a:pt x="126" y="420"/>
                    </a:lnTo>
                    <a:lnTo>
                      <a:pt x="0" y="588"/>
                    </a:lnTo>
                    <a:lnTo>
                      <a:pt x="0" y="797"/>
                    </a:lnTo>
                    <a:lnTo>
                      <a:pt x="0" y="797"/>
                    </a:lnTo>
                    <a:lnTo>
                      <a:pt x="42" y="1007"/>
                    </a:lnTo>
                    <a:lnTo>
                      <a:pt x="168" y="1133"/>
                    </a:lnTo>
                    <a:lnTo>
                      <a:pt x="294" y="1217"/>
                    </a:lnTo>
                    <a:lnTo>
                      <a:pt x="503" y="1259"/>
                    </a:lnTo>
                    <a:lnTo>
                      <a:pt x="545" y="1259"/>
                    </a:lnTo>
                    <a:lnTo>
                      <a:pt x="545" y="1259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4" y="965"/>
                    </a:lnTo>
                    <a:lnTo>
                      <a:pt x="3942" y="839"/>
                    </a:lnTo>
                    <a:lnTo>
                      <a:pt x="4026" y="671"/>
                    </a:lnTo>
                    <a:lnTo>
                      <a:pt x="4026" y="462"/>
                    </a:lnTo>
                    <a:lnTo>
                      <a:pt x="4026" y="462"/>
                    </a:lnTo>
                    <a:lnTo>
                      <a:pt x="3984" y="294"/>
                    </a:lnTo>
                    <a:lnTo>
                      <a:pt x="3858" y="126"/>
                    </a:lnTo>
                    <a:lnTo>
                      <a:pt x="3732" y="42"/>
                    </a:lnTo>
                    <a:lnTo>
                      <a:pt x="352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37;p17">
                <a:extLst>
                  <a:ext uri="{FF2B5EF4-FFF2-40B4-BE49-F238E27FC236}">
                    <a16:creationId xmlns:a16="http://schemas.microsoft.com/office/drawing/2014/main" id="{4B406078-AD58-FE1C-71DA-27AA14B5D4FE}"/>
                  </a:ext>
                </a:extLst>
              </p:cNvPr>
              <p:cNvSpPr/>
              <p:nvPr/>
            </p:nvSpPr>
            <p:spPr>
              <a:xfrm>
                <a:off x="2073565" y="2317262"/>
                <a:ext cx="79031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301" fill="none" extrusionOk="0">
                    <a:moveTo>
                      <a:pt x="503" y="1"/>
                    </a:moveTo>
                    <a:lnTo>
                      <a:pt x="503" y="1"/>
                    </a:lnTo>
                    <a:lnTo>
                      <a:pt x="336" y="43"/>
                    </a:lnTo>
                    <a:lnTo>
                      <a:pt x="168" y="127"/>
                    </a:lnTo>
                    <a:lnTo>
                      <a:pt x="42" y="295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72"/>
                    </a:lnTo>
                    <a:lnTo>
                      <a:pt x="126" y="840"/>
                    </a:lnTo>
                    <a:lnTo>
                      <a:pt x="252" y="966"/>
                    </a:lnTo>
                    <a:lnTo>
                      <a:pt x="461" y="1007"/>
                    </a:lnTo>
                    <a:lnTo>
                      <a:pt x="461" y="1007"/>
                    </a:lnTo>
                    <a:lnTo>
                      <a:pt x="3523" y="1301"/>
                    </a:lnTo>
                    <a:lnTo>
                      <a:pt x="3523" y="1301"/>
                    </a:lnTo>
                    <a:lnTo>
                      <a:pt x="3565" y="1301"/>
                    </a:lnTo>
                    <a:lnTo>
                      <a:pt x="3565" y="1301"/>
                    </a:lnTo>
                    <a:lnTo>
                      <a:pt x="3732" y="1259"/>
                    </a:lnTo>
                    <a:lnTo>
                      <a:pt x="3900" y="1175"/>
                    </a:lnTo>
                    <a:lnTo>
                      <a:pt x="4026" y="1049"/>
                    </a:lnTo>
                    <a:lnTo>
                      <a:pt x="4068" y="840"/>
                    </a:lnTo>
                    <a:lnTo>
                      <a:pt x="4068" y="840"/>
                    </a:lnTo>
                    <a:lnTo>
                      <a:pt x="4026" y="630"/>
                    </a:lnTo>
                    <a:lnTo>
                      <a:pt x="3942" y="462"/>
                    </a:lnTo>
                    <a:lnTo>
                      <a:pt x="3774" y="336"/>
                    </a:lnTo>
                    <a:lnTo>
                      <a:pt x="3607" y="295"/>
                    </a:lnTo>
                    <a:lnTo>
                      <a:pt x="3607" y="295"/>
                    </a:lnTo>
                    <a:lnTo>
                      <a:pt x="545" y="1"/>
                    </a:lnTo>
                    <a:lnTo>
                      <a:pt x="545" y="1"/>
                    </a:lnTo>
                    <a:lnTo>
                      <a:pt x="50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38;p17">
                <a:extLst>
                  <a:ext uri="{FF2B5EF4-FFF2-40B4-BE49-F238E27FC236}">
                    <a16:creationId xmlns:a16="http://schemas.microsoft.com/office/drawing/2014/main" id="{BAC0BFB7-45F3-86B9-8738-5E539C9F76AA}"/>
                  </a:ext>
                </a:extLst>
              </p:cNvPr>
              <p:cNvSpPr/>
              <p:nvPr/>
            </p:nvSpPr>
            <p:spPr>
              <a:xfrm>
                <a:off x="3610865" y="2313202"/>
                <a:ext cx="78235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01" fill="none" extrusionOk="0">
                    <a:moveTo>
                      <a:pt x="3523" y="0"/>
                    </a:moveTo>
                    <a:lnTo>
                      <a:pt x="3523" y="0"/>
                    </a:lnTo>
                    <a:lnTo>
                      <a:pt x="3482" y="0"/>
                    </a:lnTo>
                    <a:lnTo>
                      <a:pt x="3482" y="0"/>
                    </a:lnTo>
                    <a:lnTo>
                      <a:pt x="462" y="294"/>
                    </a:lnTo>
                    <a:lnTo>
                      <a:pt x="462" y="294"/>
                    </a:lnTo>
                    <a:lnTo>
                      <a:pt x="252" y="336"/>
                    </a:lnTo>
                    <a:lnTo>
                      <a:pt x="85" y="462"/>
                    </a:lnTo>
                    <a:lnTo>
                      <a:pt x="1" y="629"/>
                    </a:lnTo>
                    <a:lnTo>
                      <a:pt x="1" y="839"/>
                    </a:lnTo>
                    <a:lnTo>
                      <a:pt x="1" y="839"/>
                    </a:lnTo>
                    <a:lnTo>
                      <a:pt x="43" y="1007"/>
                    </a:lnTo>
                    <a:lnTo>
                      <a:pt x="169" y="1175"/>
                    </a:lnTo>
                    <a:lnTo>
                      <a:pt x="294" y="1258"/>
                    </a:lnTo>
                    <a:lnTo>
                      <a:pt x="504" y="1300"/>
                    </a:lnTo>
                    <a:lnTo>
                      <a:pt x="504" y="1300"/>
                    </a:lnTo>
                    <a:lnTo>
                      <a:pt x="546" y="1300"/>
                    </a:lnTo>
                    <a:lnTo>
                      <a:pt x="546" y="1300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27" y="671"/>
                    </a:lnTo>
                    <a:lnTo>
                      <a:pt x="4027" y="462"/>
                    </a:lnTo>
                    <a:lnTo>
                      <a:pt x="4027" y="462"/>
                    </a:lnTo>
                    <a:lnTo>
                      <a:pt x="3985" y="294"/>
                    </a:lnTo>
                    <a:lnTo>
                      <a:pt x="3859" y="126"/>
                    </a:lnTo>
                    <a:lnTo>
                      <a:pt x="3733" y="42"/>
                    </a:lnTo>
                    <a:lnTo>
                      <a:pt x="352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39;p17">
                <a:extLst>
                  <a:ext uri="{FF2B5EF4-FFF2-40B4-BE49-F238E27FC236}">
                    <a16:creationId xmlns:a16="http://schemas.microsoft.com/office/drawing/2014/main" id="{0B2B8EE9-ABC1-9CF2-5C65-CA69191C933F}"/>
                  </a:ext>
                </a:extLst>
              </p:cNvPr>
              <p:cNvSpPr/>
              <p:nvPr/>
            </p:nvSpPr>
            <p:spPr>
              <a:xfrm>
                <a:off x="1955429" y="2305043"/>
                <a:ext cx="79050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43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3"/>
                    </a:lnTo>
                    <a:lnTo>
                      <a:pt x="168" y="169"/>
                    </a:lnTo>
                    <a:lnTo>
                      <a:pt x="84" y="295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72"/>
                    </a:lnTo>
                    <a:lnTo>
                      <a:pt x="126" y="840"/>
                    </a:lnTo>
                    <a:lnTo>
                      <a:pt x="294" y="965"/>
                    </a:lnTo>
                    <a:lnTo>
                      <a:pt x="462" y="1049"/>
                    </a:lnTo>
                    <a:lnTo>
                      <a:pt x="462" y="1049"/>
                    </a:lnTo>
                    <a:lnTo>
                      <a:pt x="3523" y="1343"/>
                    </a:lnTo>
                    <a:lnTo>
                      <a:pt x="3523" y="1343"/>
                    </a:lnTo>
                    <a:lnTo>
                      <a:pt x="3565" y="1343"/>
                    </a:lnTo>
                    <a:lnTo>
                      <a:pt x="3565" y="1343"/>
                    </a:lnTo>
                    <a:lnTo>
                      <a:pt x="3733" y="1343"/>
                    </a:lnTo>
                    <a:lnTo>
                      <a:pt x="3900" y="1217"/>
                    </a:lnTo>
                    <a:lnTo>
                      <a:pt x="4026" y="1091"/>
                    </a:lnTo>
                    <a:lnTo>
                      <a:pt x="4068" y="882"/>
                    </a:lnTo>
                    <a:lnTo>
                      <a:pt x="4068" y="882"/>
                    </a:lnTo>
                    <a:lnTo>
                      <a:pt x="4026" y="714"/>
                    </a:lnTo>
                    <a:lnTo>
                      <a:pt x="3942" y="546"/>
                    </a:lnTo>
                    <a:lnTo>
                      <a:pt x="3817" y="420"/>
                    </a:lnTo>
                    <a:lnTo>
                      <a:pt x="3607" y="336"/>
                    </a:lnTo>
                    <a:lnTo>
                      <a:pt x="3607" y="336"/>
                    </a:lnTo>
                    <a:lnTo>
                      <a:pt x="588" y="43"/>
                    </a:lnTo>
                    <a:lnTo>
                      <a:pt x="588" y="43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40;p17">
                <a:extLst>
                  <a:ext uri="{FF2B5EF4-FFF2-40B4-BE49-F238E27FC236}">
                    <a16:creationId xmlns:a16="http://schemas.microsoft.com/office/drawing/2014/main" id="{2A2CE7A3-793E-7B33-D14F-63C150BDF19C}"/>
                  </a:ext>
                </a:extLst>
              </p:cNvPr>
              <p:cNvSpPr/>
              <p:nvPr/>
            </p:nvSpPr>
            <p:spPr>
              <a:xfrm>
                <a:off x="3729001" y="2301798"/>
                <a:ext cx="78235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43" fill="none" extrusionOk="0">
                    <a:moveTo>
                      <a:pt x="3523" y="0"/>
                    </a:moveTo>
                    <a:lnTo>
                      <a:pt x="3523" y="0"/>
                    </a:lnTo>
                    <a:lnTo>
                      <a:pt x="3481" y="0"/>
                    </a:lnTo>
                    <a:lnTo>
                      <a:pt x="3481" y="0"/>
                    </a:lnTo>
                    <a:lnTo>
                      <a:pt x="420" y="294"/>
                    </a:lnTo>
                    <a:lnTo>
                      <a:pt x="420" y="294"/>
                    </a:lnTo>
                    <a:lnTo>
                      <a:pt x="252" y="378"/>
                    </a:lnTo>
                    <a:lnTo>
                      <a:pt x="84" y="503"/>
                    </a:lnTo>
                    <a:lnTo>
                      <a:pt x="1" y="671"/>
                    </a:lnTo>
                    <a:lnTo>
                      <a:pt x="1" y="881"/>
                    </a:lnTo>
                    <a:lnTo>
                      <a:pt x="1" y="881"/>
                    </a:lnTo>
                    <a:lnTo>
                      <a:pt x="42" y="1049"/>
                    </a:lnTo>
                    <a:lnTo>
                      <a:pt x="168" y="1174"/>
                    </a:lnTo>
                    <a:lnTo>
                      <a:pt x="294" y="1300"/>
                    </a:lnTo>
                    <a:lnTo>
                      <a:pt x="504" y="1342"/>
                    </a:lnTo>
                    <a:lnTo>
                      <a:pt x="504" y="1342"/>
                    </a:lnTo>
                    <a:lnTo>
                      <a:pt x="546" y="1300"/>
                    </a:lnTo>
                    <a:lnTo>
                      <a:pt x="546" y="1300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01" y="839"/>
                    </a:lnTo>
                    <a:lnTo>
                      <a:pt x="4026" y="671"/>
                    </a:lnTo>
                    <a:lnTo>
                      <a:pt x="4026" y="462"/>
                    </a:lnTo>
                    <a:lnTo>
                      <a:pt x="4026" y="462"/>
                    </a:lnTo>
                    <a:lnTo>
                      <a:pt x="3984" y="252"/>
                    </a:lnTo>
                    <a:lnTo>
                      <a:pt x="3859" y="126"/>
                    </a:lnTo>
                    <a:lnTo>
                      <a:pt x="3691" y="42"/>
                    </a:lnTo>
                    <a:lnTo>
                      <a:pt x="352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41;p17">
                <a:extLst>
                  <a:ext uri="{FF2B5EF4-FFF2-40B4-BE49-F238E27FC236}">
                    <a16:creationId xmlns:a16="http://schemas.microsoft.com/office/drawing/2014/main" id="{7F46650C-89C5-AA28-E175-3D5A285C340F}"/>
                  </a:ext>
                </a:extLst>
              </p:cNvPr>
              <p:cNvSpPr/>
              <p:nvPr/>
            </p:nvSpPr>
            <p:spPr>
              <a:xfrm>
                <a:off x="3846320" y="2288763"/>
                <a:ext cx="78235" cy="26907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85" fill="none" extrusionOk="0">
                    <a:moveTo>
                      <a:pt x="3523" y="0"/>
                    </a:moveTo>
                    <a:lnTo>
                      <a:pt x="3523" y="0"/>
                    </a:lnTo>
                    <a:lnTo>
                      <a:pt x="3481" y="0"/>
                    </a:lnTo>
                    <a:lnTo>
                      <a:pt x="3481" y="0"/>
                    </a:lnTo>
                    <a:lnTo>
                      <a:pt x="462" y="336"/>
                    </a:lnTo>
                    <a:lnTo>
                      <a:pt x="462" y="336"/>
                    </a:lnTo>
                    <a:lnTo>
                      <a:pt x="252" y="420"/>
                    </a:lnTo>
                    <a:lnTo>
                      <a:pt x="126" y="545"/>
                    </a:lnTo>
                    <a:lnTo>
                      <a:pt x="42" y="713"/>
                    </a:lnTo>
                    <a:lnTo>
                      <a:pt x="0" y="923"/>
                    </a:lnTo>
                    <a:lnTo>
                      <a:pt x="0" y="923"/>
                    </a:lnTo>
                    <a:lnTo>
                      <a:pt x="42" y="1091"/>
                    </a:lnTo>
                    <a:lnTo>
                      <a:pt x="168" y="1216"/>
                    </a:lnTo>
                    <a:lnTo>
                      <a:pt x="336" y="1342"/>
                    </a:lnTo>
                    <a:lnTo>
                      <a:pt x="504" y="1384"/>
                    </a:lnTo>
                    <a:lnTo>
                      <a:pt x="504" y="1384"/>
                    </a:lnTo>
                    <a:lnTo>
                      <a:pt x="545" y="1342"/>
                    </a:lnTo>
                    <a:lnTo>
                      <a:pt x="545" y="1342"/>
                    </a:lnTo>
                    <a:lnTo>
                      <a:pt x="3607" y="1049"/>
                    </a:lnTo>
                    <a:lnTo>
                      <a:pt x="3607" y="1049"/>
                    </a:lnTo>
                    <a:lnTo>
                      <a:pt x="3774" y="965"/>
                    </a:lnTo>
                    <a:lnTo>
                      <a:pt x="3942" y="839"/>
                    </a:lnTo>
                    <a:lnTo>
                      <a:pt x="4026" y="671"/>
                    </a:lnTo>
                    <a:lnTo>
                      <a:pt x="4026" y="462"/>
                    </a:lnTo>
                    <a:lnTo>
                      <a:pt x="4026" y="462"/>
                    </a:lnTo>
                    <a:lnTo>
                      <a:pt x="3984" y="294"/>
                    </a:lnTo>
                    <a:lnTo>
                      <a:pt x="3858" y="126"/>
                    </a:lnTo>
                    <a:lnTo>
                      <a:pt x="3733" y="42"/>
                    </a:lnTo>
                    <a:lnTo>
                      <a:pt x="352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42;p17">
                <a:extLst>
                  <a:ext uri="{FF2B5EF4-FFF2-40B4-BE49-F238E27FC236}">
                    <a16:creationId xmlns:a16="http://schemas.microsoft.com/office/drawing/2014/main" id="{DE2BC48C-8255-0D25-4BE8-C523661F3D5F}"/>
                  </a:ext>
                </a:extLst>
              </p:cNvPr>
              <p:cNvSpPr/>
              <p:nvPr/>
            </p:nvSpPr>
            <p:spPr>
              <a:xfrm>
                <a:off x="3964437" y="2275727"/>
                <a:ext cx="78235" cy="26907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85" fill="none" extrusionOk="0">
                    <a:moveTo>
                      <a:pt x="3524" y="0"/>
                    </a:moveTo>
                    <a:lnTo>
                      <a:pt x="3524" y="0"/>
                    </a:lnTo>
                    <a:lnTo>
                      <a:pt x="3440" y="0"/>
                    </a:lnTo>
                    <a:lnTo>
                      <a:pt x="3440" y="0"/>
                    </a:lnTo>
                    <a:lnTo>
                      <a:pt x="420" y="336"/>
                    </a:lnTo>
                    <a:lnTo>
                      <a:pt x="420" y="336"/>
                    </a:lnTo>
                    <a:lnTo>
                      <a:pt x="253" y="420"/>
                    </a:lnTo>
                    <a:lnTo>
                      <a:pt x="85" y="545"/>
                    </a:lnTo>
                    <a:lnTo>
                      <a:pt x="1" y="713"/>
                    </a:lnTo>
                    <a:lnTo>
                      <a:pt x="1" y="923"/>
                    </a:lnTo>
                    <a:lnTo>
                      <a:pt x="1" y="923"/>
                    </a:lnTo>
                    <a:lnTo>
                      <a:pt x="43" y="1091"/>
                    </a:lnTo>
                    <a:lnTo>
                      <a:pt x="169" y="1216"/>
                    </a:lnTo>
                    <a:lnTo>
                      <a:pt x="295" y="1342"/>
                    </a:lnTo>
                    <a:lnTo>
                      <a:pt x="504" y="1384"/>
                    </a:lnTo>
                    <a:lnTo>
                      <a:pt x="504" y="1384"/>
                    </a:lnTo>
                    <a:lnTo>
                      <a:pt x="546" y="1342"/>
                    </a:lnTo>
                    <a:lnTo>
                      <a:pt x="546" y="1342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01" y="839"/>
                    </a:lnTo>
                    <a:lnTo>
                      <a:pt x="3985" y="629"/>
                    </a:lnTo>
                    <a:lnTo>
                      <a:pt x="4027" y="462"/>
                    </a:lnTo>
                    <a:lnTo>
                      <a:pt x="4027" y="462"/>
                    </a:lnTo>
                    <a:lnTo>
                      <a:pt x="3985" y="252"/>
                    </a:lnTo>
                    <a:lnTo>
                      <a:pt x="3859" y="126"/>
                    </a:lnTo>
                    <a:lnTo>
                      <a:pt x="3691" y="42"/>
                    </a:lnTo>
                    <a:lnTo>
                      <a:pt x="352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43;p17">
                <a:extLst>
                  <a:ext uri="{FF2B5EF4-FFF2-40B4-BE49-F238E27FC236}">
                    <a16:creationId xmlns:a16="http://schemas.microsoft.com/office/drawing/2014/main" id="{10B9A663-06ED-5D8F-8063-C63744D2F80D}"/>
                  </a:ext>
                </a:extLst>
              </p:cNvPr>
              <p:cNvSpPr/>
              <p:nvPr/>
            </p:nvSpPr>
            <p:spPr>
              <a:xfrm>
                <a:off x="7269636" y="2262692"/>
                <a:ext cx="62751" cy="34231"/>
              </a:xfrm>
              <a:custGeom>
                <a:avLst/>
                <a:gdLst/>
                <a:ahLst/>
                <a:cxnLst/>
                <a:rect l="l" t="t" r="r" b="b"/>
                <a:pathLst>
                  <a:path w="3230" h="1762" fill="none" extrusionOk="0">
                    <a:moveTo>
                      <a:pt x="2349" y="0"/>
                    </a:moveTo>
                    <a:lnTo>
                      <a:pt x="2349" y="0"/>
                    </a:lnTo>
                    <a:lnTo>
                      <a:pt x="2223" y="0"/>
                    </a:lnTo>
                    <a:lnTo>
                      <a:pt x="2097" y="42"/>
                    </a:lnTo>
                    <a:lnTo>
                      <a:pt x="2097" y="42"/>
                    </a:lnTo>
                    <a:lnTo>
                      <a:pt x="1971" y="126"/>
                    </a:lnTo>
                    <a:lnTo>
                      <a:pt x="1887" y="252"/>
                    </a:lnTo>
                    <a:lnTo>
                      <a:pt x="1845" y="420"/>
                    </a:lnTo>
                    <a:lnTo>
                      <a:pt x="1845" y="587"/>
                    </a:lnTo>
                    <a:lnTo>
                      <a:pt x="1845" y="587"/>
                    </a:lnTo>
                    <a:lnTo>
                      <a:pt x="587" y="378"/>
                    </a:lnTo>
                    <a:lnTo>
                      <a:pt x="587" y="378"/>
                    </a:lnTo>
                    <a:lnTo>
                      <a:pt x="503" y="378"/>
                    </a:lnTo>
                    <a:lnTo>
                      <a:pt x="503" y="378"/>
                    </a:lnTo>
                    <a:lnTo>
                      <a:pt x="336" y="420"/>
                    </a:lnTo>
                    <a:lnTo>
                      <a:pt x="210" y="504"/>
                    </a:lnTo>
                    <a:lnTo>
                      <a:pt x="84" y="629"/>
                    </a:lnTo>
                    <a:lnTo>
                      <a:pt x="0" y="797"/>
                    </a:lnTo>
                    <a:lnTo>
                      <a:pt x="0" y="797"/>
                    </a:lnTo>
                    <a:lnTo>
                      <a:pt x="42" y="1007"/>
                    </a:lnTo>
                    <a:lnTo>
                      <a:pt x="126" y="1175"/>
                    </a:lnTo>
                    <a:lnTo>
                      <a:pt x="252" y="1300"/>
                    </a:lnTo>
                    <a:lnTo>
                      <a:pt x="420" y="1384"/>
                    </a:lnTo>
                    <a:lnTo>
                      <a:pt x="420" y="1384"/>
                    </a:lnTo>
                    <a:lnTo>
                      <a:pt x="2600" y="1762"/>
                    </a:lnTo>
                    <a:lnTo>
                      <a:pt x="2600" y="1762"/>
                    </a:lnTo>
                    <a:lnTo>
                      <a:pt x="2684" y="1762"/>
                    </a:lnTo>
                    <a:lnTo>
                      <a:pt x="2684" y="1762"/>
                    </a:lnTo>
                    <a:lnTo>
                      <a:pt x="2810" y="1762"/>
                    </a:lnTo>
                    <a:lnTo>
                      <a:pt x="2936" y="1720"/>
                    </a:lnTo>
                    <a:lnTo>
                      <a:pt x="3020" y="1636"/>
                    </a:lnTo>
                    <a:lnTo>
                      <a:pt x="3103" y="1552"/>
                    </a:lnTo>
                    <a:lnTo>
                      <a:pt x="3103" y="1552"/>
                    </a:lnTo>
                    <a:lnTo>
                      <a:pt x="3187" y="1426"/>
                    </a:lnTo>
                    <a:lnTo>
                      <a:pt x="3229" y="1300"/>
                    </a:lnTo>
                    <a:lnTo>
                      <a:pt x="3187" y="1175"/>
                    </a:lnTo>
                    <a:lnTo>
                      <a:pt x="3145" y="1049"/>
                    </a:lnTo>
                    <a:lnTo>
                      <a:pt x="3145" y="1049"/>
                    </a:lnTo>
                    <a:lnTo>
                      <a:pt x="2810" y="252"/>
                    </a:lnTo>
                    <a:lnTo>
                      <a:pt x="2810" y="252"/>
                    </a:lnTo>
                    <a:lnTo>
                      <a:pt x="2726" y="168"/>
                    </a:lnTo>
                    <a:lnTo>
                      <a:pt x="2600" y="42"/>
                    </a:lnTo>
                    <a:lnTo>
                      <a:pt x="2474" y="0"/>
                    </a:lnTo>
                    <a:lnTo>
                      <a:pt x="2349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44;p17">
                <a:extLst>
                  <a:ext uri="{FF2B5EF4-FFF2-40B4-BE49-F238E27FC236}">
                    <a16:creationId xmlns:a16="http://schemas.microsoft.com/office/drawing/2014/main" id="{F87460DC-D246-A355-40C5-801439C73E67}"/>
                  </a:ext>
                </a:extLst>
              </p:cNvPr>
              <p:cNvSpPr/>
              <p:nvPr/>
            </p:nvSpPr>
            <p:spPr>
              <a:xfrm>
                <a:off x="4081757" y="2261876"/>
                <a:ext cx="78235" cy="26907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85" fill="none" extrusionOk="0">
                    <a:moveTo>
                      <a:pt x="3523" y="0"/>
                    </a:moveTo>
                    <a:lnTo>
                      <a:pt x="3523" y="0"/>
                    </a:lnTo>
                    <a:lnTo>
                      <a:pt x="3481" y="0"/>
                    </a:lnTo>
                    <a:lnTo>
                      <a:pt x="462" y="378"/>
                    </a:lnTo>
                    <a:lnTo>
                      <a:pt x="462" y="378"/>
                    </a:lnTo>
                    <a:lnTo>
                      <a:pt x="252" y="420"/>
                    </a:lnTo>
                    <a:lnTo>
                      <a:pt x="85" y="546"/>
                    </a:lnTo>
                    <a:lnTo>
                      <a:pt x="1" y="713"/>
                    </a:lnTo>
                    <a:lnTo>
                      <a:pt x="1" y="923"/>
                    </a:lnTo>
                    <a:lnTo>
                      <a:pt x="1" y="923"/>
                    </a:lnTo>
                    <a:lnTo>
                      <a:pt x="43" y="1091"/>
                    </a:lnTo>
                    <a:lnTo>
                      <a:pt x="168" y="1258"/>
                    </a:lnTo>
                    <a:lnTo>
                      <a:pt x="336" y="1342"/>
                    </a:lnTo>
                    <a:lnTo>
                      <a:pt x="504" y="1384"/>
                    </a:lnTo>
                    <a:lnTo>
                      <a:pt x="504" y="1384"/>
                    </a:lnTo>
                    <a:lnTo>
                      <a:pt x="546" y="1384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5" y="965"/>
                    </a:lnTo>
                    <a:lnTo>
                      <a:pt x="3943" y="797"/>
                    </a:lnTo>
                    <a:lnTo>
                      <a:pt x="4027" y="629"/>
                    </a:lnTo>
                    <a:lnTo>
                      <a:pt x="4027" y="462"/>
                    </a:lnTo>
                    <a:lnTo>
                      <a:pt x="4027" y="462"/>
                    </a:lnTo>
                    <a:lnTo>
                      <a:pt x="3985" y="252"/>
                    </a:lnTo>
                    <a:lnTo>
                      <a:pt x="3859" y="126"/>
                    </a:lnTo>
                    <a:lnTo>
                      <a:pt x="3691" y="42"/>
                    </a:lnTo>
                    <a:lnTo>
                      <a:pt x="352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45;p17">
                <a:extLst>
                  <a:ext uri="{FF2B5EF4-FFF2-40B4-BE49-F238E27FC236}">
                    <a16:creationId xmlns:a16="http://schemas.microsoft.com/office/drawing/2014/main" id="{1296CB09-61B4-8198-4923-85BFA1812E6B}"/>
                  </a:ext>
                </a:extLst>
              </p:cNvPr>
              <p:cNvSpPr/>
              <p:nvPr/>
            </p:nvSpPr>
            <p:spPr>
              <a:xfrm>
                <a:off x="7153132" y="2250472"/>
                <a:ext cx="78235" cy="29336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510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42" y="252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0" y="629"/>
                    </a:lnTo>
                    <a:lnTo>
                      <a:pt x="84" y="839"/>
                    </a:lnTo>
                    <a:lnTo>
                      <a:pt x="210" y="965"/>
                    </a:lnTo>
                    <a:lnTo>
                      <a:pt x="420" y="1007"/>
                    </a:lnTo>
                    <a:lnTo>
                      <a:pt x="420" y="1007"/>
                    </a:lnTo>
                    <a:lnTo>
                      <a:pt x="3439" y="1510"/>
                    </a:lnTo>
                    <a:lnTo>
                      <a:pt x="3439" y="1510"/>
                    </a:lnTo>
                    <a:lnTo>
                      <a:pt x="3523" y="1510"/>
                    </a:lnTo>
                    <a:lnTo>
                      <a:pt x="3523" y="1510"/>
                    </a:lnTo>
                    <a:lnTo>
                      <a:pt x="3691" y="1468"/>
                    </a:lnTo>
                    <a:lnTo>
                      <a:pt x="3817" y="1384"/>
                    </a:lnTo>
                    <a:lnTo>
                      <a:pt x="3942" y="1258"/>
                    </a:lnTo>
                    <a:lnTo>
                      <a:pt x="4026" y="1091"/>
                    </a:lnTo>
                    <a:lnTo>
                      <a:pt x="4026" y="1091"/>
                    </a:lnTo>
                    <a:lnTo>
                      <a:pt x="3984" y="881"/>
                    </a:lnTo>
                    <a:lnTo>
                      <a:pt x="3942" y="713"/>
                    </a:lnTo>
                    <a:lnTo>
                      <a:pt x="3775" y="587"/>
                    </a:lnTo>
                    <a:lnTo>
                      <a:pt x="3607" y="504"/>
                    </a:lnTo>
                    <a:lnTo>
                      <a:pt x="3607" y="504"/>
                    </a:lnTo>
                    <a:lnTo>
                      <a:pt x="587" y="42"/>
                    </a:lnTo>
                    <a:lnTo>
                      <a:pt x="587" y="42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46;p17">
                <a:extLst>
                  <a:ext uri="{FF2B5EF4-FFF2-40B4-BE49-F238E27FC236}">
                    <a16:creationId xmlns:a16="http://schemas.microsoft.com/office/drawing/2014/main" id="{17104746-923D-857D-D31A-85DD096BB09D}"/>
                  </a:ext>
                </a:extLst>
              </p:cNvPr>
              <p:cNvSpPr/>
              <p:nvPr/>
            </p:nvSpPr>
            <p:spPr>
              <a:xfrm>
                <a:off x="4199076" y="2247208"/>
                <a:ext cx="79050" cy="26907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85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481" y="1"/>
                    </a:lnTo>
                    <a:lnTo>
                      <a:pt x="462" y="378"/>
                    </a:lnTo>
                    <a:lnTo>
                      <a:pt x="462" y="378"/>
                    </a:lnTo>
                    <a:lnTo>
                      <a:pt x="252" y="462"/>
                    </a:lnTo>
                    <a:lnTo>
                      <a:pt x="126" y="588"/>
                    </a:lnTo>
                    <a:lnTo>
                      <a:pt x="42" y="755"/>
                    </a:lnTo>
                    <a:lnTo>
                      <a:pt x="0" y="965"/>
                    </a:lnTo>
                    <a:lnTo>
                      <a:pt x="0" y="965"/>
                    </a:lnTo>
                    <a:lnTo>
                      <a:pt x="84" y="1133"/>
                    </a:lnTo>
                    <a:lnTo>
                      <a:pt x="168" y="1259"/>
                    </a:lnTo>
                    <a:lnTo>
                      <a:pt x="336" y="1384"/>
                    </a:lnTo>
                    <a:lnTo>
                      <a:pt x="504" y="1384"/>
                    </a:lnTo>
                    <a:lnTo>
                      <a:pt x="504" y="1384"/>
                    </a:lnTo>
                    <a:lnTo>
                      <a:pt x="588" y="1384"/>
                    </a:lnTo>
                    <a:lnTo>
                      <a:pt x="3607" y="1049"/>
                    </a:lnTo>
                    <a:lnTo>
                      <a:pt x="3607" y="1049"/>
                    </a:lnTo>
                    <a:lnTo>
                      <a:pt x="3817" y="965"/>
                    </a:lnTo>
                    <a:lnTo>
                      <a:pt x="3942" y="839"/>
                    </a:lnTo>
                    <a:lnTo>
                      <a:pt x="4026" y="672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3984" y="294"/>
                    </a:lnTo>
                    <a:lnTo>
                      <a:pt x="3900" y="126"/>
                    </a:lnTo>
                    <a:lnTo>
                      <a:pt x="3733" y="42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47;p17">
                <a:extLst>
                  <a:ext uri="{FF2B5EF4-FFF2-40B4-BE49-F238E27FC236}">
                    <a16:creationId xmlns:a16="http://schemas.microsoft.com/office/drawing/2014/main" id="{7966E7B4-8B65-B3A9-71F7-1095B3DFD7C0}"/>
                  </a:ext>
                </a:extLst>
              </p:cNvPr>
              <p:cNvSpPr/>
              <p:nvPr/>
            </p:nvSpPr>
            <p:spPr>
              <a:xfrm>
                <a:off x="4317212" y="2233357"/>
                <a:ext cx="78215" cy="26907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1385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481" y="1"/>
                    </a:lnTo>
                    <a:lnTo>
                      <a:pt x="419" y="378"/>
                    </a:lnTo>
                    <a:lnTo>
                      <a:pt x="419" y="378"/>
                    </a:lnTo>
                    <a:lnTo>
                      <a:pt x="252" y="420"/>
                    </a:lnTo>
                    <a:lnTo>
                      <a:pt x="84" y="546"/>
                    </a:lnTo>
                    <a:lnTo>
                      <a:pt x="0" y="714"/>
                    </a:lnTo>
                    <a:lnTo>
                      <a:pt x="0" y="923"/>
                    </a:lnTo>
                    <a:lnTo>
                      <a:pt x="0" y="923"/>
                    </a:lnTo>
                    <a:lnTo>
                      <a:pt x="42" y="1091"/>
                    </a:lnTo>
                    <a:lnTo>
                      <a:pt x="168" y="1259"/>
                    </a:lnTo>
                    <a:lnTo>
                      <a:pt x="294" y="1343"/>
                    </a:lnTo>
                    <a:lnTo>
                      <a:pt x="503" y="1385"/>
                    </a:lnTo>
                    <a:lnTo>
                      <a:pt x="503" y="1385"/>
                    </a:lnTo>
                    <a:lnTo>
                      <a:pt x="545" y="1385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4" y="923"/>
                    </a:lnTo>
                    <a:lnTo>
                      <a:pt x="3942" y="797"/>
                    </a:lnTo>
                    <a:lnTo>
                      <a:pt x="4026" y="630"/>
                    </a:lnTo>
                    <a:lnTo>
                      <a:pt x="4026" y="420"/>
                    </a:lnTo>
                    <a:lnTo>
                      <a:pt x="4026" y="420"/>
                    </a:lnTo>
                    <a:lnTo>
                      <a:pt x="3984" y="252"/>
                    </a:lnTo>
                    <a:lnTo>
                      <a:pt x="3858" y="126"/>
                    </a:lnTo>
                    <a:lnTo>
                      <a:pt x="3690" y="43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48;p17">
                <a:extLst>
                  <a:ext uri="{FF2B5EF4-FFF2-40B4-BE49-F238E27FC236}">
                    <a16:creationId xmlns:a16="http://schemas.microsoft.com/office/drawing/2014/main" id="{70EE9A87-EB98-7C58-E13D-746CA03CC16B}"/>
                  </a:ext>
                </a:extLst>
              </p:cNvPr>
              <p:cNvSpPr/>
              <p:nvPr/>
            </p:nvSpPr>
            <p:spPr>
              <a:xfrm>
                <a:off x="7035812" y="2232541"/>
                <a:ext cx="78235" cy="28539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469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3"/>
                    </a:lnTo>
                    <a:lnTo>
                      <a:pt x="168" y="126"/>
                    </a:lnTo>
                    <a:lnTo>
                      <a:pt x="43" y="294"/>
                    </a:lnTo>
                    <a:lnTo>
                      <a:pt x="1" y="462"/>
                    </a:lnTo>
                    <a:lnTo>
                      <a:pt x="1" y="462"/>
                    </a:lnTo>
                    <a:lnTo>
                      <a:pt x="1" y="672"/>
                    </a:lnTo>
                    <a:lnTo>
                      <a:pt x="85" y="839"/>
                    </a:lnTo>
                    <a:lnTo>
                      <a:pt x="252" y="965"/>
                    </a:lnTo>
                    <a:lnTo>
                      <a:pt x="420" y="1049"/>
                    </a:lnTo>
                    <a:lnTo>
                      <a:pt x="420" y="1049"/>
                    </a:lnTo>
                    <a:lnTo>
                      <a:pt x="3439" y="1468"/>
                    </a:lnTo>
                    <a:lnTo>
                      <a:pt x="3439" y="1468"/>
                    </a:lnTo>
                    <a:lnTo>
                      <a:pt x="3523" y="1468"/>
                    </a:lnTo>
                    <a:lnTo>
                      <a:pt x="3523" y="1468"/>
                    </a:lnTo>
                    <a:lnTo>
                      <a:pt x="3691" y="1468"/>
                    </a:lnTo>
                    <a:lnTo>
                      <a:pt x="3859" y="1385"/>
                    </a:lnTo>
                    <a:lnTo>
                      <a:pt x="3943" y="1217"/>
                    </a:lnTo>
                    <a:lnTo>
                      <a:pt x="4026" y="1049"/>
                    </a:lnTo>
                    <a:lnTo>
                      <a:pt x="4026" y="1049"/>
                    </a:lnTo>
                    <a:lnTo>
                      <a:pt x="4026" y="839"/>
                    </a:lnTo>
                    <a:lnTo>
                      <a:pt x="3943" y="672"/>
                    </a:lnTo>
                    <a:lnTo>
                      <a:pt x="3775" y="546"/>
                    </a:lnTo>
                    <a:lnTo>
                      <a:pt x="3607" y="462"/>
                    </a:lnTo>
                    <a:lnTo>
                      <a:pt x="3607" y="462"/>
                    </a:lnTo>
                    <a:lnTo>
                      <a:pt x="588" y="43"/>
                    </a:lnTo>
                    <a:lnTo>
                      <a:pt x="588" y="43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49;p17">
                <a:extLst>
                  <a:ext uri="{FF2B5EF4-FFF2-40B4-BE49-F238E27FC236}">
                    <a16:creationId xmlns:a16="http://schemas.microsoft.com/office/drawing/2014/main" id="{5591175E-0530-2187-149E-BD8DE4B1F9D0}"/>
                  </a:ext>
                </a:extLst>
              </p:cNvPr>
              <p:cNvSpPr/>
              <p:nvPr/>
            </p:nvSpPr>
            <p:spPr>
              <a:xfrm>
                <a:off x="4434513" y="2219505"/>
                <a:ext cx="79050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43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482" y="1"/>
                    </a:lnTo>
                    <a:lnTo>
                      <a:pt x="3482" y="1"/>
                    </a:lnTo>
                    <a:lnTo>
                      <a:pt x="462" y="336"/>
                    </a:lnTo>
                    <a:lnTo>
                      <a:pt x="462" y="336"/>
                    </a:lnTo>
                    <a:lnTo>
                      <a:pt x="252" y="420"/>
                    </a:lnTo>
                    <a:lnTo>
                      <a:pt x="127" y="546"/>
                    </a:lnTo>
                    <a:lnTo>
                      <a:pt x="43" y="714"/>
                    </a:lnTo>
                    <a:lnTo>
                      <a:pt x="1" y="923"/>
                    </a:lnTo>
                    <a:lnTo>
                      <a:pt x="1" y="923"/>
                    </a:lnTo>
                    <a:lnTo>
                      <a:pt x="85" y="1091"/>
                    </a:lnTo>
                    <a:lnTo>
                      <a:pt x="169" y="1217"/>
                    </a:lnTo>
                    <a:lnTo>
                      <a:pt x="336" y="1343"/>
                    </a:lnTo>
                    <a:lnTo>
                      <a:pt x="504" y="1343"/>
                    </a:lnTo>
                    <a:lnTo>
                      <a:pt x="504" y="1343"/>
                    </a:lnTo>
                    <a:lnTo>
                      <a:pt x="588" y="1343"/>
                    </a:lnTo>
                    <a:lnTo>
                      <a:pt x="588" y="1343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817" y="923"/>
                    </a:lnTo>
                    <a:lnTo>
                      <a:pt x="3943" y="797"/>
                    </a:lnTo>
                    <a:lnTo>
                      <a:pt x="4027" y="630"/>
                    </a:lnTo>
                    <a:lnTo>
                      <a:pt x="4069" y="420"/>
                    </a:lnTo>
                    <a:lnTo>
                      <a:pt x="4069" y="420"/>
                    </a:lnTo>
                    <a:lnTo>
                      <a:pt x="3985" y="252"/>
                    </a:lnTo>
                    <a:lnTo>
                      <a:pt x="3901" y="127"/>
                    </a:lnTo>
                    <a:lnTo>
                      <a:pt x="3733" y="1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50;p17">
                <a:extLst>
                  <a:ext uri="{FF2B5EF4-FFF2-40B4-BE49-F238E27FC236}">
                    <a16:creationId xmlns:a16="http://schemas.microsoft.com/office/drawing/2014/main" id="{0769B9B2-A19A-C974-E0D0-9F57C6C2A76B}"/>
                  </a:ext>
                </a:extLst>
              </p:cNvPr>
              <p:cNvSpPr/>
              <p:nvPr/>
            </p:nvSpPr>
            <p:spPr>
              <a:xfrm>
                <a:off x="6918492" y="2216241"/>
                <a:ext cx="78235" cy="27723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427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3"/>
                    </a:lnTo>
                    <a:lnTo>
                      <a:pt x="169" y="127"/>
                    </a:lnTo>
                    <a:lnTo>
                      <a:pt x="43" y="295"/>
                    </a:lnTo>
                    <a:lnTo>
                      <a:pt x="1" y="462"/>
                    </a:lnTo>
                    <a:lnTo>
                      <a:pt x="1" y="462"/>
                    </a:lnTo>
                    <a:lnTo>
                      <a:pt x="1" y="672"/>
                    </a:lnTo>
                    <a:lnTo>
                      <a:pt x="85" y="840"/>
                    </a:lnTo>
                    <a:lnTo>
                      <a:pt x="253" y="965"/>
                    </a:lnTo>
                    <a:lnTo>
                      <a:pt x="420" y="1007"/>
                    </a:lnTo>
                    <a:lnTo>
                      <a:pt x="420" y="1007"/>
                    </a:lnTo>
                    <a:lnTo>
                      <a:pt x="3440" y="1427"/>
                    </a:lnTo>
                    <a:lnTo>
                      <a:pt x="3440" y="1427"/>
                    </a:lnTo>
                    <a:lnTo>
                      <a:pt x="3523" y="1427"/>
                    </a:lnTo>
                    <a:lnTo>
                      <a:pt x="3523" y="1427"/>
                    </a:lnTo>
                    <a:lnTo>
                      <a:pt x="3691" y="1427"/>
                    </a:lnTo>
                    <a:lnTo>
                      <a:pt x="3859" y="1301"/>
                    </a:lnTo>
                    <a:lnTo>
                      <a:pt x="3985" y="1175"/>
                    </a:lnTo>
                    <a:lnTo>
                      <a:pt x="4027" y="1007"/>
                    </a:lnTo>
                    <a:lnTo>
                      <a:pt x="4027" y="1007"/>
                    </a:lnTo>
                    <a:lnTo>
                      <a:pt x="4027" y="798"/>
                    </a:lnTo>
                    <a:lnTo>
                      <a:pt x="3943" y="630"/>
                    </a:lnTo>
                    <a:lnTo>
                      <a:pt x="3775" y="504"/>
                    </a:lnTo>
                    <a:lnTo>
                      <a:pt x="3607" y="420"/>
                    </a:lnTo>
                    <a:lnTo>
                      <a:pt x="3607" y="420"/>
                    </a:lnTo>
                    <a:lnTo>
                      <a:pt x="546" y="1"/>
                    </a:lnTo>
                    <a:lnTo>
                      <a:pt x="546" y="1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151;p17">
                <a:extLst>
                  <a:ext uri="{FF2B5EF4-FFF2-40B4-BE49-F238E27FC236}">
                    <a16:creationId xmlns:a16="http://schemas.microsoft.com/office/drawing/2014/main" id="{43DA8748-D91A-4C96-4FEF-68DA81408220}"/>
                  </a:ext>
                </a:extLst>
              </p:cNvPr>
              <p:cNvSpPr/>
              <p:nvPr/>
            </p:nvSpPr>
            <p:spPr>
              <a:xfrm>
                <a:off x="1923646" y="2215445"/>
                <a:ext cx="20399" cy="79031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4068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9" y="126"/>
                    </a:lnTo>
                    <a:lnTo>
                      <a:pt x="43" y="294"/>
                    </a:lnTo>
                    <a:lnTo>
                      <a:pt x="1" y="503"/>
                    </a:lnTo>
                    <a:lnTo>
                      <a:pt x="1" y="3565"/>
                    </a:lnTo>
                    <a:lnTo>
                      <a:pt x="1" y="3565"/>
                    </a:lnTo>
                    <a:lnTo>
                      <a:pt x="43" y="3732"/>
                    </a:lnTo>
                    <a:lnTo>
                      <a:pt x="169" y="3900"/>
                    </a:lnTo>
                    <a:lnTo>
                      <a:pt x="336" y="4026"/>
                    </a:lnTo>
                    <a:lnTo>
                      <a:pt x="504" y="4068"/>
                    </a:lnTo>
                    <a:lnTo>
                      <a:pt x="504" y="4068"/>
                    </a:lnTo>
                    <a:lnTo>
                      <a:pt x="714" y="4026"/>
                    </a:lnTo>
                    <a:lnTo>
                      <a:pt x="882" y="3900"/>
                    </a:lnTo>
                    <a:lnTo>
                      <a:pt x="1007" y="3732"/>
                    </a:lnTo>
                    <a:lnTo>
                      <a:pt x="1049" y="3565"/>
                    </a:lnTo>
                    <a:lnTo>
                      <a:pt x="1049" y="503"/>
                    </a:lnTo>
                    <a:lnTo>
                      <a:pt x="1049" y="503"/>
                    </a:lnTo>
                    <a:lnTo>
                      <a:pt x="1007" y="294"/>
                    </a:lnTo>
                    <a:lnTo>
                      <a:pt x="882" y="126"/>
                    </a:lnTo>
                    <a:lnTo>
                      <a:pt x="714" y="42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152;p17">
                <a:extLst>
                  <a:ext uri="{FF2B5EF4-FFF2-40B4-BE49-F238E27FC236}">
                    <a16:creationId xmlns:a16="http://schemas.microsoft.com/office/drawing/2014/main" id="{4257EBF1-77C7-5373-1A95-E0EA0D7A842A}"/>
                  </a:ext>
                </a:extLst>
              </p:cNvPr>
              <p:cNvSpPr/>
              <p:nvPr/>
            </p:nvSpPr>
            <p:spPr>
              <a:xfrm>
                <a:off x="4552649" y="2205654"/>
                <a:ext cx="78235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43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481" y="1"/>
                    </a:lnTo>
                    <a:lnTo>
                      <a:pt x="3481" y="1"/>
                    </a:lnTo>
                    <a:lnTo>
                      <a:pt x="462" y="336"/>
                    </a:lnTo>
                    <a:lnTo>
                      <a:pt x="462" y="336"/>
                    </a:lnTo>
                    <a:lnTo>
                      <a:pt x="252" y="420"/>
                    </a:lnTo>
                    <a:lnTo>
                      <a:pt x="84" y="546"/>
                    </a:lnTo>
                    <a:lnTo>
                      <a:pt x="1" y="714"/>
                    </a:lnTo>
                    <a:lnTo>
                      <a:pt x="1" y="923"/>
                    </a:lnTo>
                    <a:lnTo>
                      <a:pt x="1" y="923"/>
                    </a:lnTo>
                    <a:lnTo>
                      <a:pt x="42" y="1091"/>
                    </a:lnTo>
                    <a:lnTo>
                      <a:pt x="168" y="1217"/>
                    </a:lnTo>
                    <a:lnTo>
                      <a:pt x="336" y="1343"/>
                    </a:lnTo>
                    <a:lnTo>
                      <a:pt x="504" y="1343"/>
                    </a:lnTo>
                    <a:lnTo>
                      <a:pt x="504" y="1343"/>
                    </a:lnTo>
                    <a:lnTo>
                      <a:pt x="546" y="1343"/>
                    </a:lnTo>
                    <a:lnTo>
                      <a:pt x="546" y="1343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5" y="923"/>
                    </a:lnTo>
                    <a:lnTo>
                      <a:pt x="3943" y="798"/>
                    </a:lnTo>
                    <a:lnTo>
                      <a:pt x="4026" y="630"/>
                    </a:lnTo>
                    <a:lnTo>
                      <a:pt x="4026" y="462"/>
                    </a:lnTo>
                    <a:lnTo>
                      <a:pt x="4026" y="462"/>
                    </a:lnTo>
                    <a:lnTo>
                      <a:pt x="3984" y="252"/>
                    </a:lnTo>
                    <a:lnTo>
                      <a:pt x="3859" y="127"/>
                    </a:lnTo>
                    <a:lnTo>
                      <a:pt x="3733" y="43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53;p17">
                <a:extLst>
                  <a:ext uri="{FF2B5EF4-FFF2-40B4-BE49-F238E27FC236}">
                    <a16:creationId xmlns:a16="http://schemas.microsoft.com/office/drawing/2014/main" id="{8B0E0409-BB57-AAA4-C161-07CFA722D053}"/>
                  </a:ext>
                </a:extLst>
              </p:cNvPr>
              <p:cNvSpPr/>
              <p:nvPr/>
            </p:nvSpPr>
            <p:spPr>
              <a:xfrm>
                <a:off x="6800376" y="2201593"/>
                <a:ext cx="79031" cy="26907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385" fill="none" extrusionOk="0">
                    <a:moveTo>
                      <a:pt x="545" y="0"/>
                    </a:moveTo>
                    <a:lnTo>
                      <a:pt x="545" y="0"/>
                    </a:lnTo>
                    <a:lnTo>
                      <a:pt x="336" y="0"/>
                    </a:lnTo>
                    <a:lnTo>
                      <a:pt x="168" y="126"/>
                    </a:lnTo>
                    <a:lnTo>
                      <a:pt x="84" y="252"/>
                    </a:lnTo>
                    <a:lnTo>
                      <a:pt x="0" y="419"/>
                    </a:lnTo>
                    <a:lnTo>
                      <a:pt x="0" y="419"/>
                    </a:lnTo>
                    <a:lnTo>
                      <a:pt x="42" y="629"/>
                    </a:lnTo>
                    <a:lnTo>
                      <a:pt x="126" y="797"/>
                    </a:lnTo>
                    <a:lnTo>
                      <a:pt x="252" y="923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481" y="1384"/>
                    </a:lnTo>
                    <a:lnTo>
                      <a:pt x="3481" y="1384"/>
                    </a:lnTo>
                    <a:lnTo>
                      <a:pt x="3565" y="1384"/>
                    </a:lnTo>
                    <a:lnTo>
                      <a:pt x="3565" y="1384"/>
                    </a:lnTo>
                    <a:lnTo>
                      <a:pt x="3732" y="1342"/>
                    </a:lnTo>
                    <a:lnTo>
                      <a:pt x="3900" y="1258"/>
                    </a:lnTo>
                    <a:lnTo>
                      <a:pt x="3984" y="1132"/>
                    </a:lnTo>
                    <a:lnTo>
                      <a:pt x="4068" y="923"/>
                    </a:lnTo>
                    <a:lnTo>
                      <a:pt x="4068" y="923"/>
                    </a:lnTo>
                    <a:lnTo>
                      <a:pt x="4026" y="755"/>
                    </a:lnTo>
                    <a:lnTo>
                      <a:pt x="3942" y="545"/>
                    </a:lnTo>
                    <a:lnTo>
                      <a:pt x="3816" y="419"/>
                    </a:lnTo>
                    <a:lnTo>
                      <a:pt x="3607" y="378"/>
                    </a:lnTo>
                    <a:lnTo>
                      <a:pt x="3607" y="378"/>
                    </a:lnTo>
                    <a:lnTo>
                      <a:pt x="587" y="0"/>
                    </a:lnTo>
                    <a:lnTo>
                      <a:pt x="587" y="0"/>
                    </a:lnTo>
                    <a:lnTo>
                      <a:pt x="54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54;p17">
                <a:extLst>
                  <a:ext uri="{FF2B5EF4-FFF2-40B4-BE49-F238E27FC236}">
                    <a16:creationId xmlns:a16="http://schemas.microsoft.com/office/drawing/2014/main" id="{40C75D9A-73A1-BC08-443D-7441DCFD0E87}"/>
                  </a:ext>
                </a:extLst>
              </p:cNvPr>
              <p:cNvSpPr/>
              <p:nvPr/>
            </p:nvSpPr>
            <p:spPr>
              <a:xfrm>
                <a:off x="4670784" y="2192618"/>
                <a:ext cx="78235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43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481" y="1"/>
                    </a:lnTo>
                    <a:lnTo>
                      <a:pt x="3481" y="1"/>
                    </a:lnTo>
                    <a:lnTo>
                      <a:pt x="420" y="336"/>
                    </a:lnTo>
                    <a:lnTo>
                      <a:pt x="420" y="336"/>
                    </a:lnTo>
                    <a:lnTo>
                      <a:pt x="252" y="378"/>
                    </a:lnTo>
                    <a:lnTo>
                      <a:pt x="84" y="504"/>
                    </a:lnTo>
                    <a:lnTo>
                      <a:pt x="0" y="672"/>
                    </a:lnTo>
                    <a:lnTo>
                      <a:pt x="0" y="881"/>
                    </a:lnTo>
                    <a:lnTo>
                      <a:pt x="0" y="881"/>
                    </a:lnTo>
                    <a:lnTo>
                      <a:pt x="42" y="1049"/>
                    </a:lnTo>
                    <a:lnTo>
                      <a:pt x="168" y="1217"/>
                    </a:lnTo>
                    <a:lnTo>
                      <a:pt x="294" y="1301"/>
                    </a:lnTo>
                    <a:lnTo>
                      <a:pt x="503" y="1343"/>
                    </a:lnTo>
                    <a:lnTo>
                      <a:pt x="503" y="1343"/>
                    </a:lnTo>
                    <a:lnTo>
                      <a:pt x="545" y="1343"/>
                    </a:lnTo>
                    <a:lnTo>
                      <a:pt x="545" y="1343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4" y="965"/>
                    </a:lnTo>
                    <a:lnTo>
                      <a:pt x="3942" y="840"/>
                    </a:lnTo>
                    <a:lnTo>
                      <a:pt x="4026" y="672"/>
                    </a:lnTo>
                    <a:lnTo>
                      <a:pt x="4026" y="462"/>
                    </a:lnTo>
                    <a:lnTo>
                      <a:pt x="4026" y="462"/>
                    </a:lnTo>
                    <a:lnTo>
                      <a:pt x="3984" y="252"/>
                    </a:lnTo>
                    <a:lnTo>
                      <a:pt x="3858" y="127"/>
                    </a:lnTo>
                    <a:lnTo>
                      <a:pt x="3691" y="43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55;p17">
                <a:extLst>
                  <a:ext uri="{FF2B5EF4-FFF2-40B4-BE49-F238E27FC236}">
                    <a16:creationId xmlns:a16="http://schemas.microsoft.com/office/drawing/2014/main" id="{EB6D3D91-180E-B686-AEC1-A448F257DD89}"/>
                  </a:ext>
                </a:extLst>
              </p:cNvPr>
              <p:cNvSpPr/>
              <p:nvPr/>
            </p:nvSpPr>
            <p:spPr>
              <a:xfrm>
                <a:off x="6683056" y="2187742"/>
                <a:ext cx="78235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43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294" y="0"/>
                    </a:lnTo>
                    <a:lnTo>
                      <a:pt x="126" y="126"/>
                    </a:lnTo>
                    <a:lnTo>
                      <a:pt x="42" y="252"/>
                    </a:lnTo>
                    <a:lnTo>
                      <a:pt x="0" y="420"/>
                    </a:lnTo>
                    <a:lnTo>
                      <a:pt x="0" y="420"/>
                    </a:lnTo>
                    <a:lnTo>
                      <a:pt x="0" y="629"/>
                    </a:lnTo>
                    <a:lnTo>
                      <a:pt x="84" y="797"/>
                    </a:lnTo>
                    <a:lnTo>
                      <a:pt x="252" y="923"/>
                    </a:lnTo>
                    <a:lnTo>
                      <a:pt x="420" y="1007"/>
                    </a:lnTo>
                    <a:lnTo>
                      <a:pt x="420" y="1007"/>
                    </a:lnTo>
                    <a:lnTo>
                      <a:pt x="3481" y="1342"/>
                    </a:lnTo>
                    <a:lnTo>
                      <a:pt x="3481" y="1342"/>
                    </a:lnTo>
                    <a:lnTo>
                      <a:pt x="3523" y="1342"/>
                    </a:lnTo>
                    <a:lnTo>
                      <a:pt x="3523" y="1342"/>
                    </a:lnTo>
                    <a:lnTo>
                      <a:pt x="3691" y="1300"/>
                    </a:lnTo>
                    <a:lnTo>
                      <a:pt x="3859" y="1216"/>
                    </a:lnTo>
                    <a:lnTo>
                      <a:pt x="3984" y="1091"/>
                    </a:lnTo>
                    <a:lnTo>
                      <a:pt x="4026" y="881"/>
                    </a:lnTo>
                    <a:lnTo>
                      <a:pt x="4026" y="881"/>
                    </a:lnTo>
                    <a:lnTo>
                      <a:pt x="4026" y="713"/>
                    </a:lnTo>
                    <a:lnTo>
                      <a:pt x="3942" y="503"/>
                    </a:lnTo>
                    <a:lnTo>
                      <a:pt x="3775" y="378"/>
                    </a:lnTo>
                    <a:lnTo>
                      <a:pt x="3565" y="336"/>
                    </a:lnTo>
                    <a:lnTo>
                      <a:pt x="3565" y="336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56;p17">
                <a:extLst>
                  <a:ext uri="{FF2B5EF4-FFF2-40B4-BE49-F238E27FC236}">
                    <a16:creationId xmlns:a16="http://schemas.microsoft.com/office/drawing/2014/main" id="{ECC9F21B-F67E-917C-3A0E-2D471CAD53D3}"/>
                  </a:ext>
                </a:extLst>
              </p:cNvPr>
              <p:cNvSpPr/>
              <p:nvPr/>
            </p:nvSpPr>
            <p:spPr>
              <a:xfrm>
                <a:off x="4788901" y="2180399"/>
                <a:ext cx="78235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43" fill="none" extrusionOk="0">
                    <a:moveTo>
                      <a:pt x="3524" y="1"/>
                    </a:moveTo>
                    <a:lnTo>
                      <a:pt x="3524" y="1"/>
                    </a:lnTo>
                    <a:lnTo>
                      <a:pt x="3482" y="1"/>
                    </a:lnTo>
                    <a:lnTo>
                      <a:pt x="3482" y="1"/>
                    </a:lnTo>
                    <a:lnTo>
                      <a:pt x="420" y="294"/>
                    </a:lnTo>
                    <a:lnTo>
                      <a:pt x="420" y="294"/>
                    </a:lnTo>
                    <a:lnTo>
                      <a:pt x="253" y="378"/>
                    </a:lnTo>
                    <a:lnTo>
                      <a:pt x="85" y="504"/>
                    </a:lnTo>
                    <a:lnTo>
                      <a:pt x="1" y="672"/>
                    </a:lnTo>
                    <a:lnTo>
                      <a:pt x="1" y="881"/>
                    </a:lnTo>
                    <a:lnTo>
                      <a:pt x="1" y="881"/>
                    </a:lnTo>
                    <a:lnTo>
                      <a:pt x="43" y="1049"/>
                    </a:lnTo>
                    <a:lnTo>
                      <a:pt x="169" y="1175"/>
                    </a:lnTo>
                    <a:lnTo>
                      <a:pt x="294" y="1301"/>
                    </a:lnTo>
                    <a:lnTo>
                      <a:pt x="504" y="1343"/>
                    </a:lnTo>
                    <a:lnTo>
                      <a:pt x="504" y="1343"/>
                    </a:lnTo>
                    <a:lnTo>
                      <a:pt x="546" y="1343"/>
                    </a:lnTo>
                    <a:lnTo>
                      <a:pt x="546" y="1343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01" y="840"/>
                    </a:lnTo>
                    <a:lnTo>
                      <a:pt x="4027" y="672"/>
                    </a:lnTo>
                    <a:lnTo>
                      <a:pt x="4027" y="462"/>
                    </a:lnTo>
                    <a:lnTo>
                      <a:pt x="4027" y="462"/>
                    </a:lnTo>
                    <a:lnTo>
                      <a:pt x="3985" y="294"/>
                    </a:lnTo>
                    <a:lnTo>
                      <a:pt x="3859" y="127"/>
                    </a:lnTo>
                    <a:lnTo>
                      <a:pt x="3733" y="43"/>
                    </a:lnTo>
                    <a:lnTo>
                      <a:pt x="352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57;p17">
                <a:extLst>
                  <a:ext uri="{FF2B5EF4-FFF2-40B4-BE49-F238E27FC236}">
                    <a16:creationId xmlns:a16="http://schemas.microsoft.com/office/drawing/2014/main" id="{5AA52DF1-4414-1502-20A3-F1AE7BA49260}"/>
                  </a:ext>
                </a:extLst>
              </p:cNvPr>
              <p:cNvSpPr/>
              <p:nvPr/>
            </p:nvSpPr>
            <p:spPr>
              <a:xfrm>
                <a:off x="6564920" y="2175522"/>
                <a:ext cx="78235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01" fill="none" extrusionOk="0">
                    <a:moveTo>
                      <a:pt x="462" y="0"/>
                    </a:moveTo>
                    <a:lnTo>
                      <a:pt x="462" y="0"/>
                    </a:lnTo>
                    <a:lnTo>
                      <a:pt x="294" y="0"/>
                    </a:lnTo>
                    <a:lnTo>
                      <a:pt x="127" y="126"/>
                    </a:lnTo>
                    <a:lnTo>
                      <a:pt x="43" y="252"/>
                    </a:lnTo>
                    <a:lnTo>
                      <a:pt x="1" y="420"/>
                    </a:lnTo>
                    <a:lnTo>
                      <a:pt x="1" y="420"/>
                    </a:lnTo>
                    <a:lnTo>
                      <a:pt x="1" y="629"/>
                    </a:lnTo>
                    <a:lnTo>
                      <a:pt x="85" y="797"/>
                    </a:lnTo>
                    <a:lnTo>
                      <a:pt x="252" y="923"/>
                    </a:lnTo>
                    <a:lnTo>
                      <a:pt x="420" y="1007"/>
                    </a:lnTo>
                    <a:lnTo>
                      <a:pt x="420" y="1007"/>
                    </a:lnTo>
                    <a:lnTo>
                      <a:pt x="3481" y="1300"/>
                    </a:lnTo>
                    <a:lnTo>
                      <a:pt x="3481" y="1300"/>
                    </a:lnTo>
                    <a:lnTo>
                      <a:pt x="3523" y="1300"/>
                    </a:lnTo>
                    <a:lnTo>
                      <a:pt x="3523" y="1300"/>
                    </a:lnTo>
                    <a:lnTo>
                      <a:pt x="3691" y="1258"/>
                    </a:lnTo>
                    <a:lnTo>
                      <a:pt x="3859" y="1174"/>
                    </a:lnTo>
                    <a:lnTo>
                      <a:pt x="3985" y="1049"/>
                    </a:lnTo>
                    <a:lnTo>
                      <a:pt x="4027" y="839"/>
                    </a:lnTo>
                    <a:lnTo>
                      <a:pt x="4027" y="839"/>
                    </a:lnTo>
                    <a:lnTo>
                      <a:pt x="4027" y="629"/>
                    </a:lnTo>
                    <a:lnTo>
                      <a:pt x="3943" y="461"/>
                    </a:lnTo>
                    <a:lnTo>
                      <a:pt x="3775" y="336"/>
                    </a:lnTo>
                    <a:lnTo>
                      <a:pt x="3565" y="294"/>
                    </a:lnTo>
                    <a:lnTo>
                      <a:pt x="3565" y="294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462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58;p17">
                <a:extLst>
                  <a:ext uri="{FF2B5EF4-FFF2-40B4-BE49-F238E27FC236}">
                    <a16:creationId xmlns:a16="http://schemas.microsoft.com/office/drawing/2014/main" id="{EF95F6BD-82EF-68C1-4ED2-2559623C391E}"/>
                  </a:ext>
                </a:extLst>
              </p:cNvPr>
              <p:cNvSpPr/>
              <p:nvPr/>
            </p:nvSpPr>
            <p:spPr>
              <a:xfrm>
                <a:off x="4906221" y="2169811"/>
                <a:ext cx="79050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59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462" y="252"/>
                    </a:lnTo>
                    <a:lnTo>
                      <a:pt x="462" y="252"/>
                    </a:lnTo>
                    <a:lnTo>
                      <a:pt x="294" y="336"/>
                    </a:lnTo>
                    <a:lnTo>
                      <a:pt x="126" y="462"/>
                    </a:lnTo>
                    <a:lnTo>
                      <a:pt x="43" y="630"/>
                    </a:lnTo>
                    <a:lnTo>
                      <a:pt x="1" y="797"/>
                    </a:lnTo>
                    <a:lnTo>
                      <a:pt x="1" y="797"/>
                    </a:lnTo>
                    <a:lnTo>
                      <a:pt x="85" y="1007"/>
                    </a:lnTo>
                    <a:lnTo>
                      <a:pt x="168" y="1133"/>
                    </a:lnTo>
                    <a:lnTo>
                      <a:pt x="336" y="1259"/>
                    </a:lnTo>
                    <a:lnTo>
                      <a:pt x="504" y="1259"/>
                    </a:lnTo>
                    <a:lnTo>
                      <a:pt x="504" y="1259"/>
                    </a:lnTo>
                    <a:lnTo>
                      <a:pt x="588" y="1259"/>
                    </a:lnTo>
                    <a:lnTo>
                      <a:pt x="588" y="1259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817" y="923"/>
                    </a:lnTo>
                    <a:lnTo>
                      <a:pt x="3943" y="839"/>
                    </a:lnTo>
                    <a:lnTo>
                      <a:pt x="4026" y="630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4026" y="252"/>
                    </a:lnTo>
                    <a:lnTo>
                      <a:pt x="3901" y="126"/>
                    </a:lnTo>
                    <a:lnTo>
                      <a:pt x="3733" y="1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59;p17">
                <a:extLst>
                  <a:ext uri="{FF2B5EF4-FFF2-40B4-BE49-F238E27FC236}">
                    <a16:creationId xmlns:a16="http://schemas.microsoft.com/office/drawing/2014/main" id="{0AFF537F-AA77-C57D-0FE4-DFCC4CD375C1}"/>
                  </a:ext>
                </a:extLst>
              </p:cNvPr>
              <p:cNvSpPr/>
              <p:nvPr/>
            </p:nvSpPr>
            <p:spPr>
              <a:xfrm>
                <a:off x="6445988" y="2164119"/>
                <a:ext cx="79031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301" fill="none" extrusionOk="0">
                    <a:moveTo>
                      <a:pt x="503" y="0"/>
                    </a:moveTo>
                    <a:lnTo>
                      <a:pt x="503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84" y="294"/>
                    </a:lnTo>
                    <a:lnTo>
                      <a:pt x="0" y="461"/>
                    </a:lnTo>
                    <a:lnTo>
                      <a:pt x="0" y="461"/>
                    </a:lnTo>
                    <a:lnTo>
                      <a:pt x="42" y="671"/>
                    </a:lnTo>
                    <a:lnTo>
                      <a:pt x="126" y="839"/>
                    </a:lnTo>
                    <a:lnTo>
                      <a:pt x="294" y="965"/>
                    </a:lnTo>
                    <a:lnTo>
                      <a:pt x="461" y="1007"/>
                    </a:lnTo>
                    <a:lnTo>
                      <a:pt x="461" y="1007"/>
                    </a:lnTo>
                    <a:lnTo>
                      <a:pt x="3523" y="1300"/>
                    </a:lnTo>
                    <a:lnTo>
                      <a:pt x="3523" y="1300"/>
                    </a:lnTo>
                    <a:lnTo>
                      <a:pt x="3565" y="1300"/>
                    </a:lnTo>
                    <a:lnTo>
                      <a:pt x="3565" y="1300"/>
                    </a:lnTo>
                    <a:lnTo>
                      <a:pt x="3732" y="1258"/>
                    </a:lnTo>
                    <a:lnTo>
                      <a:pt x="3900" y="1174"/>
                    </a:lnTo>
                    <a:lnTo>
                      <a:pt x="4026" y="1007"/>
                    </a:lnTo>
                    <a:lnTo>
                      <a:pt x="4068" y="839"/>
                    </a:lnTo>
                    <a:lnTo>
                      <a:pt x="4068" y="839"/>
                    </a:lnTo>
                    <a:lnTo>
                      <a:pt x="4068" y="629"/>
                    </a:lnTo>
                    <a:lnTo>
                      <a:pt x="3942" y="461"/>
                    </a:lnTo>
                    <a:lnTo>
                      <a:pt x="3816" y="336"/>
                    </a:lnTo>
                    <a:lnTo>
                      <a:pt x="3607" y="294"/>
                    </a:lnTo>
                    <a:lnTo>
                      <a:pt x="3607" y="294"/>
                    </a:lnTo>
                    <a:lnTo>
                      <a:pt x="545" y="0"/>
                    </a:lnTo>
                    <a:lnTo>
                      <a:pt x="545" y="0"/>
                    </a:lnTo>
                    <a:lnTo>
                      <a:pt x="50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60;p17">
                <a:extLst>
                  <a:ext uri="{FF2B5EF4-FFF2-40B4-BE49-F238E27FC236}">
                    <a16:creationId xmlns:a16="http://schemas.microsoft.com/office/drawing/2014/main" id="{2B9DDD11-98CA-5894-584C-B27B76B28145}"/>
                  </a:ext>
                </a:extLst>
              </p:cNvPr>
              <p:cNvSpPr/>
              <p:nvPr/>
            </p:nvSpPr>
            <p:spPr>
              <a:xfrm>
                <a:off x="5024356" y="2160039"/>
                <a:ext cx="79050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59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23" y="0"/>
                    </a:lnTo>
                    <a:lnTo>
                      <a:pt x="3523" y="0"/>
                    </a:lnTo>
                    <a:lnTo>
                      <a:pt x="462" y="252"/>
                    </a:lnTo>
                    <a:lnTo>
                      <a:pt x="462" y="252"/>
                    </a:lnTo>
                    <a:lnTo>
                      <a:pt x="294" y="294"/>
                    </a:lnTo>
                    <a:lnTo>
                      <a:pt x="126" y="420"/>
                    </a:lnTo>
                    <a:lnTo>
                      <a:pt x="42" y="588"/>
                    </a:lnTo>
                    <a:lnTo>
                      <a:pt x="0" y="797"/>
                    </a:lnTo>
                    <a:lnTo>
                      <a:pt x="0" y="797"/>
                    </a:lnTo>
                    <a:lnTo>
                      <a:pt x="84" y="965"/>
                    </a:lnTo>
                    <a:lnTo>
                      <a:pt x="168" y="1133"/>
                    </a:lnTo>
                    <a:lnTo>
                      <a:pt x="336" y="1217"/>
                    </a:lnTo>
                    <a:lnTo>
                      <a:pt x="504" y="1258"/>
                    </a:lnTo>
                    <a:lnTo>
                      <a:pt x="546" y="1258"/>
                    </a:lnTo>
                    <a:lnTo>
                      <a:pt x="546" y="1258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5" y="965"/>
                    </a:lnTo>
                    <a:lnTo>
                      <a:pt x="3942" y="839"/>
                    </a:lnTo>
                    <a:lnTo>
                      <a:pt x="4026" y="671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4026" y="252"/>
                    </a:lnTo>
                    <a:lnTo>
                      <a:pt x="3900" y="126"/>
                    </a:lnTo>
                    <a:lnTo>
                      <a:pt x="3733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61;p17">
                <a:extLst>
                  <a:ext uri="{FF2B5EF4-FFF2-40B4-BE49-F238E27FC236}">
                    <a16:creationId xmlns:a16="http://schemas.microsoft.com/office/drawing/2014/main" id="{9A0045BD-1715-C6D7-E3DE-385871EF887C}"/>
                  </a:ext>
                </a:extLst>
              </p:cNvPr>
              <p:cNvSpPr/>
              <p:nvPr/>
            </p:nvSpPr>
            <p:spPr>
              <a:xfrm>
                <a:off x="7248441" y="2158407"/>
                <a:ext cx="48899" cy="70891"/>
              </a:xfrm>
              <a:custGeom>
                <a:avLst/>
                <a:gdLst/>
                <a:ahLst/>
                <a:cxnLst/>
                <a:rect l="l" t="t" r="r" b="b"/>
                <a:pathLst>
                  <a:path w="2517" h="3649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78" y="1"/>
                    </a:lnTo>
                    <a:lnTo>
                      <a:pt x="252" y="42"/>
                    </a:lnTo>
                    <a:lnTo>
                      <a:pt x="252" y="42"/>
                    </a:lnTo>
                    <a:lnTo>
                      <a:pt x="85" y="210"/>
                    </a:lnTo>
                    <a:lnTo>
                      <a:pt x="43" y="378"/>
                    </a:lnTo>
                    <a:lnTo>
                      <a:pt x="1" y="588"/>
                    </a:lnTo>
                    <a:lnTo>
                      <a:pt x="85" y="755"/>
                    </a:lnTo>
                    <a:lnTo>
                      <a:pt x="85" y="755"/>
                    </a:lnTo>
                    <a:lnTo>
                      <a:pt x="840" y="2055"/>
                    </a:lnTo>
                    <a:lnTo>
                      <a:pt x="1594" y="3397"/>
                    </a:lnTo>
                    <a:lnTo>
                      <a:pt x="1594" y="3397"/>
                    </a:lnTo>
                    <a:lnTo>
                      <a:pt x="1636" y="3523"/>
                    </a:lnTo>
                    <a:lnTo>
                      <a:pt x="1762" y="3607"/>
                    </a:lnTo>
                    <a:lnTo>
                      <a:pt x="1888" y="3649"/>
                    </a:lnTo>
                    <a:lnTo>
                      <a:pt x="2014" y="3649"/>
                    </a:lnTo>
                    <a:lnTo>
                      <a:pt x="2014" y="3649"/>
                    </a:lnTo>
                    <a:lnTo>
                      <a:pt x="2140" y="3649"/>
                    </a:lnTo>
                    <a:lnTo>
                      <a:pt x="2265" y="3607"/>
                    </a:lnTo>
                    <a:lnTo>
                      <a:pt x="2265" y="3607"/>
                    </a:lnTo>
                    <a:lnTo>
                      <a:pt x="2433" y="3481"/>
                    </a:lnTo>
                    <a:lnTo>
                      <a:pt x="2517" y="3313"/>
                    </a:lnTo>
                    <a:lnTo>
                      <a:pt x="2517" y="3104"/>
                    </a:lnTo>
                    <a:lnTo>
                      <a:pt x="2475" y="2894"/>
                    </a:lnTo>
                    <a:lnTo>
                      <a:pt x="2475" y="2894"/>
                    </a:lnTo>
                    <a:lnTo>
                      <a:pt x="1720" y="1552"/>
                    </a:lnTo>
                    <a:lnTo>
                      <a:pt x="965" y="252"/>
                    </a:lnTo>
                    <a:lnTo>
                      <a:pt x="965" y="252"/>
                    </a:lnTo>
                    <a:lnTo>
                      <a:pt x="882" y="126"/>
                    </a:lnTo>
                    <a:lnTo>
                      <a:pt x="756" y="42"/>
                    </a:lnTo>
                    <a:lnTo>
                      <a:pt x="630" y="1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62;p17">
                <a:extLst>
                  <a:ext uri="{FF2B5EF4-FFF2-40B4-BE49-F238E27FC236}">
                    <a16:creationId xmlns:a16="http://schemas.microsoft.com/office/drawing/2014/main" id="{FFEF81B0-C0F9-AF95-CF9F-2623D572DDD5}"/>
                  </a:ext>
                </a:extLst>
              </p:cNvPr>
              <p:cNvSpPr/>
              <p:nvPr/>
            </p:nvSpPr>
            <p:spPr>
              <a:xfrm>
                <a:off x="6327852" y="2155143"/>
                <a:ext cx="79050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59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3"/>
                    </a:lnTo>
                    <a:lnTo>
                      <a:pt x="168" y="127"/>
                    </a:lnTo>
                    <a:lnTo>
                      <a:pt x="42" y="294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72"/>
                    </a:lnTo>
                    <a:lnTo>
                      <a:pt x="126" y="840"/>
                    </a:lnTo>
                    <a:lnTo>
                      <a:pt x="294" y="965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523" y="1259"/>
                    </a:lnTo>
                    <a:lnTo>
                      <a:pt x="3565" y="1259"/>
                    </a:lnTo>
                    <a:lnTo>
                      <a:pt x="3565" y="1259"/>
                    </a:lnTo>
                    <a:lnTo>
                      <a:pt x="3733" y="1217"/>
                    </a:lnTo>
                    <a:lnTo>
                      <a:pt x="3901" y="1091"/>
                    </a:lnTo>
                    <a:lnTo>
                      <a:pt x="4026" y="965"/>
                    </a:lnTo>
                    <a:lnTo>
                      <a:pt x="4068" y="756"/>
                    </a:lnTo>
                    <a:lnTo>
                      <a:pt x="4068" y="756"/>
                    </a:lnTo>
                    <a:lnTo>
                      <a:pt x="4026" y="588"/>
                    </a:lnTo>
                    <a:lnTo>
                      <a:pt x="3942" y="420"/>
                    </a:lnTo>
                    <a:lnTo>
                      <a:pt x="3775" y="294"/>
                    </a:lnTo>
                    <a:lnTo>
                      <a:pt x="3607" y="210"/>
                    </a:lnTo>
                    <a:lnTo>
                      <a:pt x="3607" y="210"/>
                    </a:lnTo>
                    <a:lnTo>
                      <a:pt x="546" y="1"/>
                    </a:lnTo>
                    <a:lnTo>
                      <a:pt x="546" y="1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63;p17">
                <a:extLst>
                  <a:ext uri="{FF2B5EF4-FFF2-40B4-BE49-F238E27FC236}">
                    <a16:creationId xmlns:a16="http://schemas.microsoft.com/office/drawing/2014/main" id="{07C0960D-D474-B688-10AD-BAB9ED45E1B8}"/>
                  </a:ext>
                </a:extLst>
              </p:cNvPr>
              <p:cNvSpPr/>
              <p:nvPr/>
            </p:nvSpPr>
            <p:spPr>
              <a:xfrm>
                <a:off x="5142492" y="2151083"/>
                <a:ext cx="79031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259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23" y="42"/>
                    </a:lnTo>
                    <a:lnTo>
                      <a:pt x="3523" y="42"/>
                    </a:lnTo>
                    <a:lnTo>
                      <a:pt x="503" y="210"/>
                    </a:lnTo>
                    <a:lnTo>
                      <a:pt x="503" y="210"/>
                    </a:lnTo>
                    <a:lnTo>
                      <a:pt x="294" y="294"/>
                    </a:lnTo>
                    <a:lnTo>
                      <a:pt x="126" y="419"/>
                    </a:lnTo>
                    <a:lnTo>
                      <a:pt x="42" y="587"/>
                    </a:lnTo>
                    <a:lnTo>
                      <a:pt x="0" y="755"/>
                    </a:lnTo>
                    <a:lnTo>
                      <a:pt x="0" y="755"/>
                    </a:lnTo>
                    <a:lnTo>
                      <a:pt x="84" y="965"/>
                    </a:lnTo>
                    <a:lnTo>
                      <a:pt x="168" y="1090"/>
                    </a:lnTo>
                    <a:lnTo>
                      <a:pt x="336" y="1216"/>
                    </a:lnTo>
                    <a:lnTo>
                      <a:pt x="503" y="1258"/>
                    </a:lnTo>
                    <a:lnTo>
                      <a:pt x="545" y="1258"/>
                    </a:lnTo>
                    <a:lnTo>
                      <a:pt x="545" y="1258"/>
                    </a:lnTo>
                    <a:lnTo>
                      <a:pt x="3606" y="1049"/>
                    </a:lnTo>
                    <a:lnTo>
                      <a:pt x="3606" y="1049"/>
                    </a:lnTo>
                    <a:lnTo>
                      <a:pt x="3774" y="965"/>
                    </a:lnTo>
                    <a:lnTo>
                      <a:pt x="3942" y="881"/>
                    </a:lnTo>
                    <a:lnTo>
                      <a:pt x="4068" y="713"/>
                    </a:lnTo>
                    <a:lnTo>
                      <a:pt x="4068" y="503"/>
                    </a:lnTo>
                    <a:lnTo>
                      <a:pt x="4068" y="503"/>
                    </a:lnTo>
                    <a:lnTo>
                      <a:pt x="4026" y="294"/>
                    </a:lnTo>
                    <a:lnTo>
                      <a:pt x="3900" y="168"/>
                    </a:lnTo>
                    <a:lnTo>
                      <a:pt x="3774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64;p17">
                <a:extLst>
                  <a:ext uri="{FF2B5EF4-FFF2-40B4-BE49-F238E27FC236}">
                    <a16:creationId xmlns:a16="http://schemas.microsoft.com/office/drawing/2014/main" id="{DFF819AC-6906-CFFA-AECF-739215E26892}"/>
                  </a:ext>
                </a:extLst>
              </p:cNvPr>
              <p:cNvSpPr/>
              <p:nvPr/>
            </p:nvSpPr>
            <p:spPr>
              <a:xfrm>
                <a:off x="6209716" y="2147819"/>
                <a:ext cx="79050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75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294" y="0"/>
                    </a:lnTo>
                    <a:lnTo>
                      <a:pt x="127" y="126"/>
                    </a:lnTo>
                    <a:lnTo>
                      <a:pt x="43" y="252"/>
                    </a:lnTo>
                    <a:lnTo>
                      <a:pt x="1" y="462"/>
                    </a:lnTo>
                    <a:lnTo>
                      <a:pt x="1" y="462"/>
                    </a:lnTo>
                    <a:lnTo>
                      <a:pt x="1" y="671"/>
                    </a:lnTo>
                    <a:lnTo>
                      <a:pt x="127" y="839"/>
                    </a:lnTo>
                    <a:lnTo>
                      <a:pt x="252" y="965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523" y="1175"/>
                    </a:lnTo>
                    <a:lnTo>
                      <a:pt x="3523" y="1175"/>
                    </a:lnTo>
                    <a:lnTo>
                      <a:pt x="3523" y="1175"/>
                    </a:lnTo>
                    <a:lnTo>
                      <a:pt x="3733" y="1133"/>
                    </a:lnTo>
                    <a:lnTo>
                      <a:pt x="3901" y="1049"/>
                    </a:lnTo>
                    <a:lnTo>
                      <a:pt x="3985" y="881"/>
                    </a:lnTo>
                    <a:lnTo>
                      <a:pt x="4069" y="713"/>
                    </a:lnTo>
                    <a:lnTo>
                      <a:pt x="4069" y="713"/>
                    </a:lnTo>
                    <a:lnTo>
                      <a:pt x="4027" y="504"/>
                    </a:lnTo>
                    <a:lnTo>
                      <a:pt x="3943" y="336"/>
                    </a:lnTo>
                    <a:lnTo>
                      <a:pt x="3775" y="210"/>
                    </a:lnTo>
                    <a:lnTo>
                      <a:pt x="3565" y="168"/>
                    </a:lnTo>
                    <a:lnTo>
                      <a:pt x="3565" y="168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65;p17">
                <a:extLst>
                  <a:ext uri="{FF2B5EF4-FFF2-40B4-BE49-F238E27FC236}">
                    <a16:creationId xmlns:a16="http://schemas.microsoft.com/office/drawing/2014/main" id="{F5A59EFD-8CEB-1CFC-7FB4-A3DCD9226970}"/>
                  </a:ext>
                </a:extLst>
              </p:cNvPr>
              <p:cNvSpPr/>
              <p:nvPr/>
            </p:nvSpPr>
            <p:spPr>
              <a:xfrm>
                <a:off x="5261424" y="2144556"/>
                <a:ext cx="78235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175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462" y="168"/>
                    </a:lnTo>
                    <a:lnTo>
                      <a:pt x="462" y="168"/>
                    </a:lnTo>
                    <a:lnTo>
                      <a:pt x="252" y="210"/>
                    </a:lnTo>
                    <a:lnTo>
                      <a:pt x="126" y="336"/>
                    </a:lnTo>
                    <a:lnTo>
                      <a:pt x="1" y="504"/>
                    </a:lnTo>
                    <a:lnTo>
                      <a:pt x="1" y="714"/>
                    </a:lnTo>
                    <a:lnTo>
                      <a:pt x="1" y="714"/>
                    </a:lnTo>
                    <a:lnTo>
                      <a:pt x="43" y="881"/>
                    </a:lnTo>
                    <a:lnTo>
                      <a:pt x="126" y="1049"/>
                    </a:lnTo>
                    <a:lnTo>
                      <a:pt x="294" y="1133"/>
                    </a:lnTo>
                    <a:lnTo>
                      <a:pt x="504" y="1175"/>
                    </a:lnTo>
                    <a:lnTo>
                      <a:pt x="504" y="1175"/>
                    </a:lnTo>
                    <a:lnTo>
                      <a:pt x="504" y="1175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01" y="839"/>
                    </a:lnTo>
                    <a:lnTo>
                      <a:pt x="4026" y="672"/>
                    </a:lnTo>
                    <a:lnTo>
                      <a:pt x="4026" y="504"/>
                    </a:lnTo>
                    <a:lnTo>
                      <a:pt x="4026" y="504"/>
                    </a:lnTo>
                    <a:lnTo>
                      <a:pt x="3985" y="294"/>
                    </a:lnTo>
                    <a:lnTo>
                      <a:pt x="3901" y="126"/>
                    </a:lnTo>
                    <a:lnTo>
                      <a:pt x="3733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166;p17">
                <a:extLst>
                  <a:ext uri="{FF2B5EF4-FFF2-40B4-BE49-F238E27FC236}">
                    <a16:creationId xmlns:a16="http://schemas.microsoft.com/office/drawing/2014/main" id="{831A560F-98D8-B00C-9BDD-2A76692F71ED}"/>
                  </a:ext>
                </a:extLst>
              </p:cNvPr>
              <p:cNvSpPr/>
              <p:nvPr/>
            </p:nvSpPr>
            <p:spPr>
              <a:xfrm>
                <a:off x="6090784" y="2141292"/>
                <a:ext cx="79031" cy="22847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176" fill="none" extrusionOk="0">
                    <a:moveTo>
                      <a:pt x="503" y="1"/>
                    </a:moveTo>
                    <a:lnTo>
                      <a:pt x="503" y="1"/>
                    </a:lnTo>
                    <a:lnTo>
                      <a:pt x="336" y="43"/>
                    </a:lnTo>
                    <a:lnTo>
                      <a:pt x="168" y="169"/>
                    </a:lnTo>
                    <a:lnTo>
                      <a:pt x="42" y="294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42" y="714"/>
                    </a:lnTo>
                    <a:lnTo>
                      <a:pt x="126" y="840"/>
                    </a:lnTo>
                    <a:lnTo>
                      <a:pt x="294" y="965"/>
                    </a:lnTo>
                    <a:lnTo>
                      <a:pt x="503" y="1007"/>
                    </a:lnTo>
                    <a:lnTo>
                      <a:pt x="503" y="1007"/>
                    </a:lnTo>
                    <a:lnTo>
                      <a:pt x="3523" y="1175"/>
                    </a:lnTo>
                    <a:lnTo>
                      <a:pt x="3565" y="1175"/>
                    </a:lnTo>
                    <a:lnTo>
                      <a:pt x="3565" y="1175"/>
                    </a:lnTo>
                    <a:lnTo>
                      <a:pt x="3774" y="1133"/>
                    </a:lnTo>
                    <a:lnTo>
                      <a:pt x="3900" y="1049"/>
                    </a:lnTo>
                    <a:lnTo>
                      <a:pt x="4026" y="882"/>
                    </a:lnTo>
                    <a:lnTo>
                      <a:pt x="4068" y="672"/>
                    </a:lnTo>
                    <a:lnTo>
                      <a:pt x="4068" y="672"/>
                    </a:lnTo>
                    <a:lnTo>
                      <a:pt x="4026" y="504"/>
                    </a:lnTo>
                    <a:lnTo>
                      <a:pt x="3942" y="336"/>
                    </a:lnTo>
                    <a:lnTo>
                      <a:pt x="3774" y="211"/>
                    </a:lnTo>
                    <a:lnTo>
                      <a:pt x="3607" y="169"/>
                    </a:lnTo>
                    <a:lnTo>
                      <a:pt x="3607" y="169"/>
                    </a:lnTo>
                    <a:lnTo>
                      <a:pt x="545" y="1"/>
                    </a:lnTo>
                    <a:lnTo>
                      <a:pt x="545" y="1"/>
                    </a:lnTo>
                    <a:lnTo>
                      <a:pt x="50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67;p17">
                <a:extLst>
                  <a:ext uri="{FF2B5EF4-FFF2-40B4-BE49-F238E27FC236}">
                    <a16:creationId xmlns:a16="http://schemas.microsoft.com/office/drawing/2014/main" id="{058A1A28-6E7D-BAB4-17C8-D3CCDF60C9FE}"/>
                  </a:ext>
                </a:extLst>
              </p:cNvPr>
              <p:cNvSpPr/>
              <p:nvPr/>
            </p:nvSpPr>
            <p:spPr>
              <a:xfrm>
                <a:off x="5379560" y="2139679"/>
                <a:ext cx="79050" cy="2201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33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23" y="0"/>
                    </a:lnTo>
                    <a:lnTo>
                      <a:pt x="3523" y="0"/>
                    </a:lnTo>
                    <a:lnTo>
                      <a:pt x="462" y="126"/>
                    </a:lnTo>
                    <a:lnTo>
                      <a:pt x="462" y="126"/>
                    </a:lnTo>
                    <a:lnTo>
                      <a:pt x="294" y="168"/>
                    </a:lnTo>
                    <a:lnTo>
                      <a:pt x="126" y="294"/>
                    </a:lnTo>
                    <a:lnTo>
                      <a:pt x="42" y="461"/>
                    </a:lnTo>
                    <a:lnTo>
                      <a:pt x="0" y="629"/>
                    </a:lnTo>
                    <a:lnTo>
                      <a:pt x="0" y="629"/>
                    </a:lnTo>
                    <a:lnTo>
                      <a:pt x="42" y="839"/>
                    </a:lnTo>
                    <a:lnTo>
                      <a:pt x="168" y="1006"/>
                    </a:lnTo>
                    <a:lnTo>
                      <a:pt x="294" y="1090"/>
                    </a:lnTo>
                    <a:lnTo>
                      <a:pt x="504" y="1132"/>
                    </a:lnTo>
                    <a:lnTo>
                      <a:pt x="545" y="1132"/>
                    </a:lnTo>
                    <a:lnTo>
                      <a:pt x="545" y="1132"/>
                    </a:lnTo>
                    <a:lnTo>
                      <a:pt x="3565" y="1006"/>
                    </a:lnTo>
                    <a:lnTo>
                      <a:pt x="3565" y="1006"/>
                    </a:lnTo>
                    <a:lnTo>
                      <a:pt x="3775" y="965"/>
                    </a:lnTo>
                    <a:lnTo>
                      <a:pt x="3942" y="839"/>
                    </a:lnTo>
                    <a:lnTo>
                      <a:pt x="4026" y="671"/>
                    </a:lnTo>
                    <a:lnTo>
                      <a:pt x="4068" y="461"/>
                    </a:lnTo>
                    <a:lnTo>
                      <a:pt x="4068" y="461"/>
                    </a:lnTo>
                    <a:lnTo>
                      <a:pt x="4026" y="294"/>
                    </a:lnTo>
                    <a:lnTo>
                      <a:pt x="3900" y="126"/>
                    </a:lnTo>
                    <a:lnTo>
                      <a:pt x="3733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68;p17">
                <a:extLst>
                  <a:ext uri="{FF2B5EF4-FFF2-40B4-BE49-F238E27FC236}">
                    <a16:creationId xmlns:a16="http://schemas.microsoft.com/office/drawing/2014/main" id="{41A61B3C-C708-4464-5252-04F92605C847}"/>
                  </a:ext>
                </a:extLst>
              </p:cNvPr>
              <p:cNvSpPr/>
              <p:nvPr/>
            </p:nvSpPr>
            <p:spPr>
              <a:xfrm>
                <a:off x="5971832" y="2137232"/>
                <a:ext cx="79866" cy="22011"/>
              </a:xfrm>
              <a:custGeom>
                <a:avLst/>
                <a:gdLst/>
                <a:ahLst/>
                <a:cxnLst/>
                <a:rect l="l" t="t" r="r" b="b"/>
                <a:pathLst>
                  <a:path w="4111" h="1133" fill="none" extrusionOk="0">
                    <a:moveTo>
                      <a:pt x="546" y="0"/>
                    </a:moveTo>
                    <a:lnTo>
                      <a:pt x="546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84" y="294"/>
                    </a:lnTo>
                    <a:lnTo>
                      <a:pt x="1" y="503"/>
                    </a:lnTo>
                    <a:lnTo>
                      <a:pt x="1" y="503"/>
                    </a:lnTo>
                    <a:lnTo>
                      <a:pt x="43" y="671"/>
                    </a:lnTo>
                    <a:lnTo>
                      <a:pt x="168" y="839"/>
                    </a:lnTo>
                    <a:lnTo>
                      <a:pt x="336" y="965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3565" y="1132"/>
                    </a:lnTo>
                    <a:lnTo>
                      <a:pt x="3565" y="1132"/>
                    </a:lnTo>
                    <a:lnTo>
                      <a:pt x="3565" y="1132"/>
                    </a:lnTo>
                    <a:lnTo>
                      <a:pt x="3775" y="1091"/>
                    </a:lnTo>
                    <a:lnTo>
                      <a:pt x="3943" y="965"/>
                    </a:lnTo>
                    <a:lnTo>
                      <a:pt x="4026" y="797"/>
                    </a:lnTo>
                    <a:lnTo>
                      <a:pt x="4110" y="629"/>
                    </a:lnTo>
                    <a:lnTo>
                      <a:pt x="4110" y="629"/>
                    </a:lnTo>
                    <a:lnTo>
                      <a:pt x="4068" y="420"/>
                    </a:lnTo>
                    <a:lnTo>
                      <a:pt x="3943" y="252"/>
                    </a:lnTo>
                    <a:lnTo>
                      <a:pt x="3817" y="126"/>
                    </a:lnTo>
                    <a:lnTo>
                      <a:pt x="3607" y="84"/>
                    </a:lnTo>
                    <a:lnTo>
                      <a:pt x="3607" y="84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46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69;p17">
                <a:extLst>
                  <a:ext uri="{FF2B5EF4-FFF2-40B4-BE49-F238E27FC236}">
                    <a16:creationId xmlns:a16="http://schemas.microsoft.com/office/drawing/2014/main" id="{CA39F3B3-CC7F-9831-6C08-2778248DC8AD}"/>
                  </a:ext>
                </a:extLst>
              </p:cNvPr>
              <p:cNvSpPr/>
              <p:nvPr/>
            </p:nvSpPr>
            <p:spPr>
              <a:xfrm>
                <a:off x="5497677" y="2135600"/>
                <a:ext cx="79050" cy="2201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33" fill="none" extrusionOk="0">
                    <a:moveTo>
                      <a:pt x="3566" y="0"/>
                    </a:moveTo>
                    <a:lnTo>
                      <a:pt x="3566" y="0"/>
                    </a:lnTo>
                    <a:lnTo>
                      <a:pt x="3566" y="0"/>
                    </a:lnTo>
                    <a:lnTo>
                      <a:pt x="3566" y="0"/>
                    </a:lnTo>
                    <a:lnTo>
                      <a:pt x="504" y="84"/>
                    </a:lnTo>
                    <a:lnTo>
                      <a:pt x="504" y="84"/>
                    </a:lnTo>
                    <a:lnTo>
                      <a:pt x="295" y="126"/>
                    </a:lnTo>
                    <a:lnTo>
                      <a:pt x="169" y="252"/>
                    </a:lnTo>
                    <a:lnTo>
                      <a:pt x="43" y="420"/>
                    </a:lnTo>
                    <a:lnTo>
                      <a:pt x="1" y="629"/>
                    </a:lnTo>
                    <a:lnTo>
                      <a:pt x="1" y="629"/>
                    </a:lnTo>
                    <a:lnTo>
                      <a:pt x="43" y="797"/>
                    </a:lnTo>
                    <a:lnTo>
                      <a:pt x="169" y="965"/>
                    </a:lnTo>
                    <a:lnTo>
                      <a:pt x="336" y="1091"/>
                    </a:lnTo>
                    <a:lnTo>
                      <a:pt x="504" y="1133"/>
                    </a:lnTo>
                    <a:lnTo>
                      <a:pt x="546" y="1133"/>
                    </a:lnTo>
                    <a:lnTo>
                      <a:pt x="546" y="1133"/>
                    </a:lnTo>
                    <a:lnTo>
                      <a:pt x="3566" y="1049"/>
                    </a:lnTo>
                    <a:lnTo>
                      <a:pt x="3566" y="1049"/>
                    </a:lnTo>
                    <a:lnTo>
                      <a:pt x="3775" y="1007"/>
                    </a:lnTo>
                    <a:lnTo>
                      <a:pt x="3943" y="881"/>
                    </a:lnTo>
                    <a:lnTo>
                      <a:pt x="4027" y="713"/>
                    </a:lnTo>
                    <a:lnTo>
                      <a:pt x="4069" y="504"/>
                    </a:lnTo>
                    <a:lnTo>
                      <a:pt x="4069" y="504"/>
                    </a:lnTo>
                    <a:lnTo>
                      <a:pt x="4027" y="336"/>
                    </a:lnTo>
                    <a:lnTo>
                      <a:pt x="3943" y="168"/>
                    </a:lnTo>
                    <a:lnTo>
                      <a:pt x="3775" y="42"/>
                    </a:lnTo>
                    <a:lnTo>
                      <a:pt x="3566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70;p17">
                <a:extLst>
                  <a:ext uri="{FF2B5EF4-FFF2-40B4-BE49-F238E27FC236}">
                    <a16:creationId xmlns:a16="http://schemas.microsoft.com/office/drawing/2014/main" id="{ED98E8C0-2457-F67E-224A-23CF8C92D7E4}"/>
                  </a:ext>
                </a:extLst>
              </p:cNvPr>
              <p:cNvSpPr/>
              <p:nvPr/>
            </p:nvSpPr>
            <p:spPr>
              <a:xfrm>
                <a:off x="5853696" y="2134784"/>
                <a:ext cx="79050" cy="2037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49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294" y="42"/>
                    </a:lnTo>
                    <a:lnTo>
                      <a:pt x="169" y="126"/>
                    </a:lnTo>
                    <a:lnTo>
                      <a:pt x="43" y="294"/>
                    </a:lnTo>
                    <a:lnTo>
                      <a:pt x="1" y="504"/>
                    </a:lnTo>
                    <a:lnTo>
                      <a:pt x="1" y="504"/>
                    </a:lnTo>
                    <a:lnTo>
                      <a:pt x="43" y="671"/>
                    </a:lnTo>
                    <a:lnTo>
                      <a:pt x="127" y="839"/>
                    </a:lnTo>
                    <a:lnTo>
                      <a:pt x="294" y="965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33" y="1007"/>
                    </a:lnTo>
                    <a:lnTo>
                      <a:pt x="3901" y="923"/>
                    </a:lnTo>
                    <a:lnTo>
                      <a:pt x="4027" y="755"/>
                    </a:lnTo>
                    <a:lnTo>
                      <a:pt x="4069" y="546"/>
                    </a:lnTo>
                    <a:lnTo>
                      <a:pt x="4069" y="546"/>
                    </a:lnTo>
                    <a:lnTo>
                      <a:pt x="4027" y="378"/>
                    </a:lnTo>
                    <a:lnTo>
                      <a:pt x="3943" y="210"/>
                    </a:lnTo>
                    <a:lnTo>
                      <a:pt x="3775" y="84"/>
                    </a:lnTo>
                    <a:lnTo>
                      <a:pt x="3565" y="42"/>
                    </a:lnTo>
                    <a:lnTo>
                      <a:pt x="3565" y="4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71;p17">
                <a:extLst>
                  <a:ext uri="{FF2B5EF4-FFF2-40B4-BE49-F238E27FC236}">
                    <a16:creationId xmlns:a16="http://schemas.microsoft.com/office/drawing/2014/main" id="{F880F6D8-2455-972C-B345-5B60E901CF50}"/>
                  </a:ext>
                </a:extLst>
              </p:cNvPr>
              <p:cNvSpPr/>
              <p:nvPr/>
            </p:nvSpPr>
            <p:spPr>
              <a:xfrm>
                <a:off x="5616628" y="2133968"/>
                <a:ext cx="79050" cy="2037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49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65" y="0"/>
                    </a:lnTo>
                    <a:lnTo>
                      <a:pt x="504" y="42"/>
                    </a:lnTo>
                    <a:lnTo>
                      <a:pt x="504" y="42"/>
                    </a:lnTo>
                    <a:lnTo>
                      <a:pt x="294" y="84"/>
                    </a:lnTo>
                    <a:lnTo>
                      <a:pt x="126" y="210"/>
                    </a:lnTo>
                    <a:lnTo>
                      <a:pt x="43" y="378"/>
                    </a:lnTo>
                    <a:lnTo>
                      <a:pt x="1" y="546"/>
                    </a:lnTo>
                    <a:lnTo>
                      <a:pt x="1" y="546"/>
                    </a:lnTo>
                    <a:lnTo>
                      <a:pt x="43" y="755"/>
                    </a:lnTo>
                    <a:lnTo>
                      <a:pt x="126" y="923"/>
                    </a:lnTo>
                    <a:lnTo>
                      <a:pt x="294" y="1007"/>
                    </a:lnTo>
                    <a:lnTo>
                      <a:pt x="504" y="1049"/>
                    </a:lnTo>
                    <a:lnTo>
                      <a:pt x="504" y="1049"/>
                    </a:lnTo>
                    <a:lnTo>
                      <a:pt x="504" y="1049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33" y="965"/>
                    </a:lnTo>
                    <a:lnTo>
                      <a:pt x="3901" y="881"/>
                    </a:lnTo>
                    <a:lnTo>
                      <a:pt x="4026" y="713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294"/>
                    </a:lnTo>
                    <a:lnTo>
                      <a:pt x="3901" y="168"/>
                    </a:lnTo>
                    <a:lnTo>
                      <a:pt x="3733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172;p17">
                <a:extLst>
                  <a:ext uri="{FF2B5EF4-FFF2-40B4-BE49-F238E27FC236}">
                    <a16:creationId xmlns:a16="http://schemas.microsoft.com/office/drawing/2014/main" id="{81D4EFD7-5A90-2FBC-168A-B04D3B7FEF1B}"/>
                  </a:ext>
                </a:extLst>
              </p:cNvPr>
              <p:cNvSpPr/>
              <p:nvPr/>
            </p:nvSpPr>
            <p:spPr>
              <a:xfrm>
                <a:off x="5734764" y="2133968"/>
                <a:ext cx="79050" cy="19563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07" fill="none" extrusionOk="0">
                    <a:moveTo>
                      <a:pt x="839" y="0"/>
                    </a:moveTo>
                    <a:lnTo>
                      <a:pt x="504" y="0"/>
                    </a:lnTo>
                    <a:lnTo>
                      <a:pt x="504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42" y="294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42" y="713"/>
                    </a:lnTo>
                    <a:lnTo>
                      <a:pt x="168" y="839"/>
                    </a:lnTo>
                    <a:lnTo>
                      <a:pt x="336" y="965"/>
                    </a:lnTo>
                    <a:lnTo>
                      <a:pt x="504" y="1007"/>
                    </a:lnTo>
                    <a:lnTo>
                      <a:pt x="839" y="1007"/>
                    </a:lnTo>
                    <a:lnTo>
                      <a:pt x="839" y="1007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42" y="881"/>
                    </a:lnTo>
                    <a:lnTo>
                      <a:pt x="4026" y="713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294"/>
                    </a:lnTo>
                    <a:lnTo>
                      <a:pt x="3942" y="168"/>
                    </a:lnTo>
                    <a:lnTo>
                      <a:pt x="3775" y="42"/>
                    </a:lnTo>
                    <a:lnTo>
                      <a:pt x="3565" y="0"/>
                    </a:lnTo>
                    <a:lnTo>
                      <a:pt x="3565" y="0"/>
                    </a:lnTo>
                    <a:lnTo>
                      <a:pt x="839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173;p17">
                <a:extLst>
                  <a:ext uri="{FF2B5EF4-FFF2-40B4-BE49-F238E27FC236}">
                    <a16:creationId xmlns:a16="http://schemas.microsoft.com/office/drawing/2014/main" id="{A2420701-36E1-F9A3-E508-D93F9C626B73}"/>
                  </a:ext>
                </a:extLst>
              </p:cNvPr>
              <p:cNvSpPr/>
              <p:nvPr/>
            </p:nvSpPr>
            <p:spPr>
              <a:xfrm>
                <a:off x="1923646" y="2096493"/>
                <a:ext cx="20399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4069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9" y="168"/>
                    </a:lnTo>
                    <a:lnTo>
                      <a:pt x="43" y="336"/>
                    </a:lnTo>
                    <a:lnTo>
                      <a:pt x="1" y="504"/>
                    </a:lnTo>
                    <a:lnTo>
                      <a:pt x="1" y="3565"/>
                    </a:lnTo>
                    <a:lnTo>
                      <a:pt x="1" y="3565"/>
                    </a:lnTo>
                    <a:lnTo>
                      <a:pt x="43" y="3775"/>
                    </a:lnTo>
                    <a:lnTo>
                      <a:pt x="169" y="3942"/>
                    </a:lnTo>
                    <a:lnTo>
                      <a:pt x="336" y="4026"/>
                    </a:lnTo>
                    <a:lnTo>
                      <a:pt x="504" y="4068"/>
                    </a:lnTo>
                    <a:lnTo>
                      <a:pt x="504" y="4068"/>
                    </a:lnTo>
                    <a:lnTo>
                      <a:pt x="714" y="4026"/>
                    </a:lnTo>
                    <a:lnTo>
                      <a:pt x="882" y="3942"/>
                    </a:lnTo>
                    <a:lnTo>
                      <a:pt x="1007" y="3775"/>
                    </a:lnTo>
                    <a:lnTo>
                      <a:pt x="1049" y="3565"/>
                    </a:lnTo>
                    <a:lnTo>
                      <a:pt x="1049" y="504"/>
                    </a:lnTo>
                    <a:lnTo>
                      <a:pt x="1049" y="504"/>
                    </a:lnTo>
                    <a:lnTo>
                      <a:pt x="1007" y="336"/>
                    </a:lnTo>
                    <a:lnTo>
                      <a:pt x="882" y="168"/>
                    </a:lnTo>
                    <a:lnTo>
                      <a:pt x="714" y="42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174;p17">
                <a:extLst>
                  <a:ext uri="{FF2B5EF4-FFF2-40B4-BE49-F238E27FC236}">
                    <a16:creationId xmlns:a16="http://schemas.microsoft.com/office/drawing/2014/main" id="{85D505EE-1D06-B452-65AC-D76DA6AB64AF}"/>
                  </a:ext>
                </a:extLst>
              </p:cNvPr>
              <p:cNvSpPr/>
              <p:nvPr/>
            </p:nvSpPr>
            <p:spPr>
              <a:xfrm>
                <a:off x="7184895" y="2058202"/>
                <a:ext cx="52163" cy="69259"/>
              </a:xfrm>
              <a:custGeom>
                <a:avLst/>
                <a:gdLst/>
                <a:ahLst/>
                <a:cxnLst/>
                <a:rect l="l" t="t" r="r" b="b"/>
                <a:pathLst>
                  <a:path w="2685" h="3565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211" y="84"/>
                    </a:lnTo>
                    <a:lnTo>
                      <a:pt x="211" y="84"/>
                    </a:lnTo>
                    <a:lnTo>
                      <a:pt x="85" y="252"/>
                    </a:lnTo>
                    <a:lnTo>
                      <a:pt x="1" y="420"/>
                    </a:lnTo>
                    <a:lnTo>
                      <a:pt x="1" y="630"/>
                    </a:lnTo>
                    <a:lnTo>
                      <a:pt x="85" y="797"/>
                    </a:lnTo>
                    <a:lnTo>
                      <a:pt x="85" y="797"/>
                    </a:lnTo>
                    <a:lnTo>
                      <a:pt x="923" y="2055"/>
                    </a:lnTo>
                    <a:lnTo>
                      <a:pt x="1762" y="3313"/>
                    </a:lnTo>
                    <a:lnTo>
                      <a:pt x="1762" y="3313"/>
                    </a:lnTo>
                    <a:lnTo>
                      <a:pt x="1846" y="3439"/>
                    </a:lnTo>
                    <a:lnTo>
                      <a:pt x="1930" y="3523"/>
                    </a:lnTo>
                    <a:lnTo>
                      <a:pt x="2056" y="3565"/>
                    </a:lnTo>
                    <a:lnTo>
                      <a:pt x="2182" y="3565"/>
                    </a:lnTo>
                    <a:lnTo>
                      <a:pt x="2182" y="3565"/>
                    </a:lnTo>
                    <a:lnTo>
                      <a:pt x="2307" y="3565"/>
                    </a:lnTo>
                    <a:lnTo>
                      <a:pt x="2475" y="3481"/>
                    </a:lnTo>
                    <a:lnTo>
                      <a:pt x="2475" y="3481"/>
                    </a:lnTo>
                    <a:lnTo>
                      <a:pt x="2601" y="3355"/>
                    </a:lnTo>
                    <a:lnTo>
                      <a:pt x="2685" y="3188"/>
                    </a:lnTo>
                    <a:lnTo>
                      <a:pt x="2685" y="2978"/>
                    </a:lnTo>
                    <a:lnTo>
                      <a:pt x="2601" y="2768"/>
                    </a:lnTo>
                    <a:lnTo>
                      <a:pt x="2601" y="2768"/>
                    </a:lnTo>
                    <a:lnTo>
                      <a:pt x="1762" y="1510"/>
                    </a:lnTo>
                    <a:lnTo>
                      <a:pt x="923" y="210"/>
                    </a:lnTo>
                    <a:lnTo>
                      <a:pt x="923" y="210"/>
                    </a:lnTo>
                    <a:lnTo>
                      <a:pt x="840" y="126"/>
                    </a:lnTo>
                    <a:lnTo>
                      <a:pt x="714" y="84"/>
                    </a:lnTo>
                    <a:lnTo>
                      <a:pt x="630" y="42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175;p17">
                <a:extLst>
                  <a:ext uri="{FF2B5EF4-FFF2-40B4-BE49-F238E27FC236}">
                    <a16:creationId xmlns:a16="http://schemas.microsoft.com/office/drawing/2014/main" id="{71A3C896-A476-AE59-CEC2-250EDBE98E55}"/>
                  </a:ext>
                </a:extLst>
              </p:cNvPr>
              <p:cNvSpPr/>
              <p:nvPr/>
            </p:nvSpPr>
            <p:spPr>
              <a:xfrm>
                <a:off x="1923646" y="1978357"/>
                <a:ext cx="20399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4069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3"/>
                    </a:lnTo>
                    <a:lnTo>
                      <a:pt x="169" y="127"/>
                    </a:lnTo>
                    <a:lnTo>
                      <a:pt x="43" y="294"/>
                    </a:lnTo>
                    <a:lnTo>
                      <a:pt x="1" y="504"/>
                    </a:lnTo>
                    <a:lnTo>
                      <a:pt x="1" y="3565"/>
                    </a:lnTo>
                    <a:lnTo>
                      <a:pt x="1" y="3565"/>
                    </a:lnTo>
                    <a:lnTo>
                      <a:pt x="43" y="3733"/>
                    </a:lnTo>
                    <a:lnTo>
                      <a:pt x="169" y="3901"/>
                    </a:lnTo>
                    <a:lnTo>
                      <a:pt x="336" y="4027"/>
                    </a:lnTo>
                    <a:lnTo>
                      <a:pt x="504" y="4069"/>
                    </a:lnTo>
                    <a:lnTo>
                      <a:pt x="504" y="4069"/>
                    </a:lnTo>
                    <a:lnTo>
                      <a:pt x="714" y="4027"/>
                    </a:lnTo>
                    <a:lnTo>
                      <a:pt x="882" y="3901"/>
                    </a:lnTo>
                    <a:lnTo>
                      <a:pt x="1007" y="3733"/>
                    </a:lnTo>
                    <a:lnTo>
                      <a:pt x="1049" y="3565"/>
                    </a:lnTo>
                    <a:lnTo>
                      <a:pt x="1049" y="504"/>
                    </a:lnTo>
                    <a:lnTo>
                      <a:pt x="1049" y="504"/>
                    </a:lnTo>
                    <a:lnTo>
                      <a:pt x="1007" y="294"/>
                    </a:lnTo>
                    <a:lnTo>
                      <a:pt x="882" y="127"/>
                    </a:lnTo>
                    <a:lnTo>
                      <a:pt x="714" y="43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176;p17">
                <a:extLst>
                  <a:ext uri="{FF2B5EF4-FFF2-40B4-BE49-F238E27FC236}">
                    <a16:creationId xmlns:a16="http://schemas.microsoft.com/office/drawing/2014/main" id="{3E34FF5C-280F-EF8B-C9C1-A5AC0E9B06C6}"/>
                  </a:ext>
                </a:extLst>
              </p:cNvPr>
              <p:cNvSpPr/>
              <p:nvPr/>
            </p:nvSpPr>
            <p:spPr>
              <a:xfrm>
                <a:off x="7114025" y="1962893"/>
                <a:ext cx="55427" cy="66811"/>
              </a:xfrm>
              <a:custGeom>
                <a:avLst/>
                <a:gdLst/>
                <a:ahLst/>
                <a:cxnLst/>
                <a:rect l="l" t="t" r="r" b="b"/>
                <a:pathLst>
                  <a:path w="2853" h="3439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168" y="126"/>
                    </a:lnTo>
                    <a:lnTo>
                      <a:pt x="42" y="294"/>
                    </a:lnTo>
                    <a:lnTo>
                      <a:pt x="0" y="461"/>
                    </a:lnTo>
                    <a:lnTo>
                      <a:pt x="0" y="671"/>
                    </a:lnTo>
                    <a:lnTo>
                      <a:pt x="84" y="839"/>
                    </a:lnTo>
                    <a:lnTo>
                      <a:pt x="84" y="839"/>
                    </a:lnTo>
                    <a:lnTo>
                      <a:pt x="1049" y="2013"/>
                    </a:lnTo>
                    <a:lnTo>
                      <a:pt x="1971" y="3229"/>
                    </a:lnTo>
                    <a:lnTo>
                      <a:pt x="1971" y="3229"/>
                    </a:lnTo>
                    <a:lnTo>
                      <a:pt x="2055" y="3355"/>
                    </a:lnTo>
                    <a:lnTo>
                      <a:pt x="2139" y="3397"/>
                    </a:lnTo>
                    <a:lnTo>
                      <a:pt x="2265" y="3439"/>
                    </a:lnTo>
                    <a:lnTo>
                      <a:pt x="2349" y="3439"/>
                    </a:lnTo>
                    <a:lnTo>
                      <a:pt x="2349" y="3439"/>
                    </a:lnTo>
                    <a:lnTo>
                      <a:pt x="2517" y="3439"/>
                    </a:lnTo>
                    <a:lnTo>
                      <a:pt x="2684" y="3355"/>
                    </a:lnTo>
                    <a:lnTo>
                      <a:pt x="2684" y="3355"/>
                    </a:lnTo>
                    <a:lnTo>
                      <a:pt x="2810" y="3187"/>
                    </a:lnTo>
                    <a:lnTo>
                      <a:pt x="2852" y="3019"/>
                    </a:lnTo>
                    <a:lnTo>
                      <a:pt x="2852" y="2810"/>
                    </a:lnTo>
                    <a:lnTo>
                      <a:pt x="2768" y="2642"/>
                    </a:lnTo>
                    <a:lnTo>
                      <a:pt x="2768" y="2642"/>
                    </a:lnTo>
                    <a:lnTo>
                      <a:pt x="1846" y="1426"/>
                    </a:lnTo>
                    <a:lnTo>
                      <a:pt x="881" y="210"/>
                    </a:lnTo>
                    <a:lnTo>
                      <a:pt x="881" y="210"/>
                    </a:lnTo>
                    <a:lnTo>
                      <a:pt x="797" y="126"/>
                    </a:lnTo>
                    <a:lnTo>
                      <a:pt x="713" y="84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177;p17">
                <a:extLst>
                  <a:ext uri="{FF2B5EF4-FFF2-40B4-BE49-F238E27FC236}">
                    <a16:creationId xmlns:a16="http://schemas.microsoft.com/office/drawing/2014/main" id="{99695DE6-5A75-70A8-3DE4-D265C3E7BB63}"/>
                  </a:ext>
                </a:extLst>
              </p:cNvPr>
              <p:cNvSpPr/>
              <p:nvPr/>
            </p:nvSpPr>
            <p:spPr>
              <a:xfrm>
                <a:off x="7036628" y="1873276"/>
                <a:ext cx="59487" cy="63567"/>
              </a:xfrm>
              <a:custGeom>
                <a:avLst/>
                <a:gdLst/>
                <a:ahLst/>
                <a:cxnLst/>
                <a:rect l="l" t="t" r="r" b="b"/>
                <a:pathLst>
                  <a:path w="3062" h="3272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168" y="126"/>
                    </a:lnTo>
                    <a:lnTo>
                      <a:pt x="43" y="294"/>
                    </a:lnTo>
                    <a:lnTo>
                      <a:pt x="1" y="461"/>
                    </a:lnTo>
                    <a:lnTo>
                      <a:pt x="43" y="671"/>
                    </a:lnTo>
                    <a:lnTo>
                      <a:pt x="126" y="839"/>
                    </a:lnTo>
                    <a:lnTo>
                      <a:pt x="126" y="839"/>
                    </a:lnTo>
                    <a:lnTo>
                      <a:pt x="1133" y="1971"/>
                    </a:lnTo>
                    <a:lnTo>
                      <a:pt x="2139" y="3103"/>
                    </a:lnTo>
                    <a:lnTo>
                      <a:pt x="2139" y="3103"/>
                    </a:lnTo>
                    <a:lnTo>
                      <a:pt x="2223" y="3187"/>
                    </a:lnTo>
                    <a:lnTo>
                      <a:pt x="2349" y="3229"/>
                    </a:lnTo>
                    <a:lnTo>
                      <a:pt x="2559" y="3271"/>
                    </a:lnTo>
                    <a:lnTo>
                      <a:pt x="2559" y="3271"/>
                    </a:lnTo>
                    <a:lnTo>
                      <a:pt x="2726" y="3271"/>
                    </a:lnTo>
                    <a:lnTo>
                      <a:pt x="2852" y="3187"/>
                    </a:lnTo>
                    <a:lnTo>
                      <a:pt x="2852" y="3187"/>
                    </a:lnTo>
                    <a:lnTo>
                      <a:pt x="2978" y="3019"/>
                    </a:lnTo>
                    <a:lnTo>
                      <a:pt x="3062" y="2810"/>
                    </a:lnTo>
                    <a:lnTo>
                      <a:pt x="3020" y="2642"/>
                    </a:lnTo>
                    <a:lnTo>
                      <a:pt x="2936" y="2432"/>
                    </a:lnTo>
                    <a:lnTo>
                      <a:pt x="2936" y="2432"/>
                    </a:lnTo>
                    <a:lnTo>
                      <a:pt x="1888" y="1300"/>
                    </a:lnTo>
                    <a:lnTo>
                      <a:pt x="881" y="168"/>
                    </a:lnTo>
                    <a:lnTo>
                      <a:pt x="881" y="168"/>
                    </a:lnTo>
                    <a:lnTo>
                      <a:pt x="713" y="42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178;p17">
                <a:extLst>
                  <a:ext uri="{FF2B5EF4-FFF2-40B4-BE49-F238E27FC236}">
                    <a16:creationId xmlns:a16="http://schemas.microsoft.com/office/drawing/2014/main" id="{16AE9419-7CCB-8AE6-79FE-D9686D8B9B4E}"/>
                  </a:ext>
                </a:extLst>
              </p:cNvPr>
              <p:cNvSpPr/>
              <p:nvPr/>
            </p:nvSpPr>
            <p:spPr>
              <a:xfrm>
                <a:off x="1923646" y="1859424"/>
                <a:ext cx="20399" cy="79031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4068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9" y="168"/>
                    </a:lnTo>
                    <a:lnTo>
                      <a:pt x="43" y="336"/>
                    </a:lnTo>
                    <a:lnTo>
                      <a:pt x="1" y="503"/>
                    </a:lnTo>
                    <a:lnTo>
                      <a:pt x="1" y="3565"/>
                    </a:lnTo>
                    <a:lnTo>
                      <a:pt x="1" y="3565"/>
                    </a:lnTo>
                    <a:lnTo>
                      <a:pt x="43" y="3774"/>
                    </a:lnTo>
                    <a:lnTo>
                      <a:pt x="169" y="3942"/>
                    </a:lnTo>
                    <a:lnTo>
                      <a:pt x="336" y="4026"/>
                    </a:lnTo>
                    <a:lnTo>
                      <a:pt x="504" y="4068"/>
                    </a:lnTo>
                    <a:lnTo>
                      <a:pt x="504" y="4068"/>
                    </a:lnTo>
                    <a:lnTo>
                      <a:pt x="714" y="4026"/>
                    </a:lnTo>
                    <a:lnTo>
                      <a:pt x="882" y="3942"/>
                    </a:lnTo>
                    <a:lnTo>
                      <a:pt x="1007" y="3774"/>
                    </a:lnTo>
                    <a:lnTo>
                      <a:pt x="1049" y="3565"/>
                    </a:lnTo>
                    <a:lnTo>
                      <a:pt x="1049" y="503"/>
                    </a:lnTo>
                    <a:lnTo>
                      <a:pt x="1049" y="503"/>
                    </a:lnTo>
                    <a:lnTo>
                      <a:pt x="1007" y="336"/>
                    </a:lnTo>
                    <a:lnTo>
                      <a:pt x="882" y="168"/>
                    </a:lnTo>
                    <a:lnTo>
                      <a:pt x="714" y="42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179;p17">
                <a:extLst>
                  <a:ext uri="{FF2B5EF4-FFF2-40B4-BE49-F238E27FC236}">
                    <a16:creationId xmlns:a16="http://schemas.microsoft.com/office/drawing/2014/main" id="{C0B9BDEF-B40D-0D0A-DB6E-B6CC9CAAFD86}"/>
                  </a:ext>
                </a:extLst>
              </p:cNvPr>
              <p:cNvSpPr/>
              <p:nvPr/>
            </p:nvSpPr>
            <p:spPr>
              <a:xfrm>
                <a:off x="6951907" y="1790167"/>
                <a:ext cx="63567" cy="60303"/>
              </a:xfrm>
              <a:custGeom>
                <a:avLst/>
                <a:gdLst/>
                <a:ahLst/>
                <a:cxnLst/>
                <a:rect l="l" t="t" r="r" b="b"/>
                <a:pathLst>
                  <a:path w="3272" h="3104" fill="none" extrusionOk="0">
                    <a:moveTo>
                      <a:pt x="503" y="1"/>
                    </a:moveTo>
                    <a:lnTo>
                      <a:pt x="503" y="1"/>
                    </a:lnTo>
                    <a:lnTo>
                      <a:pt x="294" y="43"/>
                    </a:lnTo>
                    <a:lnTo>
                      <a:pt x="126" y="168"/>
                    </a:lnTo>
                    <a:lnTo>
                      <a:pt x="126" y="168"/>
                    </a:lnTo>
                    <a:lnTo>
                      <a:pt x="0" y="378"/>
                    </a:lnTo>
                    <a:lnTo>
                      <a:pt x="0" y="546"/>
                    </a:lnTo>
                    <a:lnTo>
                      <a:pt x="42" y="755"/>
                    </a:lnTo>
                    <a:lnTo>
                      <a:pt x="168" y="881"/>
                    </a:lnTo>
                    <a:lnTo>
                      <a:pt x="1510" y="2097"/>
                    </a:lnTo>
                    <a:lnTo>
                      <a:pt x="1510" y="2097"/>
                    </a:lnTo>
                    <a:lnTo>
                      <a:pt x="2391" y="2936"/>
                    </a:lnTo>
                    <a:lnTo>
                      <a:pt x="2391" y="2936"/>
                    </a:lnTo>
                    <a:lnTo>
                      <a:pt x="2558" y="3062"/>
                    </a:lnTo>
                    <a:lnTo>
                      <a:pt x="2768" y="3104"/>
                    </a:lnTo>
                    <a:lnTo>
                      <a:pt x="2768" y="3104"/>
                    </a:lnTo>
                    <a:lnTo>
                      <a:pt x="2936" y="3062"/>
                    </a:lnTo>
                    <a:lnTo>
                      <a:pt x="3104" y="2936"/>
                    </a:lnTo>
                    <a:lnTo>
                      <a:pt x="3104" y="2936"/>
                    </a:lnTo>
                    <a:lnTo>
                      <a:pt x="3229" y="2768"/>
                    </a:lnTo>
                    <a:lnTo>
                      <a:pt x="3271" y="2559"/>
                    </a:lnTo>
                    <a:lnTo>
                      <a:pt x="3229" y="2391"/>
                    </a:lnTo>
                    <a:lnTo>
                      <a:pt x="3104" y="2223"/>
                    </a:lnTo>
                    <a:lnTo>
                      <a:pt x="3104" y="2223"/>
                    </a:lnTo>
                    <a:lnTo>
                      <a:pt x="2181" y="1343"/>
                    </a:lnTo>
                    <a:lnTo>
                      <a:pt x="839" y="126"/>
                    </a:lnTo>
                    <a:lnTo>
                      <a:pt x="839" y="126"/>
                    </a:lnTo>
                    <a:lnTo>
                      <a:pt x="671" y="43"/>
                    </a:lnTo>
                    <a:lnTo>
                      <a:pt x="50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180;p17">
                <a:extLst>
                  <a:ext uri="{FF2B5EF4-FFF2-40B4-BE49-F238E27FC236}">
                    <a16:creationId xmlns:a16="http://schemas.microsoft.com/office/drawing/2014/main" id="{F4FBBB7F-461A-B427-99B1-1BF7ADD5AD5B}"/>
                  </a:ext>
                </a:extLst>
              </p:cNvPr>
              <p:cNvSpPr/>
              <p:nvPr/>
            </p:nvSpPr>
            <p:spPr>
              <a:xfrm>
                <a:off x="1923646" y="1741288"/>
                <a:ext cx="20399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4069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2"/>
                    </a:lnTo>
                    <a:lnTo>
                      <a:pt x="169" y="126"/>
                    </a:lnTo>
                    <a:lnTo>
                      <a:pt x="43" y="294"/>
                    </a:lnTo>
                    <a:lnTo>
                      <a:pt x="1" y="504"/>
                    </a:lnTo>
                    <a:lnTo>
                      <a:pt x="1" y="3565"/>
                    </a:lnTo>
                    <a:lnTo>
                      <a:pt x="1" y="3565"/>
                    </a:lnTo>
                    <a:lnTo>
                      <a:pt x="43" y="3733"/>
                    </a:lnTo>
                    <a:lnTo>
                      <a:pt x="169" y="3901"/>
                    </a:lnTo>
                    <a:lnTo>
                      <a:pt x="336" y="4026"/>
                    </a:lnTo>
                    <a:lnTo>
                      <a:pt x="504" y="4068"/>
                    </a:lnTo>
                    <a:lnTo>
                      <a:pt x="504" y="4068"/>
                    </a:lnTo>
                    <a:lnTo>
                      <a:pt x="714" y="4026"/>
                    </a:lnTo>
                    <a:lnTo>
                      <a:pt x="882" y="3901"/>
                    </a:lnTo>
                    <a:lnTo>
                      <a:pt x="1007" y="3733"/>
                    </a:lnTo>
                    <a:lnTo>
                      <a:pt x="1049" y="3565"/>
                    </a:lnTo>
                    <a:lnTo>
                      <a:pt x="1049" y="504"/>
                    </a:lnTo>
                    <a:lnTo>
                      <a:pt x="1049" y="504"/>
                    </a:lnTo>
                    <a:lnTo>
                      <a:pt x="1007" y="294"/>
                    </a:lnTo>
                    <a:lnTo>
                      <a:pt x="882" y="126"/>
                    </a:lnTo>
                    <a:lnTo>
                      <a:pt x="714" y="42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181;p17">
                <a:extLst>
                  <a:ext uri="{FF2B5EF4-FFF2-40B4-BE49-F238E27FC236}">
                    <a16:creationId xmlns:a16="http://schemas.microsoft.com/office/drawing/2014/main" id="{46600104-2831-3F2F-056C-3DE1D4478F25}"/>
                  </a:ext>
                </a:extLst>
              </p:cNvPr>
              <p:cNvSpPr/>
              <p:nvPr/>
            </p:nvSpPr>
            <p:spPr>
              <a:xfrm>
                <a:off x="6964126" y="1693226"/>
                <a:ext cx="52163" cy="69259"/>
              </a:xfrm>
              <a:custGeom>
                <a:avLst/>
                <a:gdLst/>
                <a:ahLst/>
                <a:cxnLst/>
                <a:rect l="l" t="t" r="r" b="b"/>
                <a:pathLst>
                  <a:path w="2685" h="3565" fill="none" extrusionOk="0">
                    <a:moveTo>
                      <a:pt x="2181" y="0"/>
                    </a:moveTo>
                    <a:lnTo>
                      <a:pt x="2181" y="0"/>
                    </a:lnTo>
                    <a:lnTo>
                      <a:pt x="2055" y="0"/>
                    </a:lnTo>
                    <a:lnTo>
                      <a:pt x="1971" y="42"/>
                    </a:lnTo>
                    <a:lnTo>
                      <a:pt x="1845" y="126"/>
                    </a:lnTo>
                    <a:lnTo>
                      <a:pt x="1762" y="210"/>
                    </a:lnTo>
                    <a:lnTo>
                      <a:pt x="1762" y="210"/>
                    </a:lnTo>
                    <a:lnTo>
                      <a:pt x="671" y="1845"/>
                    </a:lnTo>
                    <a:lnTo>
                      <a:pt x="210" y="2558"/>
                    </a:lnTo>
                    <a:lnTo>
                      <a:pt x="84" y="2768"/>
                    </a:lnTo>
                    <a:lnTo>
                      <a:pt x="84" y="2768"/>
                    </a:lnTo>
                    <a:lnTo>
                      <a:pt x="0" y="2978"/>
                    </a:lnTo>
                    <a:lnTo>
                      <a:pt x="42" y="3187"/>
                    </a:lnTo>
                    <a:lnTo>
                      <a:pt x="126" y="3355"/>
                    </a:lnTo>
                    <a:lnTo>
                      <a:pt x="252" y="3481"/>
                    </a:lnTo>
                    <a:lnTo>
                      <a:pt x="252" y="3481"/>
                    </a:lnTo>
                    <a:lnTo>
                      <a:pt x="378" y="3523"/>
                    </a:lnTo>
                    <a:lnTo>
                      <a:pt x="504" y="3565"/>
                    </a:lnTo>
                    <a:lnTo>
                      <a:pt x="504" y="3565"/>
                    </a:lnTo>
                    <a:lnTo>
                      <a:pt x="629" y="3565"/>
                    </a:lnTo>
                    <a:lnTo>
                      <a:pt x="755" y="3481"/>
                    </a:lnTo>
                    <a:lnTo>
                      <a:pt x="881" y="3439"/>
                    </a:lnTo>
                    <a:lnTo>
                      <a:pt x="965" y="3313"/>
                    </a:lnTo>
                    <a:lnTo>
                      <a:pt x="1091" y="3104"/>
                    </a:lnTo>
                    <a:lnTo>
                      <a:pt x="1091" y="3104"/>
                    </a:lnTo>
                    <a:lnTo>
                      <a:pt x="1552" y="2391"/>
                    </a:lnTo>
                    <a:lnTo>
                      <a:pt x="2600" y="797"/>
                    </a:lnTo>
                    <a:lnTo>
                      <a:pt x="2600" y="797"/>
                    </a:lnTo>
                    <a:lnTo>
                      <a:pt x="2684" y="587"/>
                    </a:lnTo>
                    <a:lnTo>
                      <a:pt x="2684" y="420"/>
                    </a:lnTo>
                    <a:lnTo>
                      <a:pt x="2642" y="210"/>
                    </a:lnTo>
                    <a:lnTo>
                      <a:pt x="2475" y="84"/>
                    </a:lnTo>
                    <a:lnTo>
                      <a:pt x="2475" y="84"/>
                    </a:lnTo>
                    <a:lnTo>
                      <a:pt x="2349" y="0"/>
                    </a:lnTo>
                    <a:lnTo>
                      <a:pt x="2181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182;p17">
                <a:extLst>
                  <a:ext uri="{FF2B5EF4-FFF2-40B4-BE49-F238E27FC236}">
                    <a16:creationId xmlns:a16="http://schemas.microsoft.com/office/drawing/2014/main" id="{8C4918EF-BE61-8623-C0FE-D3209552CA40}"/>
                  </a:ext>
                </a:extLst>
              </p:cNvPr>
              <p:cNvSpPr/>
              <p:nvPr/>
            </p:nvSpPr>
            <p:spPr>
              <a:xfrm>
                <a:off x="1923646" y="1622336"/>
                <a:ext cx="20399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4069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3"/>
                    </a:lnTo>
                    <a:lnTo>
                      <a:pt x="169" y="169"/>
                    </a:lnTo>
                    <a:lnTo>
                      <a:pt x="43" y="336"/>
                    </a:lnTo>
                    <a:lnTo>
                      <a:pt x="1" y="504"/>
                    </a:lnTo>
                    <a:lnTo>
                      <a:pt x="1" y="3565"/>
                    </a:lnTo>
                    <a:lnTo>
                      <a:pt x="1" y="3565"/>
                    </a:lnTo>
                    <a:lnTo>
                      <a:pt x="43" y="3775"/>
                    </a:lnTo>
                    <a:lnTo>
                      <a:pt x="169" y="3943"/>
                    </a:lnTo>
                    <a:lnTo>
                      <a:pt x="336" y="4027"/>
                    </a:lnTo>
                    <a:lnTo>
                      <a:pt x="504" y="4069"/>
                    </a:lnTo>
                    <a:lnTo>
                      <a:pt x="504" y="4069"/>
                    </a:lnTo>
                    <a:lnTo>
                      <a:pt x="714" y="4027"/>
                    </a:lnTo>
                    <a:lnTo>
                      <a:pt x="882" y="3943"/>
                    </a:lnTo>
                    <a:lnTo>
                      <a:pt x="1007" y="3775"/>
                    </a:lnTo>
                    <a:lnTo>
                      <a:pt x="1049" y="3565"/>
                    </a:lnTo>
                    <a:lnTo>
                      <a:pt x="1049" y="504"/>
                    </a:lnTo>
                    <a:lnTo>
                      <a:pt x="1049" y="504"/>
                    </a:lnTo>
                    <a:lnTo>
                      <a:pt x="1007" y="336"/>
                    </a:lnTo>
                    <a:lnTo>
                      <a:pt x="882" y="169"/>
                    </a:lnTo>
                    <a:lnTo>
                      <a:pt x="714" y="43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183;p17">
                <a:extLst>
                  <a:ext uri="{FF2B5EF4-FFF2-40B4-BE49-F238E27FC236}">
                    <a16:creationId xmlns:a16="http://schemas.microsoft.com/office/drawing/2014/main" id="{BC47FC9E-0753-6FCF-9323-48C2729C2173}"/>
                  </a:ext>
                </a:extLst>
              </p:cNvPr>
              <p:cNvSpPr/>
              <p:nvPr/>
            </p:nvSpPr>
            <p:spPr>
              <a:xfrm>
                <a:off x="7030936" y="1597081"/>
                <a:ext cx="54591" cy="66831"/>
              </a:xfrm>
              <a:custGeom>
                <a:avLst/>
                <a:gdLst/>
                <a:ahLst/>
                <a:cxnLst/>
                <a:rect l="l" t="t" r="r" b="b"/>
                <a:pathLst>
                  <a:path w="2810" h="3440" fill="none" extrusionOk="0">
                    <a:moveTo>
                      <a:pt x="2306" y="1"/>
                    </a:moveTo>
                    <a:lnTo>
                      <a:pt x="2306" y="1"/>
                    </a:lnTo>
                    <a:lnTo>
                      <a:pt x="2223" y="1"/>
                    </a:lnTo>
                    <a:lnTo>
                      <a:pt x="2097" y="43"/>
                    </a:lnTo>
                    <a:lnTo>
                      <a:pt x="2013" y="85"/>
                    </a:lnTo>
                    <a:lnTo>
                      <a:pt x="1929" y="169"/>
                    </a:lnTo>
                    <a:lnTo>
                      <a:pt x="1929" y="169"/>
                    </a:lnTo>
                    <a:lnTo>
                      <a:pt x="84" y="2643"/>
                    </a:lnTo>
                    <a:lnTo>
                      <a:pt x="84" y="2643"/>
                    </a:lnTo>
                    <a:lnTo>
                      <a:pt x="0" y="2853"/>
                    </a:lnTo>
                    <a:lnTo>
                      <a:pt x="0" y="3020"/>
                    </a:lnTo>
                    <a:lnTo>
                      <a:pt x="84" y="3230"/>
                    </a:lnTo>
                    <a:lnTo>
                      <a:pt x="210" y="3356"/>
                    </a:lnTo>
                    <a:lnTo>
                      <a:pt x="210" y="3356"/>
                    </a:lnTo>
                    <a:lnTo>
                      <a:pt x="377" y="3440"/>
                    </a:lnTo>
                    <a:lnTo>
                      <a:pt x="503" y="3440"/>
                    </a:lnTo>
                    <a:lnTo>
                      <a:pt x="503" y="3440"/>
                    </a:lnTo>
                    <a:lnTo>
                      <a:pt x="629" y="3440"/>
                    </a:lnTo>
                    <a:lnTo>
                      <a:pt x="755" y="3398"/>
                    </a:lnTo>
                    <a:lnTo>
                      <a:pt x="839" y="3356"/>
                    </a:lnTo>
                    <a:lnTo>
                      <a:pt x="923" y="3230"/>
                    </a:lnTo>
                    <a:lnTo>
                      <a:pt x="923" y="3230"/>
                    </a:lnTo>
                    <a:lnTo>
                      <a:pt x="2726" y="798"/>
                    </a:lnTo>
                    <a:lnTo>
                      <a:pt x="2726" y="798"/>
                    </a:lnTo>
                    <a:lnTo>
                      <a:pt x="2810" y="630"/>
                    </a:lnTo>
                    <a:lnTo>
                      <a:pt x="2810" y="420"/>
                    </a:lnTo>
                    <a:lnTo>
                      <a:pt x="2768" y="253"/>
                    </a:lnTo>
                    <a:lnTo>
                      <a:pt x="2642" y="85"/>
                    </a:lnTo>
                    <a:lnTo>
                      <a:pt x="2642" y="85"/>
                    </a:lnTo>
                    <a:lnTo>
                      <a:pt x="2474" y="1"/>
                    </a:lnTo>
                    <a:lnTo>
                      <a:pt x="2306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184;p17">
                <a:extLst>
                  <a:ext uri="{FF2B5EF4-FFF2-40B4-BE49-F238E27FC236}">
                    <a16:creationId xmlns:a16="http://schemas.microsoft.com/office/drawing/2014/main" id="{58065DDD-0D06-3EF8-5E40-AED58DE7FA83}"/>
                  </a:ext>
                </a:extLst>
              </p:cNvPr>
              <p:cNvSpPr/>
              <p:nvPr/>
            </p:nvSpPr>
            <p:spPr>
              <a:xfrm>
                <a:off x="1923646" y="1504220"/>
                <a:ext cx="20399" cy="79031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4068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9" y="126"/>
                    </a:lnTo>
                    <a:lnTo>
                      <a:pt x="43" y="294"/>
                    </a:lnTo>
                    <a:lnTo>
                      <a:pt x="1" y="503"/>
                    </a:lnTo>
                    <a:lnTo>
                      <a:pt x="1" y="3565"/>
                    </a:lnTo>
                    <a:lnTo>
                      <a:pt x="1" y="3565"/>
                    </a:lnTo>
                    <a:lnTo>
                      <a:pt x="43" y="3733"/>
                    </a:lnTo>
                    <a:lnTo>
                      <a:pt x="169" y="3900"/>
                    </a:lnTo>
                    <a:lnTo>
                      <a:pt x="336" y="4026"/>
                    </a:lnTo>
                    <a:lnTo>
                      <a:pt x="504" y="4068"/>
                    </a:lnTo>
                    <a:lnTo>
                      <a:pt x="504" y="4068"/>
                    </a:lnTo>
                    <a:lnTo>
                      <a:pt x="714" y="4026"/>
                    </a:lnTo>
                    <a:lnTo>
                      <a:pt x="882" y="3900"/>
                    </a:lnTo>
                    <a:lnTo>
                      <a:pt x="1007" y="3733"/>
                    </a:lnTo>
                    <a:lnTo>
                      <a:pt x="1049" y="3565"/>
                    </a:lnTo>
                    <a:lnTo>
                      <a:pt x="1049" y="503"/>
                    </a:lnTo>
                    <a:lnTo>
                      <a:pt x="1049" y="503"/>
                    </a:lnTo>
                    <a:lnTo>
                      <a:pt x="1007" y="294"/>
                    </a:lnTo>
                    <a:lnTo>
                      <a:pt x="882" y="126"/>
                    </a:lnTo>
                    <a:lnTo>
                      <a:pt x="714" y="42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185;p17">
                <a:extLst>
                  <a:ext uri="{FF2B5EF4-FFF2-40B4-BE49-F238E27FC236}">
                    <a16:creationId xmlns:a16="http://schemas.microsoft.com/office/drawing/2014/main" id="{D31CF115-98B0-4171-ABB2-326DF358732F}"/>
                  </a:ext>
                </a:extLst>
              </p:cNvPr>
              <p:cNvSpPr/>
              <p:nvPr/>
            </p:nvSpPr>
            <p:spPr>
              <a:xfrm>
                <a:off x="7102622" y="1503404"/>
                <a:ext cx="57039" cy="66015"/>
              </a:xfrm>
              <a:custGeom>
                <a:avLst/>
                <a:gdLst/>
                <a:ahLst/>
                <a:cxnLst/>
                <a:rect l="l" t="t" r="r" b="b"/>
                <a:pathLst>
                  <a:path w="2936" h="3398" fill="none" extrusionOk="0">
                    <a:moveTo>
                      <a:pt x="2433" y="0"/>
                    </a:moveTo>
                    <a:lnTo>
                      <a:pt x="2433" y="0"/>
                    </a:lnTo>
                    <a:lnTo>
                      <a:pt x="2223" y="84"/>
                    </a:lnTo>
                    <a:lnTo>
                      <a:pt x="2097" y="126"/>
                    </a:lnTo>
                    <a:lnTo>
                      <a:pt x="2013" y="210"/>
                    </a:lnTo>
                    <a:lnTo>
                      <a:pt x="2013" y="210"/>
                    </a:lnTo>
                    <a:lnTo>
                      <a:pt x="126" y="2600"/>
                    </a:lnTo>
                    <a:lnTo>
                      <a:pt x="126" y="2600"/>
                    </a:lnTo>
                    <a:lnTo>
                      <a:pt x="0" y="2768"/>
                    </a:lnTo>
                    <a:lnTo>
                      <a:pt x="0" y="2978"/>
                    </a:lnTo>
                    <a:lnTo>
                      <a:pt x="42" y="3145"/>
                    </a:lnTo>
                    <a:lnTo>
                      <a:pt x="210" y="3313"/>
                    </a:lnTo>
                    <a:lnTo>
                      <a:pt x="210" y="3313"/>
                    </a:lnTo>
                    <a:lnTo>
                      <a:pt x="336" y="3397"/>
                    </a:lnTo>
                    <a:lnTo>
                      <a:pt x="504" y="3397"/>
                    </a:lnTo>
                    <a:lnTo>
                      <a:pt x="504" y="3397"/>
                    </a:lnTo>
                    <a:lnTo>
                      <a:pt x="713" y="3355"/>
                    </a:lnTo>
                    <a:lnTo>
                      <a:pt x="839" y="3313"/>
                    </a:lnTo>
                    <a:lnTo>
                      <a:pt x="923" y="3229"/>
                    </a:lnTo>
                    <a:lnTo>
                      <a:pt x="923" y="3229"/>
                    </a:lnTo>
                    <a:lnTo>
                      <a:pt x="2810" y="839"/>
                    </a:lnTo>
                    <a:lnTo>
                      <a:pt x="2810" y="839"/>
                    </a:lnTo>
                    <a:lnTo>
                      <a:pt x="2894" y="671"/>
                    </a:lnTo>
                    <a:lnTo>
                      <a:pt x="2936" y="462"/>
                    </a:lnTo>
                    <a:lnTo>
                      <a:pt x="2852" y="294"/>
                    </a:lnTo>
                    <a:lnTo>
                      <a:pt x="2726" y="126"/>
                    </a:lnTo>
                    <a:lnTo>
                      <a:pt x="2726" y="126"/>
                    </a:lnTo>
                    <a:lnTo>
                      <a:pt x="2600" y="42"/>
                    </a:lnTo>
                    <a:lnTo>
                      <a:pt x="243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186;p17">
                <a:extLst>
                  <a:ext uri="{FF2B5EF4-FFF2-40B4-BE49-F238E27FC236}">
                    <a16:creationId xmlns:a16="http://schemas.microsoft.com/office/drawing/2014/main" id="{13AB2E07-FAE2-12B8-7724-8FCD31434BA0}"/>
                  </a:ext>
                </a:extLst>
              </p:cNvPr>
              <p:cNvSpPr/>
              <p:nvPr/>
            </p:nvSpPr>
            <p:spPr>
              <a:xfrm>
                <a:off x="7177571" y="1413787"/>
                <a:ext cx="58671" cy="64383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314" fill="none" extrusionOk="0">
                    <a:moveTo>
                      <a:pt x="2517" y="0"/>
                    </a:moveTo>
                    <a:lnTo>
                      <a:pt x="2517" y="0"/>
                    </a:lnTo>
                    <a:lnTo>
                      <a:pt x="2307" y="42"/>
                    </a:lnTo>
                    <a:lnTo>
                      <a:pt x="2139" y="168"/>
                    </a:lnTo>
                    <a:lnTo>
                      <a:pt x="2139" y="168"/>
                    </a:lnTo>
                    <a:lnTo>
                      <a:pt x="126" y="2475"/>
                    </a:lnTo>
                    <a:lnTo>
                      <a:pt x="126" y="2475"/>
                    </a:lnTo>
                    <a:lnTo>
                      <a:pt x="42" y="2642"/>
                    </a:lnTo>
                    <a:lnTo>
                      <a:pt x="0" y="2852"/>
                    </a:lnTo>
                    <a:lnTo>
                      <a:pt x="84" y="3020"/>
                    </a:lnTo>
                    <a:lnTo>
                      <a:pt x="210" y="3188"/>
                    </a:lnTo>
                    <a:lnTo>
                      <a:pt x="210" y="3188"/>
                    </a:lnTo>
                    <a:lnTo>
                      <a:pt x="336" y="3271"/>
                    </a:lnTo>
                    <a:lnTo>
                      <a:pt x="504" y="3313"/>
                    </a:lnTo>
                    <a:lnTo>
                      <a:pt x="504" y="3313"/>
                    </a:lnTo>
                    <a:lnTo>
                      <a:pt x="713" y="3271"/>
                    </a:lnTo>
                    <a:lnTo>
                      <a:pt x="839" y="3229"/>
                    </a:lnTo>
                    <a:lnTo>
                      <a:pt x="923" y="3146"/>
                    </a:lnTo>
                    <a:lnTo>
                      <a:pt x="923" y="3146"/>
                    </a:lnTo>
                    <a:lnTo>
                      <a:pt x="2894" y="839"/>
                    </a:lnTo>
                    <a:lnTo>
                      <a:pt x="2894" y="839"/>
                    </a:lnTo>
                    <a:lnTo>
                      <a:pt x="3020" y="671"/>
                    </a:lnTo>
                    <a:lnTo>
                      <a:pt x="3020" y="462"/>
                    </a:lnTo>
                    <a:lnTo>
                      <a:pt x="2978" y="294"/>
                    </a:lnTo>
                    <a:lnTo>
                      <a:pt x="2852" y="126"/>
                    </a:lnTo>
                    <a:lnTo>
                      <a:pt x="2852" y="126"/>
                    </a:lnTo>
                    <a:lnTo>
                      <a:pt x="2726" y="42"/>
                    </a:lnTo>
                    <a:lnTo>
                      <a:pt x="2517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187;p17">
                <a:extLst>
                  <a:ext uri="{FF2B5EF4-FFF2-40B4-BE49-F238E27FC236}">
                    <a16:creationId xmlns:a16="http://schemas.microsoft.com/office/drawing/2014/main" id="{F7B0564B-D712-8C2D-2BB1-1963BD4B6386}"/>
                  </a:ext>
                </a:extLst>
              </p:cNvPr>
              <p:cNvSpPr/>
              <p:nvPr/>
            </p:nvSpPr>
            <p:spPr>
              <a:xfrm>
                <a:off x="2788849" y="1408891"/>
                <a:ext cx="79050" cy="19583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08" fill="none" extrusionOk="0">
                    <a:moveTo>
                      <a:pt x="3565" y="1"/>
                    </a:moveTo>
                    <a:lnTo>
                      <a:pt x="3523" y="1"/>
                    </a:lnTo>
                    <a:lnTo>
                      <a:pt x="3523" y="1"/>
                    </a:lnTo>
                    <a:lnTo>
                      <a:pt x="504" y="1"/>
                    </a:lnTo>
                    <a:lnTo>
                      <a:pt x="504" y="1"/>
                    </a:lnTo>
                    <a:lnTo>
                      <a:pt x="294" y="43"/>
                    </a:lnTo>
                    <a:lnTo>
                      <a:pt x="127" y="169"/>
                    </a:lnTo>
                    <a:lnTo>
                      <a:pt x="43" y="294"/>
                    </a:lnTo>
                    <a:lnTo>
                      <a:pt x="1" y="504"/>
                    </a:lnTo>
                    <a:lnTo>
                      <a:pt x="1" y="504"/>
                    </a:lnTo>
                    <a:lnTo>
                      <a:pt x="43" y="714"/>
                    </a:lnTo>
                    <a:lnTo>
                      <a:pt x="127" y="881"/>
                    </a:lnTo>
                    <a:lnTo>
                      <a:pt x="294" y="965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33" y="965"/>
                    </a:lnTo>
                    <a:lnTo>
                      <a:pt x="3901" y="839"/>
                    </a:lnTo>
                    <a:lnTo>
                      <a:pt x="4027" y="714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7" y="294"/>
                    </a:lnTo>
                    <a:lnTo>
                      <a:pt x="3901" y="127"/>
                    </a:lnTo>
                    <a:lnTo>
                      <a:pt x="3733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188;p17">
                <a:extLst>
                  <a:ext uri="{FF2B5EF4-FFF2-40B4-BE49-F238E27FC236}">
                    <a16:creationId xmlns:a16="http://schemas.microsoft.com/office/drawing/2014/main" id="{58BFC506-9D3E-9160-B3B6-B73D96C0BA71}"/>
                  </a:ext>
                </a:extLst>
              </p:cNvPr>
              <p:cNvSpPr/>
              <p:nvPr/>
            </p:nvSpPr>
            <p:spPr>
              <a:xfrm>
                <a:off x="2669916" y="1408075"/>
                <a:ext cx="79031" cy="20399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050" fill="none" extrusionOk="0">
                    <a:moveTo>
                      <a:pt x="503" y="1"/>
                    </a:moveTo>
                    <a:lnTo>
                      <a:pt x="503" y="1"/>
                    </a:lnTo>
                    <a:lnTo>
                      <a:pt x="336" y="43"/>
                    </a:lnTo>
                    <a:lnTo>
                      <a:pt x="168" y="169"/>
                    </a:lnTo>
                    <a:lnTo>
                      <a:pt x="42" y="294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42" y="714"/>
                    </a:lnTo>
                    <a:lnTo>
                      <a:pt x="168" y="881"/>
                    </a:lnTo>
                    <a:lnTo>
                      <a:pt x="294" y="965"/>
                    </a:lnTo>
                    <a:lnTo>
                      <a:pt x="503" y="1007"/>
                    </a:lnTo>
                    <a:lnTo>
                      <a:pt x="503" y="1007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74" y="1007"/>
                    </a:lnTo>
                    <a:lnTo>
                      <a:pt x="3942" y="923"/>
                    </a:lnTo>
                    <a:lnTo>
                      <a:pt x="4026" y="756"/>
                    </a:lnTo>
                    <a:lnTo>
                      <a:pt x="4068" y="546"/>
                    </a:lnTo>
                    <a:lnTo>
                      <a:pt x="4068" y="546"/>
                    </a:lnTo>
                    <a:lnTo>
                      <a:pt x="4026" y="336"/>
                    </a:lnTo>
                    <a:lnTo>
                      <a:pt x="3942" y="169"/>
                    </a:lnTo>
                    <a:lnTo>
                      <a:pt x="3774" y="85"/>
                    </a:lnTo>
                    <a:lnTo>
                      <a:pt x="3565" y="43"/>
                    </a:lnTo>
                    <a:lnTo>
                      <a:pt x="3565" y="43"/>
                    </a:lnTo>
                    <a:lnTo>
                      <a:pt x="50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189;p17">
                <a:extLst>
                  <a:ext uri="{FF2B5EF4-FFF2-40B4-BE49-F238E27FC236}">
                    <a16:creationId xmlns:a16="http://schemas.microsoft.com/office/drawing/2014/main" id="{B0C95435-3D11-994C-C2CB-3AFB48B7A003}"/>
                  </a:ext>
                </a:extLst>
              </p:cNvPr>
              <p:cNvSpPr/>
              <p:nvPr/>
            </p:nvSpPr>
            <p:spPr>
              <a:xfrm>
                <a:off x="2906984" y="1406443"/>
                <a:ext cx="79050" cy="2121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92" fill="none" extrusionOk="0">
                    <a:moveTo>
                      <a:pt x="3607" y="1"/>
                    </a:moveTo>
                    <a:lnTo>
                      <a:pt x="3607" y="1"/>
                    </a:lnTo>
                    <a:lnTo>
                      <a:pt x="3565" y="43"/>
                    </a:lnTo>
                    <a:lnTo>
                      <a:pt x="3565" y="43"/>
                    </a:lnTo>
                    <a:lnTo>
                      <a:pt x="504" y="85"/>
                    </a:lnTo>
                    <a:lnTo>
                      <a:pt x="504" y="85"/>
                    </a:lnTo>
                    <a:lnTo>
                      <a:pt x="336" y="127"/>
                    </a:lnTo>
                    <a:lnTo>
                      <a:pt x="168" y="253"/>
                    </a:lnTo>
                    <a:lnTo>
                      <a:pt x="42" y="378"/>
                    </a:lnTo>
                    <a:lnTo>
                      <a:pt x="0" y="588"/>
                    </a:lnTo>
                    <a:lnTo>
                      <a:pt x="0" y="588"/>
                    </a:lnTo>
                    <a:lnTo>
                      <a:pt x="42" y="798"/>
                    </a:lnTo>
                    <a:lnTo>
                      <a:pt x="168" y="965"/>
                    </a:lnTo>
                    <a:lnTo>
                      <a:pt x="336" y="1049"/>
                    </a:lnTo>
                    <a:lnTo>
                      <a:pt x="504" y="1091"/>
                    </a:lnTo>
                    <a:lnTo>
                      <a:pt x="546" y="1091"/>
                    </a:lnTo>
                    <a:lnTo>
                      <a:pt x="546" y="1091"/>
                    </a:lnTo>
                    <a:lnTo>
                      <a:pt x="3607" y="1049"/>
                    </a:lnTo>
                    <a:lnTo>
                      <a:pt x="3607" y="1049"/>
                    </a:lnTo>
                    <a:lnTo>
                      <a:pt x="3775" y="1007"/>
                    </a:lnTo>
                    <a:lnTo>
                      <a:pt x="3942" y="882"/>
                    </a:lnTo>
                    <a:lnTo>
                      <a:pt x="4068" y="714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68" y="336"/>
                    </a:lnTo>
                    <a:lnTo>
                      <a:pt x="3942" y="169"/>
                    </a:lnTo>
                    <a:lnTo>
                      <a:pt x="3817" y="43"/>
                    </a:lnTo>
                    <a:lnTo>
                      <a:pt x="3607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190;p17">
                <a:extLst>
                  <a:ext uri="{FF2B5EF4-FFF2-40B4-BE49-F238E27FC236}">
                    <a16:creationId xmlns:a16="http://schemas.microsoft.com/office/drawing/2014/main" id="{7A45C433-8903-623B-599F-DCE2C18D418F}"/>
                  </a:ext>
                </a:extLst>
              </p:cNvPr>
              <p:cNvSpPr/>
              <p:nvPr/>
            </p:nvSpPr>
            <p:spPr>
              <a:xfrm>
                <a:off x="2551781" y="1405647"/>
                <a:ext cx="79050" cy="2119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91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294" y="42"/>
                    </a:lnTo>
                    <a:lnTo>
                      <a:pt x="126" y="126"/>
                    </a:lnTo>
                    <a:lnTo>
                      <a:pt x="42" y="294"/>
                    </a:lnTo>
                    <a:lnTo>
                      <a:pt x="0" y="503"/>
                    </a:lnTo>
                    <a:lnTo>
                      <a:pt x="0" y="503"/>
                    </a:lnTo>
                    <a:lnTo>
                      <a:pt x="42" y="713"/>
                    </a:lnTo>
                    <a:lnTo>
                      <a:pt x="126" y="839"/>
                    </a:lnTo>
                    <a:lnTo>
                      <a:pt x="294" y="965"/>
                    </a:lnTo>
                    <a:lnTo>
                      <a:pt x="462" y="1006"/>
                    </a:lnTo>
                    <a:lnTo>
                      <a:pt x="462" y="1006"/>
                    </a:lnTo>
                    <a:lnTo>
                      <a:pt x="3523" y="1090"/>
                    </a:lnTo>
                    <a:lnTo>
                      <a:pt x="3565" y="1090"/>
                    </a:lnTo>
                    <a:lnTo>
                      <a:pt x="3565" y="1090"/>
                    </a:lnTo>
                    <a:lnTo>
                      <a:pt x="3733" y="1048"/>
                    </a:lnTo>
                    <a:lnTo>
                      <a:pt x="3900" y="965"/>
                    </a:lnTo>
                    <a:lnTo>
                      <a:pt x="4026" y="797"/>
                    </a:lnTo>
                    <a:lnTo>
                      <a:pt x="4068" y="587"/>
                    </a:lnTo>
                    <a:lnTo>
                      <a:pt x="4068" y="587"/>
                    </a:lnTo>
                    <a:lnTo>
                      <a:pt x="4026" y="377"/>
                    </a:lnTo>
                    <a:lnTo>
                      <a:pt x="3900" y="252"/>
                    </a:lnTo>
                    <a:lnTo>
                      <a:pt x="3775" y="126"/>
                    </a:lnTo>
                    <a:lnTo>
                      <a:pt x="3565" y="84"/>
                    </a:lnTo>
                    <a:lnTo>
                      <a:pt x="3565" y="84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191;p17">
                <a:extLst>
                  <a:ext uri="{FF2B5EF4-FFF2-40B4-BE49-F238E27FC236}">
                    <a16:creationId xmlns:a16="http://schemas.microsoft.com/office/drawing/2014/main" id="{E40E19DF-E2B9-F572-9E69-5DEF350E7CFF}"/>
                  </a:ext>
                </a:extLst>
              </p:cNvPr>
              <p:cNvSpPr/>
              <p:nvPr/>
            </p:nvSpPr>
            <p:spPr>
              <a:xfrm>
                <a:off x="3025936" y="1403199"/>
                <a:ext cx="79031" cy="22011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133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65" y="0"/>
                    </a:lnTo>
                    <a:lnTo>
                      <a:pt x="3565" y="0"/>
                    </a:lnTo>
                    <a:lnTo>
                      <a:pt x="503" y="126"/>
                    </a:lnTo>
                    <a:lnTo>
                      <a:pt x="503" y="126"/>
                    </a:lnTo>
                    <a:lnTo>
                      <a:pt x="294" y="168"/>
                    </a:lnTo>
                    <a:lnTo>
                      <a:pt x="126" y="252"/>
                    </a:lnTo>
                    <a:lnTo>
                      <a:pt x="42" y="420"/>
                    </a:lnTo>
                    <a:lnTo>
                      <a:pt x="0" y="629"/>
                    </a:lnTo>
                    <a:lnTo>
                      <a:pt x="0" y="629"/>
                    </a:lnTo>
                    <a:lnTo>
                      <a:pt x="42" y="839"/>
                    </a:lnTo>
                    <a:lnTo>
                      <a:pt x="168" y="1007"/>
                    </a:lnTo>
                    <a:lnTo>
                      <a:pt x="335" y="1091"/>
                    </a:lnTo>
                    <a:lnTo>
                      <a:pt x="503" y="1132"/>
                    </a:lnTo>
                    <a:lnTo>
                      <a:pt x="545" y="1132"/>
                    </a:lnTo>
                    <a:lnTo>
                      <a:pt x="545" y="1132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74" y="965"/>
                    </a:lnTo>
                    <a:lnTo>
                      <a:pt x="3942" y="881"/>
                    </a:lnTo>
                    <a:lnTo>
                      <a:pt x="4026" y="713"/>
                    </a:lnTo>
                    <a:lnTo>
                      <a:pt x="4068" y="503"/>
                    </a:lnTo>
                    <a:lnTo>
                      <a:pt x="4068" y="503"/>
                    </a:lnTo>
                    <a:lnTo>
                      <a:pt x="4026" y="294"/>
                    </a:lnTo>
                    <a:lnTo>
                      <a:pt x="3942" y="168"/>
                    </a:lnTo>
                    <a:lnTo>
                      <a:pt x="3774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192;p17">
                <a:extLst>
                  <a:ext uri="{FF2B5EF4-FFF2-40B4-BE49-F238E27FC236}">
                    <a16:creationId xmlns:a16="http://schemas.microsoft.com/office/drawing/2014/main" id="{3791C03B-A471-4D80-4764-15D1EB89C2F8}"/>
                  </a:ext>
                </a:extLst>
              </p:cNvPr>
              <p:cNvSpPr/>
              <p:nvPr/>
            </p:nvSpPr>
            <p:spPr>
              <a:xfrm>
                <a:off x="2432829" y="1401567"/>
                <a:ext cx="79050" cy="2201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33" fill="none" extrusionOk="0">
                    <a:moveTo>
                      <a:pt x="546" y="0"/>
                    </a:moveTo>
                    <a:lnTo>
                      <a:pt x="546" y="0"/>
                    </a:lnTo>
                    <a:lnTo>
                      <a:pt x="336" y="42"/>
                    </a:lnTo>
                    <a:lnTo>
                      <a:pt x="169" y="126"/>
                    </a:lnTo>
                    <a:lnTo>
                      <a:pt x="43" y="294"/>
                    </a:lnTo>
                    <a:lnTo>
                      <a:pt x="1" y="462"/>
                    </a:lnTo>
                    <a:lnTo>
                      <a:pt x="1" y="462"/>
                    </a:lnTo>
                    <a:lnTo>
                      <a:pt x="43" y="671"/>
                    </a:lnTo>
                    <a:lnTo>
                      <a:pt x="127" y="839"/>
                    </a:lnTo>
                    <a:lnTo>
                      <a:pt x="294" y="965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3565" y="1133"/>
                    </a:lnTo>
                    <a:lnTo>
                      <a:pt x="3565" y="1133"/>
                    </a:lnTo>
                    <a:lnTo>
                      <a:pt x="3565" y="1133"/>
                    </a:lnTo>
                    <a:lnTo>
                      <a:pt x="3775" y="1091"/>
                    </a:lnTo>
                    <a:lnTo>
                      <a:pt x="3943" y="1007"/>
                    </a:lnTo>
                    <a:lnTo>
                      <a:pt x="4027" y="839"/>
                    </a:lnTo>
                    <a:lnTo>
                      <a:pt x="4069" y="629"/>
                    </a:lnTo>
                    <a:lnTo>
                      <a:pt x="4069" y="629"/>
                    </a:lnTo>
                    <a:lnTo>
                      <a:pt x="4027" y="462"/>
                    </a:lnTo>
                    <a:lnTo>
                      <a:pt x="3943" y="294"/>
                    </a:lnTo>
                    <a:lnTo>
                      <a:pt x="3775" y="168"/>
                    </a:lnTo>
                    <a:lnTo>
                      <a:pt x="3607" y="126"/>
                    </a:lnTo>
                    <a:lnTo>
                      <a:pt x="3607" y="126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46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193;p17">
                <a:extLst>
                  <a:ext uri="{FF2B5EF4-FFF2-40B4-BE49-F238E27FC236}">
                    <a16:creationId xmlns:a16="http://schemas.microsoft.com/office/drawing/2014/main" id="{77D0456B-4B77-B0F5-8731-F9296796DDF5}"/>
                  </a:ext>
                </a:extLst>
              </p:cNvPr>
              <p:cNvSpPr/>
              <p:nvPr/>
            </p:nvSpPr>
            <p:spPr>
              <a:xfrm>
                <a:off x="3144868" y="1398303"/>
                <a:ext cx="79050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75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462" y="168"/>
                    </a:lnTo>
                    <a:lnTo>
                      <a:pt x="462" y="168"/>
                    </a:lnTo>
                    <a:lnTo>
                      <a:pt x="294" y="210"/>
                    </a:lnTo>
                    <a:lnTo>
                      <a:pt x="126" y="294"/>
                    </a:lnTo>
                    <a:lnTo>
                      <a:pt x="43" y="462"/>
                    </a:lnTo>
                    <a:lnTo>
                      <a:pt x="1" y="672"/>
                    </a:lnTo>
                    <a:lnTo>
                      <a:pt x="1" y="672"/>
                    </a:lnTo>
                    <a:lnTo>
                      <a:pt x="43" y="881"/>
                    </a:lnTo>
                    <a:lnTo>
                      <a:pt x="168" y="1007"/>
                    </a:lnTo>
                    <a:lnTo>
                      <a:pt x="294" y="1133"/>
                    </a:lnTo>
                    <a:lnTo>
                      <a:pt x="504" y="1175"/>
                    </a:lnTo>
                    <a:lnTo>
                      <a:pt x="504" y="1175"/>
                    </a:lnTo>
                    <a:lnTo>
                      <a:pt x="504" y="1175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75" y="965"/>
                    </a:lnTo>
                    <a:lnTo>
                      <a:pt x="3943" y="881"/>
                    </a:lnTo>
                    <a:lnTo>
                      <a:pt x="4026" y="714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294"/>
                    </a:lnTo>
                    <a:lnTo>
                      <a:pt x="3901" y="168"/>
                    </a:lnTo>
                    <a:lnTo>
                      <a:pt x="3733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194;p17">
                <a:extLst>
                  <a:ext uri="{FF2B5EF4-FFF2-40B4-BE49-F238E27FC236}">
                    <a16:creationId xmlns:a16="http://schemas.microsoft.com/office/drawing/2014/main" id="{820D8E10-A8DA-79BC-CE6C-2A88C63277BA}"/>
                  </a:ext>
                </a:extLst>
              </p:cNvPr>
              <p:cNvSpPr/>
              <p:nvPr/>
            </p:nvSpPr>
            <p:spPr>
              <a:xfrm>
                <a:off x="2314712" y="1395040"/>
                <a:ext cx="79031" cy="23663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218" fill="none" extrusionOk="0">
                    <a:moveTo>
                      <a:pt x="503" y="1"/>
                    </a:moveTo>
                    <a:lnTo>
                      <a:pt x="503" y="1"/>
                    </a:lnTo>
                    <a:lnTo>
                      <a:pt x="294" y="43"/>
                    </a:lnTo>
                    <a:lnTo>
                      <a:pt x="168" y="169"/>
                    </a:lnTo>
                    <a:lnTo>
                      <a:pt x="42" y="294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42" y="714"/>
                    </a:lnTo>
                    <a:lnTo>
                      <a:pt x="126" y="882"/>
                    </a:lnTo>
                    <a:lnTo>
                      <a:pt x="294" y="965"/>
                    </a:lnTo>
                    <a:lnTo>
                      <a:pt x="461" y="1049"/>
                    </a:lnTo>
                    <a:lnTo>
                      <a:pt x="461" y="1049"/>
                    </a:lnTo>
                    <a:lnTo>
                      <a:pt x="3523" y="1217"/>
                    </a:lnTo>
                    <a:lnTo>
                      <a:pt x="3565" y="1217"/>
                    </a:lnTo>
                    <a:lnTo>
                      <a:pt x="3565" y="1217"/>
                    </a:lnTo>
                    <a:lnTo>
                      <a:pt x="3732" y="1175"/>
                    </a:lnTo>
                    <a:lnTo>
                      <a:pt x="3900" y="1049"/>
                    </a:lnTo>
                    <a:lnTo>
                      <a:pt x="4026" y="923"/>
                    </a:lnTo>
                    <a:lnTo>
                      <a:pt x="4068" y="714"/>
                    </a:lnTo>
                    <a:lnTo>
                      <a:pt x="4068" y="714"/>
                    </a:lnTo>
                    <a:lnTo>
                      <a:pt x="4026" y="504"/>
                    </a:lnTo>
                    <a:lnTo>
                      <a:pt x="3942" y="336"/>
                    </a:lnTo>
                    <a:lnTo>
                      <a:pt x="3774" y="252"/>
                    </a:lnTo>
                    <a:lnTo>
                      <a:pt x="3565" y="169"/>
                    </a:lnTo>
                    <a:lnTo>
                      <a:pt x="3565" y="169"/>
                    </a:lnTo>
                    <a:lnTo>
                      <a:pt x="545" y="1"/>
                    </a:lnTo>
                    <a:lnTo>
                      <a:pt x="545" y="1"/>
                    </a:lnTo>
                    <a:lnTo>
                      <a:pt x="50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195;p17">
                <a:extLst>
                  <a:ext uri="{FF2B5EF4-FFF2-40B4-BE49-F238E27FC236}">
                    <a16:creationId xmlns:a16="http://schemas.microsoft.com/office/drawing/2014/main" id="{98E0E223-C2CB-A071-BE21-073E3A817FA7}"/>
                  </a:ext>
                </a:extLst>
              </p:cNvPr>
              <p:cNvSpPr/>
              <p:nvPr/>
            </p:nvSpPr>
            <p:spPr>
              <a:xfrm>
                <a:off x="3263004" y="1392611"/>
                <a:ext cx="79050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75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65" y="0"/>
                    </a:lnTo>
                    <a:lnTo>
                      <a:pt x="3565" y="0"/>
                    </a:lnTo>
                    <a:lnTo>
                      <a:pt x="504" y="168"/>
                    </a:lnTo>
                    <a:lnTo>
                      <a:pt x="504" y="168"/>
                    </a:lnTo>
                    <a:lnTo>
                      <a:pt x="294" y="210"/>
                    </a:lnTo>
                    <a:lnTo>
                      <a:pt x="126" y="336"/>
                    </a:lnTo>
                    <a:lnTo>
                      <a:pt x="42" y="503"/>
                    </a:lnTo>
                    <a:lnTo>
                      <a:pt x="0" y="671"/>
                    </a:lnTo>
                    <a:lnTo>
                      <a:pt x="0" y="671"/>
                    </a:lnTo>
                    <a:lnTo>
                      <a:pt x="42" y="881"/>
                    </a:lnTo>
                    <a:lnTo>
                      <a:pt x="168" y="1048"/>
                    </a:lnTo>
                    <a:lnTo>
                      <a:pt x="336" y="1132"/>
                    </a:lnTo>
                    <a:lnTo>
                      <a:pt x="504" y="1174"/>
                    </a:lnTo>
                    <a:lnTo>
                      <a:pt x="545" y="1174"/>
                    </a:lnTo>
                    <a:lnTo>
                      <a:pt x="545" y="1174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816" y="965"/>
                    </a:lnTo>
                    <a:lnTo>
                      <a:pt x="3942" y="839"/>
                    </a:lnTo>
                    <a:lnTo>
                      <a:pt x="4068" y="671"/>
                    </a:lnTo>
                    <a:lnTo>
                      <a:pt x="4068" y="461"/>
                    </a:lnTo>
                    <a:lnTo>
                      <a:pt x="4068" y="461"/>
                    </a:lnTo>
                    <a:lnTo>
                      <a:pt x="4026" y="252"/>
                    </a:lnTo>
                    <a:lnTo>
                      <a:pt x="3942" y="126"/>
                    </a:lnTo>
                    <a:lnTo>
                      <a:pt x="3775" y="0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196;p17">
                <a:extLst>
                  <a:ext uri="{FF2B5EF4-FFF2-40B4-BE49-F238E27FC236}">
                    <a16:creationId xmlns:a16="http://schemas.microsoft.com/office/drawing/2014/main" id="{300AB063-1463-BA05-A987-287E8348A8FD}"/>
                  </a:ext>
                </a:extLst>
              </p:cNvPr>
              <p:cNvSpPr/>
              <p:nvPr/>
            </p:nvSpPr>
            <p:spPr>
              <a:xfrm>
                <a:off x="2196577" y="1387716"/>
                <a:ext cx="79050" cy="23643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17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294" y="42"/>
                    </a:lnTo>
                    <a:lnTo>
                      <a:pt x="168" y="126"/>
                    </a:lnTo>
                    <a:lnTo>
                      <a:pt x="42" y="294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0" y="671"/>
                    </a:lnTo>
                    <a:lnTo>
                      <a:pt x="126" y="839"/>
                    </a:lnTo>
                    <a:lnTo>
                      <a:pt x="252" y="965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523" y="1217"/>
                    </a:lnTo>
                    <a:lnTo>
                      <a:pt x="3565" y="1217"/>
                    </a:lnTo>
                    <a:lnTo>
                      <a:pt x="3565" y="1217"/>
                    </a:lnTo>
                    <a:lnTo>
                      <a:pt x="3733" y="1175"/>
                    </a:lnTo>
                    <a:lnTo>
                      <a:pt x="3900" y="1091"/>
                    </a:lnTo>
                    <a:lnTo>
                      <a:pt x="3984" y="923"/>
                    </a:lnTo>
                    <a:lnTo>
                      <a:pt x="4068" y="755"/>
                    </a:lnTo>
                    <a:lnTo>
                      <a:pt x="4068" y="755"/>
                    </a:lnTo>
                    <a:lnTo>
                      <a:pt x="4026" y="546"/>
                    </a:lnTo>
                    <a:lnTo>
                      <a:pt x="3942" y="378"/>
                    </a:lnTo>
                    <a:lnTo>
                      <a:pt x="3775" y="252"/>
                    </a:lnTo>
                    <a:lnTo>
                      <a:pt x="3565" y="210"/>
                    </a:lnTo>
                    <a:lnTo>
                      <a:pt x="3565" y="210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197;p17">
                <a:extLst>
                  <a:ext uri="{FF2B5EF4-FFF2-40B4-BE49-F238E27FC236}">
                    <a16:creationId xmlns:a16="http://schemas.microsoft.com/office/drawing/2014/main" id="{4EC6A339-F59D-A958-DBD4-F1605339BC16}"/>
                  </a:ext>
                </a:extLst>
              </p:cNvPr>
              <p:cNvSpPr/>
              <p:nvPr/>
            </p:nvSpPr>
            <p:spPr>
              <a:xfrm>
                <a:off x="1923646" y="1385268"/>
                <a:ext cx="20399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4069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3"/>
                    </a:lnTo>
                    <a:lnTo>
                      <a:pt x="169" y="168"/>
                    </a:lnTo>
                    <a:lnTo>
                      <a:pt x="43" y="336"/>
                    </a:lnTo>
                    <a:lnTo>
                      <a:pt x="1" y="504"/>
                    </a:lnTo>
                    <a:lnTo>
                      <a:pt x="1" y="3565"/>
                    </a:lnTo>
                    <a:lnTo>
                      <a:pt x="1" y="3565"/>
                    </a:lnTo>
                    <a:lnTo>
                      <a:pt x="43" y="3775"/>
                    </a:lnTo>
                    <a:lnTo>
                      <a:pt x="169" y="3943"/>
                    </a:lnTo>
                    <a:lnTo>
                      <a:pt x="336" y="4026"/>
                    </a:lnTo>
                    <a:lnTo>
                      <a:pt x="504" y="4068"/>
                    </a:lnTo>
                    <a:lnTo>
                      <a:pt x="504" y="4068"/>
                    </a:lnTo>
                    <a:lnTo>
                      <a:pt x="714" y="4026"/>
                    </a:lnTo>
                    <a:lnTo>
                      <a:pt x="882" y="3943"/>
                    </a:lnTo>
                    <a:lnTo>
                      <a:pt x="1007" y="3775"/>
                    </a:lnTo>
                    <a:lnTo>
                      <a:pt x="1049" y="3565"/>
                    </a:lnTo>
                    <a:lnTo>
                      <a:pt x="1049" y="504"/>
                    </a:lnTo>
                    <a:lnTo>
                      <a:pt x="1049" y="504"/>
                    </a:lnTo>
                    <a:lnTo>
                      <a:pt x="1007" y="336"/>
                    </a:lnTo>
                    <a:lnTo>
                      <a:pt x="882" y="168"/>
                    </a:lnTo>
                    <a:lnTo>
                      <a:pt x="714" y="43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198;p17">
                <a:extLst>
                  <a:ext uri="{FF2B5EF4-FFF2-40B4-BE49-F238E27FC236}">
                    <a16:creationId xmlns:a16="http://schemas.microsoft.com/office/drawing/2014/main" id="{D6492AB6-E284-0593-65BC-7707373CF153}"/>
                  </a:ext>
                </a:extLst>
              </p:cNvPr>
              <p:cNvSpPr/>
              <p:nvPr/>
            </p:nvSpPr>
            <p:spPr>
              <a:xfrm>
                <a:off x="3381937" y="1384452"/>
                <a:ext cx="79050" cy="23643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17" fill="none" extrusionOk="0">
                    <a:moveTo>
                      <a:pt x="3524" y="1"/>
                    </a:moveTo>
                    <a:lnTo>
                      <a:pt x="3524" y="1"/>
                    </a:lnTo>
                    <a:lnTo>
                      <a:pt x="3524" y="1"/>
                    </a:lnTo>
                    <a:lnTo>
                      <a:pt x="3524" y="1"/>
                    </a:lnTo>
                    <a:lnTo>
                      <a:pt x="462" y="210"/>
                    </a:lnTo>
                    <a:lnTo>
                      <a:pt x="462" y="210"/>
                    </a:lnTo>
                    <a:lnTo>
                      <a:pt x="294" y="252"/>
                    </a:lnTo>
                    <a:lnTo>
                      <a:pt x="127" y="378"/>
                    </a:lnTo>
                    <a:lnTo>
                      <a:pt x="1" y="546"/>
                    </a:lnTo>
                    <a:lnTo>
                      <a:pt x="1" y="756"/>
                    </a:lnTo>
                    <a:lnTo>
                      <a:pt x="1" y="756"/>
                    </a:lnTo>
                    <a:lnTo>
                      <a:pt x="43" y="923"/>
                    </a:lnTo>
                    <a:lnTo>
                      <a:pt x="169" y="1091"/>
                    </a:lnTo>
                    <a:lnTo>
                      <a:pt x="294" y="1175"/>
                    </a:lnTo>
                    <a:lnTo>
                      <a:pt x="504" y="1217"/>
                    </a:lnTo>
                    <a:lnTo>
                      <a:pt x="546" y="1217"/>
                    </a:lnTo>
                    <a:lnTo>
                      <a:pt x="546" y="1217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27" y="672"/>
                    </a:lnTo>
                    <a:lnTo>
                      <a:pt x="4069" y="462"/>
                    </a:lnTo>
                    <a:lnTo>
                      <a:pt x="4069" y="462"/>
                    </a:lnTo>
                    <a:lnTo>
                      <a:pt x="4027" y="294"/>
                    </a:lnTo>
                    <a:lnTo>
                      <a:pt x="3901" y="127"/>
                    </a:lnTo>
                    <a:lnTo>
                      <a:pt x="3733" y="43"/>
                    </a:lnTo>
                    <a:lnTo>
                      <a:pt x="352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199;p17">
                <a:extLst>
                  <a:ext uri="{FF2B5EF4-FFF2-40B4-BE49-F238E27FC236}">
                    <a16:creationId xmlns:a16="http://schemas.microsoft.com/office/drawing/2014/main" id="{45B80B1F-F978-2CAF-CAA7-5564471CACFA}"/>
                  </a:ext>
                </a:extLst>
              </p:cNvPr>
              <p:cNvSpPr/>
              <p:nvPr/>
            </p:nvSpPr>
            <p:spPr>
              <a:xfrm>
                <a:off x="2078441" y="1377944"/>
                <a:ext cx="78235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259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9" y="126"/>
                    </a:lnTo>
                    <a:lnTo>
                      <a:pt x="43" y="294"/>
                    </a:lnTo>
                    <a:lnTo>
                      <a:pt x="1" y="462"/>
                    </a:lnTo>
                    <a:lnTo>
                      <a:pt x="1" y="462"/>
                    </a:lnTo>
                    <a:lnTo>
                      <a:pt x="1" y="671"/>
                    </a:lnTo>
                    <a:lnTo>
                      <a:pt x="127" y="839"/>
                    </a:lnTo>
                    <a:lnTo>
                      <a:pt x="252" y="965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481" y="1258"/>
                    </a:lnTo>
                    <a:lnTo>
                      <a:pt x="3523" y="1258"/>
                    </a:lnTo>
                    <a:lnTo>
                      <a:pt x="3523" y="1258"/>
                    </a:lnTo>
                    <a:lnTo>
                      <a:pt x="3733" y="1216"/>
                    </a:lnTo>
                    <a:lnTo>
                      <a:pt x="3901" y="1132"/>
                    </a:lnTo>
                    <a:lnTo>
                      <a:pt x="3985" y="1007"/>
                    </a:lnTo>
                    <a:lnTo>
                      <a:pt x="4027" y="797"/>
                    </a:lnTo>
                    <a:lnTo>
                      <a:pt x="4027" y="797"/>
                    </a:lnTo>
                    <a:lnTo>
                      <a:pt x="4027" y="587"/>
                    </a:lnTo>
                    <a:lnTo>
                      <a:pt x="3943" y="420"/>
                    </a:lnTo>
                    <a:lnTo>
                      <a:pt x="3775" y="294"/>
                    </a:lnTo>
                    <a:lnTo>
                      <a:pt x="3565" y="252"/>
                    </a:lnTo>
                    <a:lnTo>
                      <a:pt x="3565" y="252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200;p17">
                <a:extLst>
                  <a:ext uri="{FF2B5EF4-FFF2-40B4-BE49-F238E27FC236}">
                    <a16:creationId xmlns:a16="http://schemas.microsoft.com/office/drawing/2014/main" id="{DE82B3E9-F010-4D5D-1485-0E0AE502C908}"/>
                  </a:ext>
                </a:extLst>
              </p:cNvPr>
              <p:cNvSpPr/>
              <p:nvPr/>
            </p:nvSpPr>
            <p:spPr>
              <a:xfrm>
                <a:off x="3500072" y="1375496"/>
                <a:ext cx="79050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59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23" y="0"/>
                    </a:lnTo>
                    <a:lnTo>
                      <a:pt x="3523" y="0"/>
                    </a:lnTo>
                    <a:lnTo>
                      <a:pt x="462" y="252"/>
                    </a:lnTo>
                    <a:lnTo>
                      <a:pt x="462" y="252"/>
                    </a:lnTo>
                    <a:lnTo>
                      <a:pt x="294" y="294"/>
                    </a:lnTo>
                    <a:lnTo>
                      <a:pt x="126" y="420"/>
                    </a:lnTo>
                    <a:lnTo>
                      <a:pt x="43" y="588"/>
                    </a:lnTo>
                    <a:lnTo>
                      <a:pt x="1" y="797"/>
                    </a:lnTo>
                    <a:lnTo>
                      <a:pt x="1" y="797"/>
                    </a:lnTo>
                    <a:lnTo>
                      <a:pt x="43" y="965"/>
                    </a:lnTo>
                    <a:lnTo>
                      <a:pt x="168" y="1133"/>
                    </a:lnTo>
                    <a:lnTo>
                      <a:pt x="336" y="1217"/>
                    </a:lnTo>
                    <a:lnTo>
                      <a:pt x="504" y="1258"/>
                    </a:lnTo>
                    <a:lnTo>
                      <a:pt x="546" y="1258"/>
                    </a:lnTo>
                    <a:lnTo>
                      <a:pt x="546" y="1258"/>
                    </a:lnTo>
                    <a:lnTo>
                      <a:pt x="3607" y="1049"/>
                    </a:lnTo>
                    <a:lnTo>
                      <a:pt x="3607" y="1049"/>
                    </a:lnTo>
                    <a:lnTo>
                      <a:pt x="3817" y="965"/>
                    </a:lnTo>
                    <a:lnTo>
                      <a:pt x="3943" y="839"/>
                    </a:lnTo>
                    <a:lnTo>
                      <a:pt x="4026" y="671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4026" y="294"/>
                    </a:lnTo>
                    <a:lnTo>
                      <a:pt x="3901" y="126"/>
                    </a:lnTo>
                    <a:lnTo>
                      <a:pt x="3733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201;p17">
                <a:extLst>
                  <a:ext uri="{FF2B5EF4-FFF2-40B4-BE49-F238E27FC236}">
                    <a16:creationId xmlns:a16="http://schemas.microsoft.com/office/drawing/2014/main" id="{8DE17017-A9D7-0E96-0939-760A0248DEA3}"/>
                  </a:ext>
                </a:extLst>
              </p:cNvPr>
              <p:cNvSpPr/>
              <p:nvPr/>
            </p:nvSpPr>
            <p:spPr>
              <a:xfrm>
                <a:off x="1960324" y="1366540"/>
                <a:ext cx="78215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1301" fill="none" extrusionOk="0">
                    <a:moveTo>
                      <a:pt x="503" y="0"/>
                    </a:moveTo>
                    <a:lnTo>
                      <a:pt x="503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42" y="252"/>
                    </a:lnTo>
                    <a:lnTo>
                      <a:pt x="0" y="461"/>
                    </a:lnTo>
                    <a:lnTo>
                      <a:pt x="0" y="461"/>
                    </a:lnTo>
                    <a:lnTo>
                      <a:pt x="0" y="671"/>
                    </a:lnTo>
                    <a:lnTo>
                      <a:pt x="126" y="839"/>
                    </a:lnTo>
                    <a:lnTo>
                      <a:pt x="252" y="965"/>
                    </a:lnTo>
                    <a:lnTo>
                      <a:pt x="461" y="1007"/>
                    </a:lnTo>
                    <a:lnTo>
                      <a:pt x="461" y="1007"/>
                    </a:lnTo>
                    <a:lnTo>
                      <a:pt x="3481" y="1300"/>
                    </a:lnTo>
                    <a:lnTo>
                      <a:pt x="3481" y="1300"/>
                    </a:lnTo>
                    <a:lnTo>
                      <a:pt x="3523" y="1300"/>
                    </a:lnTo>
                    <a:lnTo>
                      <a:pt x="3523" y="1300"/>
                    </a:lnTo>
                    <a:lnTo>
                      <a:pt x="3732" y="1300"/>
                    </a:lnTo>
                    <a:lnTo>
                      <a:pt x="3900" y="1174"/>
                    </a:lnTo>
                    <a:lnTo>
                      <a:pt x="3984" y="1049"/>
                    </a:lnTo>
                    <a:lnTo>
                      <a:pt x="4026" y="839"/>
                    </a:lnTo>
                    <a:lnTo>
                      <a:pt x="4026" y="839"/>
                    </a:lnTo>
                    <a:lnTo>
                      <a:pt x="4026" y="671"/>
                    </a:lnTo>
                    <a:lnTo>
                      <a:pt x="3942" y="503"/>
                    </a:lnTo>
                    <a:lnTo>
                      <a:pt x="3774" y="378"/>
                    </a:lnTo>
                    <a:lnTo>
                      <a:pt x="3607" y="294"/>
                    </a:lnTo>
                    <a:lnTo>
                      <a:pt x="3607" y="294"/>
                    </a:lnTo>
                    <a:lnTo>
                      <a:pt x="545" y="0"/>
                    </a:lnTo>
                    <a:lnTo>
                      <a:pt x="545" y="0"/>
                    </a:lnTo>
                    <a:lnTo>
                      <a:pt x="50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202;p17">
                <a:extLst>
                  <a:ext uri="{FF2B5EF4-FFF2-40B4-BE49-F238E27FC236}">
                    <a16:creationId xmlns:a16="http://schemas.microsoft.com/office/drawing/2014/main" id="{2017F320-D469-78A8-2707-27796E36B3F1}"/>
                  </a:ext>
                </a:extLst>
              </p:cNvPr>
              <p:cNvSpPr/>
              <p:nvPr/>
            </p:nvSpPr>
            <p:spPr>
              <a:xfrm>
                <a:off x="3618208" y="1365724"/>
                <a:ext cx="79050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01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23" y="0"/>
                    </a:lnTo>
                    <a:lnTo>
                      <a:pt x="3523" y="0"/>
                    </a:lnTo>
                    <a:lnTo>
                      <a:pt x="504" y="252"/>
                    </a:lnTo>
                    <a:lnTo>
                      <a:pt x="504" y="252"/>
                    </a:lnTo>
                    <a:lnTo>
                      <a:pt x="294" y="336"/>
                    </a:lnTo>
                    <a:lnTo>
                      <a:pt x="126" y="461"/>
                    </a:lnTo>
                    <a:lnTo>
                      <a:pt x="42" y="629"/>
                    </a:lnTo>
                    <a:lnTo>
                      <a:pt x="0" y="839"/>
                    </a:lnTo>
                    <a:lnTo>
                      <a:pt x="0" y="839"/>
                    </a:lnTo>
                    <a:lnTo>
                      <a:pt x="84" y="1007"/>
                    </a:lnTo>
                    <a:lnTo>
                      <a:pt x="168" y="1132"/>
                    </a:lnTo>
                    <a:lnTo>
                      <a:pt x="336" y="1258"/>
                    </a:lnTo>
                    <a:lnTo>
                      <a:pt x="545" y="1300"/>
                    </a:lnTo>
                    <a:lnTo>
                      <a:pt x="587" y="1300"/>
                    </a:lnTo>
                    <a:lnTo>
                      <a:pt x="587" y="1300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816" y="965"/>
                    </a:lnTo>
                    <a:lnTo>
                      <a:pt x="3942" y="839"/>
                    </a:lnTo>
                    <a:lnTo>
                      <a:pt x="4068" y="671"/>
                    </a:lnTo>
                    <a:lnTo>
                      <a:pt x="4068" y="461"/>
                    </a:lnTo>
                    <a:lnTo>
                      <a:pt x="4068" y="461"/>
                    </a:lnTo>
                    <a:lnTo>
                      <a:pt x="4026" y="294"/>
                    </a:lnTo>
                    <a:lnTo>
                      <a:pt x="3900" y="126"/>
                    </a:lnTo>
                    <a:lnTo>
                      <a:pt x="3774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203;p17">
                <a:extLst>
                  <a:ext uri="{FF2B5EF4-FFF2-40B4-BE49-F238E27FC236}">
                    <a16:creationId xmlns:a16="http://schemas.microsoft.com/office/drawing/2014/main" id="{61106FF3-CA4F-4239-C8F6-EE0C270D3AFA}"/>
                  </a:ext>
                </a:extLst>
              </p:cNvPr>
              <p:cNvSpPr/>
              <p:nvPr/>
            </p:nvSpPr>
            <p:spPr>
              <a:xfrm>
                <a:off x="3737140" y="1355136"/>
                <a:ext cx="78235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01" fill="none" extrusionOk="0">
                    <a:moveTo>
                      <a:pt x="3523" y="0"/>
                    </a:moveTo>
                    <a:lnTo>
                      <a:pt x="3523" y="0"/>
                    </a:lnTo>
                    <a:lnTo>
                      <a:pt x="3482" y="0"/>
                    </a:lnTo>
                    <a:lnTo>
                      <a:pt x="3482" y="0"/>
                    </a:lnTo>
                    <a:lnTo>
                      <a:pt x="462" y="294"/>
                    </a:lnTo>
                    <a:lnTo>
                      <a:pt x="462" y="294"/>
                    </a:lnTo>
                    <a:lnTo>
                      <a:pt x="253" y="336"/>
                    </a:lnTo>
                    <a:lnTo>
                      <a:pt x="85" y="461"/>
                    </a:lnTo>
                    <a:lnTo>
                      <a:pt x="1" y="629"/>
                    </a:lnTo>
                    <a:lnTo>
                      <a:pt x="1" y="839"/>
                    </a:lnTo>
                    <a:lnTo>
                      <a:pt x="1" y="839"/>
                    </a:lnTo>
                    <a:lnTo>
                      <a:pt x="43" y="1006"/>
                    </a:lnTo>
                    <a:lnTo>
                      <a:pt x="169" y="1174"/>
                    </a:lnTo>
                    <a:lnTo>
                      <a:pt x="294" y="1258"/>
                    </a:lnTo>
                    <a:lnTo>
                      <a:pt x="504" y="1300"/>
                    </a:lnTo>
                    <a:lnTo>
                      <a:pt x="504" y="1300"/>
                    </a:lnTo>
                    <a:lnTo>
                      <a:pt x="546" y="1300"/>
                    </a:lnTo>
                    <a:lnTo>
                      <a:pt x="546" y="1300"/>
                    </a:lnTo>
                    <a:lnTo>
                      <a:pt x="3565" y="1006"/>
                    </a:lnTo>
                    <a:lnTo>
                      <a:pt x="3565" y="1006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27" y="671"/>
                    </a:lnTo>
                    <a:lnTo>
                      <a:pt x="4027" y="461"/>
                    </a:lnTo>
                    <a:lnTo>
                      <a:pt x="4027" y="461"/>
                    </a:lnTo>
                    <a:lnTo>
                      <a:pt x="3985" y="294"/>
                    </a:lnTo>
                    <a:lnTo>
                      <a:pt x="3859" y="126"/>
                    </a:lnTo>
                    <a:lnTo>
                      <a:pt x="3733" y="42"/>
                    </a:lnTo>
                    <a:lnTo>
                      <a:pt x="352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204;p17">
                <a:extLst>
                  <a:ext uri="{FF2B5EF4-FFF2-40B4-BE49-F238E27FC236}">
                    <a16:creationId xmlns:a16="http://schemas.microsoft.com/office/drawing/2014/main" id="{383440DD-CC06-9536-0923-CA6DD32BF9B1}"/>
                  </a:ext>
                </a:extLst>
              </p:cNvPr>
              <p:cNvSpPr/>
              <p:nvPr/>
            </p:nvSpPr>
            <p:spPr>
              <a:xfrm>
                <a:off x="3855276" y="1343713"/>
                <a:ext cx="78235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01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481" y="1"/>
                    </a:lnTo>
                    <a:lnTo>
                      <a:pt x="3481" y="1"/>
                    </a:lnTo>
                    <a:lnTo>
                      <a:pt x="462" y="294"/>
                    </a:lnTo>
                    <a:lnTo>
                      <a:pt x="462" y="294"/>
                    </a:lnTo>
                    <a:lnTo>
                      <a:pt x="252" y="378"/>
                    </a:lnTo>
                    <a:lnTo>
                      <a:pt x="84" y="504"/>
                    </a:lnTo>
                    <a:lnTo>
                      <a:pt x="1" y="672"/>
                    </a:lnTo>
                    <a:lnTo>
                      <a:pt x="1" y="840"/>
                    </a:lnTo>
                    <a:lnTo>
                      <a:pt x="1" y="840"/>
                    </a:lnTo>
                    <a:lnTo>
                      <a:pt x="43" y="1049"/>
                    </a:lnTo>
                    <a:lnTo>
                      <a:pt x="168" y="1175"/>
                    </a:lnTo>
                    <a:lnTo>
                      <a:pt x="294" y="1301"/>
                    </a:lnTo>
                    <a:lnTo>
                      <a:pt x="504" y="1301"/>
                    </a:lnTo>
                    <a:lnTo>
                      <a:pt x="504" y="1301"/>
                    </a:lnTo>
                    <a:lnTo>
                      <a:pt x="546" y="1301"/>
                    </a:lnTo>
                    <a:lnTo>
                      <a:pt x="546" y="1301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43" y="840"/>
                    </a:lnTo>
                    <a:lnTo>
                      <a:pt x="4026" y="672"/>
                    </a:lnTo>
                    <a:lnTo>
                      <a:pt x="4026" y="462"/>
                    </a:lnTo>
                    <a:lnTo>
                      <a:pt x="4026" y="462"/>
                    </a:lnTo>
                    <a:lnTo>
                      <a:pt x="3984" y="294"/>
                    </a:lnTo>
                    <a:lnTo>
                      <a:pt x="3859" y="127"/>
                    </a:lnTo>
                    <a:lnTo>
                      <a:pt x="3733" y="43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205;p17">
                <a:extLst>
                  <a:ext uri="{FF2B5EF4-FFF2-40B4-BE49-F238E27FC236}">
                    <a16:creationId xmlns:a16="http://schemas.microsoft.com/office/drawing/2014/main" id="{17147C2C-AD8B-59F6-E177-AED468D1779D}"/>
                  </a:ext>
                </a:extLst>
              </p:cNvPr>
              <p:cNvSpPr/>
              <p:nvPr/>
            </p:nvSpPr>
            <p:spPr>
              <a:xfrm>
                <a:off x="7256600" y="1333126"/>
                <a:ext cx="52163" cy="56243"/>
              </a:xfrm>
              <a:custGeom>
                <a:avLst/>
                <a:gdLst/>
                <a:ahLst/>
                <a:cxnLst/>
                <a:rect l="l" t="t" r="r" b="b"/>
                <a:pathLst>
                  <a:path w="2685" h="2895" fill="none" extrusionOk="0">
                    <a:moveTo>
                      <a:pt x="1594" y="1"/>
                    </a:moveTo>
                    <a:lnTo>
                      <a:pt x="1594" y="1"/>
                    </a:lnTo>
                    <a:lnTo>
                      <a:pt x="1384" y="43"/>
                    </a:lnTo>
                    <a:lnTo>
                      <a:pt x="1258" y="127"/>
                    </a:lnTo>
                    <a:lnTo>
                      <a:pt x="1132" y="252"/>
                    </a:lnTo>
                    <a:lnTo>
                      <a:pt x="1091" y="420"/>
                    </a:lnTo>
                    <a:lnTo>
                      <a:pt x="1091" y="420"/>
                    </a:lnTo>
                    <a:lnTo>
                      <a:pt x="1091" y="546"/>
                    </a:lnTo>
                    <a:lnTo>
                      <a:pt x="1091" y="672"/>
                    </a:lnTo>
                    <a:lnTo>
                      <a:pt x="1132" y="798"/>
                    </a:lnTo>
                    <a:lnTo>
                      <a:pt x="1216" y="881"/>
                    </a:lnTo>
                    <a:lnTo>
                      <a:pt x="1216" y="881"/>
                    </a:lnTo>
                    <a:lnTo>
                      <a:pt x="126" y="2056"/>
                    </a:lnTo>
                    <a:lnTo>
                      <a:pt x="126" y="2056"/>
                    </a:lnTo>
                    <a:lnTo>
                      <a:pt x="42" y="2223"/>
                    </a:lnTo>
                    <a:lnTo>
                      <a:pt x="0" y="2433"/>
                    </a:lnTo>
                    <a:lnTo>
                      <a:pt x="42" y="2601"/>
                    </a:lnTo>
                    <a:lnTo>
                      <a:pt x="168" y="2769"/>
                    </a:lnTo>
                    <a:lnTo>
                      <a:pt x="168" y="2769"/>
                    </a:lnTo>
                    <a:lnTo>
                      <a:pt x="336" y="2852"/>
                    </a:lnTo>
                    <a:lnTo>
                      <a:pt x="503" y="2894"/>
                    </a:lnTo>
                    <a:lnTo>
                      <a:pt x="503" y="2894"/>
                    </a:lnTo>
                    <a:lnTo>
                      <a:pt x="713" y="2852"/>
                    </a:lnTo>
                    <a:lnTo>
                      <a:pt x="881" y="2727"/>
                    </a:lnTo>
                    <a:lnTo>
                      <a:pt x="881" y="2727"/>
                    </a:lnTo>
                    <a:lnTo>
                      <a:pt x="2558" y="965"/>
                    </a:lnTo>
                    <a:lnTo>
                      <a:pt x="2558" y="965"/>
                    </a:lnTo>
                    <a:lnTo>
                      <a:pt x="2642" y="839"/>
                    </a:lnTo>
                    <a:lnTo>
                      <a:pt x="2684" y="714"/>
                    </a:lnTo>
                    <a:lnTo>
                      <a:pt x="2684" y="588"/>
                    </a:lnTo>
                    <a:lnTo>
                      <a:pt x="2684" y="462"/>
                    </a:lnTo>
                    <a:lnTo>
                      <a:pt x="2684" y="462"/>
                    </a:lnTo>
                    <a:lnTo>
                      <a:pt x="2600" y="336"/>
                    </a:lnTo>
                    <a:lnTo>
                      <a:pt x="2516" y="210"/>
                    </a:lnTo>
                    <a:lnTo>
                      <a:pt x="2391" y="169"/>
                    </a:lnTo>
                    <a:lnTo>
                      <a:pt x="2265" y="127"/>
                    </a:lnTo>
                    <a:lnTo>
                      <a:pt x="1678" y="1"/>
                    </a:lnTo>
                    <a:lnTo>
                      <a:pt x="1678" y="1"/>
                    </a:lnTo>
                    <a:lnTo>
                      <a:pt x="159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206;p17">
                <a:extLst>
                  <a:ext uri="{FF2B5EF4-FFF2-40B4-BE49-F238E27FC236}">
                    <a16:creationId xmlns:a16="http://schemas.microsoft.com/office/drawing/2014/main" id="{77C9AC44-8970-CAB2-3EB9-841DB2B4F4EA}"/>
                  </a:ext>
                </a:extLst>
              </p:cNvPr>
              <p:cNvSpPr/>
              <p:nvPr/>
            </p:nvSpPr>
            <p:spPr>
              <a:xfrm>
                <a:off x="3973412" y="1331494"/>
                <a:ext cx="78235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43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481" y="1"/>
                    </a:lnTo>
                    <a:lnTo>
                      <a:pt x="3481" y="1"/>
                    </a:lnTo>
                    <a:lnTo>
                      <a:pt x="420" y="336"/>
                    </a:lnTo>
                    <a:lnTo>
                      <a:pt x="420" y="336"/>
                    </a:lnTo>
                    <a:lnTo>
                      <a:pt x="252" y="378"/>
                    </a:lnTo>
                    <a:lnTo>
                      <a:pt x="84" y="504"/>
                    </a:lnTo>
                    <a:lnTo>
                      <a:pt x="0" y="672"/>
                    </a:lnTo>
                    <a:lnTo>
                      <a:pt x="0" y="882"/>
                    </a:lnTo>
                    <a:lnTo>
                      <a:pt x="0" y="882"/>
                    </a:lnTo>
                    <a:lnTo>
                      <a:pt x="42" y="1049"/>
                    </a:lnTo>
                    <a:lnTo>
                      <a:pt x="168" y="1217"/>
                    </a:lnTo>
                    <a:lnTo>
                      <a:pt x="294" y="1301"/>
                    </a:lnTo>
                    <a:lnTo>
                      <a:pt x="503" y="1343"/>
                    </a:lnTo>
                    <a:lnTo>
                      <a:pt x="503" y="1343"/>
                    </a:lnTo>
                    <a:lnTo>
                      <a:pt x="545" y="1343"/>
                    </a:lnTo>
                    <a:lnTo>
                      <a:pt x="545" y="1343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4" y="965"/>
                    </a:lnTo>
                    <a:lnTo>
                      <a:pt x="3942" y="840"/>
                    </a:lnTo>
                    <a:lnTo>
                      <a:pt x="4026" y="672"/>
                    </a:lnTo>
                    <a:lnTo>
                      <a:pt x="4026" y="462"/>
                    </a:lnTo>
                    <a:lnTo>
                      <a:pt x="4026" y="462"/>
                    </a:lnTo>
                    <a:lnTo>
                      <a:pt x="3984" y="294"/>
                    </a:lnTo>
                    <a:lnTo>
                      <a:pt x="3858" y="127"/>
                    </a:lnTo>
                    <a:lnTo>
                      <a:pt x="3733" y="43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207;p17">
                <a:extLst>
                  <a:ext uri="{FF2B5EF4-FFF2-40B4-BE49-F238E27FC236}">
                    <a16:creationId xmlns:a16="http://schemas.microsoft.com/office/drawing/2014/main" id="{165D888C-C277-867A-4C7B-3738DBBAFEF0}"/>
                  </a:ext>
                </a:extLst>
              </p:cNvPr>
              <p:cNvSpPr/>
              <p:nvPr/>
            </p:nvSpPr>
            <p:spPr>
              <a:xfrm>
                <a:off x="4090712" y="1319274"/>
                <a:ext cx="79050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43" fill="none" extrusionOk="0">
                    <a:moveTo>
                      <a:pt x="3566" y="1"/>
                    </a:moveTo>
                    <a:lnTo>
                      <a:pt x="3566" y="1"/>
                    </a:lnTo>
                    <a:lnTo>
                      <a:pt x="3524" y="1"/>
                    </a:lnTo>
                    <a:lnTo>
                      <a:pt x="462" y="336"/>
                    </a:lnTo>
                    <a:lnTo>
                      <a:pt x="462" y="336"/>
                    </a:lnTo>
                    <a:lnTo>
                      <a:pt x="295" y="378"/>
                    </a:lnTo>
                    <a:lnTo>
                      <a:pt x="127" y="504"/>
                    </a:lnTo>
                    <a:lnTo>
                      <a:pt x="43" y="672"/>
                    </a:lnTo>
                    <a:lnTo>
                      <a:pt x="1" y="882"/>
                    </a:lnTo>
                    <a:lnTo>
                      <a:pt x="1" y="882"/>
                    </a:lnTo>
                    <a:lnTo>
                      <a:pt x="85" y="1049"/>
                    </a:lnTo>
                    <a:lnTo>
                      <a:pt x="169" y="1217"/>
                    </a:lnTo>
                    <a:lnTo>
                      <a:pt x="336" y="1301"/>
                    </a:lnTo>
                    <a:lnTo>
                      <a:pt x="546" y="1343"/>
                    </a:lnTo>
                    <a:lnTo>
                      <a:pt x="546" y="1343"/>
                    </a:lnTo>
                    <a:lnTo>
                      <a:pt x="588" y="1343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817" y="965"/>
                    </a:lnTo>
                    <a:lnTo>
                      <a:pt x="3943" y="840"/>
                    </a:lnTo>
                    <a:lnTo>
                      <a:pt x="4069" y="672"/>
                    </a:lnTo>
                    <a:lnTo>
                      <a:pt x="4069" y="462"/>
                    </a:lnTo>
                    <a:lnTo>
                      <a:pt x="4069" y="462"/>
                    </a:lnTo>
                    <a:lnTo>
                      <a:pt x="4027" y="294"/>
                    </a:lnTo>
                    <a:lnTo>
                      <a:pt x="3901" y="127"/>
                    </a:lnTo>
                    <a:lnTo>
                      <a:pt x="3733" y="43"/>
                    </a:lnTo>
                    <a:lnTo>
                      <a:pt x="3566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208;p17">
                <a:extLst>
                  <a:ext uri="{FF2B5EF4-FFF2-40B4-BE49-F238E27FC236}">
                    <a16:creationId xmlns:a16="http://schemas.microsoft.com/office/drawing/2014/main" id="{89531123-D131-76F2-59DD-AE5447BF531E}"/>
                  </a:ext>
                </a:extLst>
              </p:cNvPr>
              <p:cNvSpPr/>
              <p:nvPr/>
            </p:nvSpPr>
            <p:spPr>
              <a:xfrm>
                <a:off x="7160456" y="1314398"/>
                <a:ext cx="78235" cy="28520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468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9" y="126"/>
                    </a:lnTo>
                    <a:lnTo>
                      <a:pt x="85" y="252"/>
                    </a:lnTo>
                    <a:lnTo>
                      <a:pt x="1" y="420"/>
                    </a:lnTo>
                    <a:lnTo>
                      <a:pt x="1" y="420"/>
                    </a:lnTo>
                    <a:lnTo>
                      <a:pt x="1" y="629"/>
                    </a:lnTo>
                    <a:lnTo>
                      <a:pt x="85" y="797"/>
                    </a:lnTo>
                    <a:lnTo>
                      <a:pt x="252" y="923"/>
                    </a:lnTo>
                    <a:lnTo>
                      <a:pt x="420" y="1007"/>
                    </a:lnTo>
                    <a:lnTo>
                      <a:pt x="420" y="1007"/>
                    </a:lnTo>
                    <a:lnTo>
                      <a:pt x="3440" y="1468"/>
                    </a:lnTo>
                    <a:lnTo>
                      <a:pt x="3440" y="1468"/>
                    </a:lnTo>
                    <a:lnTo>
                      <a:pt x="3523" y="1468"/>
                    </a:lnTo>
                    <a:lnTo>
                      <a:pt x="3523" y="1468"/>
                    </a:lnTo>
                    <a:lnTo>
                      <a:pt x="3691" y="1468"/>
                    </a:lnTo>
                    <a:lnTo>
                      <a:pt x="3859" y="1384"/>
                    </a:lnTo>
                    <a:lnTo>
                      <a:pt x="3943" y="1216"/>
                    </a:lnTo>
                    <a:lnTo>
                      <a:pt x="4027" y="1049"/>
                    </a:lnTo>
                    <a:lnTo>
                      <a:pt x="4027" y="1049"/>
                    </a:lnTo>
                    <a:lnTo>
                      <a:pt x="4027" y="839"/>
                    </a:lnTo>
                    <a:lnTo>
                      <a:pt x="3943" y="671"/>
                    </a:lnTo>
                    <a:lnTo>
                      <a:pt x="3775" y="545"/>
                    </a:lnTo>
                    <a:lnTo>
                      <a:pt x="3607" y="462"/>
                    </a:lnTo>
                    <a:lnTo>
                      <a:pt x="3607" y="462"/>
                    </a:lnTo>
                    <a:lnTo>
                      <a:pt x="588" y="0"/>
                    </a:lnTo>
                    <a:lnTo>
                      <a:pt x="588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209;p17">
                <a:extLst>
                  <a:ext uri="{FF2B5EF4-FFF2-40B4-BE49-F238E27FC236}">
                    <a16:creationId xmlns:a16="http://schemas.microsoft.com/office/drawing/2014/main" id="{D470F1FD-F017-75BF-3D79-036850383906}"/>
                  </a:ext>
                </a:extLst>
              </p:cNvPr>
              <p:cNvSpPr/>
              <p:nvPr/>
            </p:nvSpPr>
            <p:spPr>
              <a:xfrm>
                <a:off x="4208848" y="1307054"/>
                <a:ext cx="79050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43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481" y="1"/>
                    </a:lnTo>
                    <a:lnTo>
                      <a:pt x="462" y="336"/>
                    </a:lnTo>
                    <a:lnTo>
                      <a:pt x="462" y="336"/>
                    </a:lnTo>
                    <a:lnTo>
                      <a:pt x="252" y="378"/>
                    </a:lnTo>
                    <a:lnTo>
                      <a:pt x="126" y="504"/>
                    </a:lnTo>
                    <a:lnTo>
                      <a:pt x="43" y="672"/>
                    </a:lnTo>
                    <a:lnTo>
                      <a:pt x="1" y="881"/>
                    </a:lnTo>
                    <a:lnTo>
                      <a:pt x="1" y="881"/>
                    </a:lnTo>
                    <a:lnTo>
                      <a:pt x="85" y="1049"/>
                    </a:lnTo>
                    <a:lnTo>
                      <a:pt x="168" y="1217"/>
                    </a:lnTo>
                    <a:lnTo>
                      <a:pt x="336" y="1301"/>
                    </a:lnTo>
                    <a:lnTo>
                      <a:pt x="504" y="1343"/>
                    </a:lnTo>
                    <a:lnTo>
                      <a:pt x="504" y="1343"/>
                    </a:lnTo>
                    <a:lnTo>
                      <a:pt x="588" y="1343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817" y="923"/>
                    </a:lnTo>
                    <a:lnTo>
                      <a:pt x="3943" y="840"/>
                    </a:lnTo>
                    <a:lnTo>
                      <a:pt x="4027" y="630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3985" y="252"/>
                    </a:lnTo>
                    <a:lnTo>
                      <a:pt x="3901" y="127"/>
                    </a:lnTo>
                    <a:lnTo>
                      <a:pt x="3733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210;p17">
                <a:extLst>
                  <a:ext uri="{FF2B5EF4-FFF2-40B4-BE49-F238E27FC236}">
                    <a16:creationId xmlns:a16="http://schemas.microsoft.com/office/drawing/2014/main" id="{BC54B31E-27F3-D101-8579-D565E5FF918D}"/>
                  </a:ext>
                </a:extLst>
              </p:cNvPr>
              <p:cNvSpPr/>
              <p:nvPr/>
            </p:nvSpPr>
            <p:spPr>
              <a:xfrm>
                <a:off x="7043155" y="1296467"/>
                <a:ext cx="78215" cy="28539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1469" fill="none" extrusionOk="0">
                    <a:moveTo>
                      <a:pt x="503" y="1"/>
                    </a:moveTo>
                    <a:lnTo>
                      <a:pt x="503" y="1"/>
                    </a:lnTo>
                    <a:lnTo>
                      <a:pt x="336" y="43"/>
                    </a:lnTo>
                    <a:lnTo>
                      <a:pt x="168" y="126"/>
                    </a:lnTo>
                    <a:lnTo>
                      <a:pt x="84" y="252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30"/>
                    </a:lnTo>
                    <a:lnTo>
                      <a:pt x="126" y="839"/>
                    </a:lnTo>
                    <a:lnTo>
                      <a:pt x="252" y="965"/>
                    </a:lnTo>
                    <a:lnTo>
                      <a:pt x="461" y="1007"/>
                    </a:lnTo>
                    <a:lnTo>
                      <a:pt x="461" y="1007"/>
                    </a:lnTo>
                    <a:lnTo>
                      <a:pt x="3439" y="1468"/>
                    </a:lnTo>
                    <a:lnTo>
                      <a:pt x="3439" y="1468"/>
                    </a:lnTo>
                    <a:lnTo>
                      <a:pt x="3523" y="1468"/>
                    </a:lnTo>
                    <a:lnTo>
                      <a:pt x="3523" y="1468"/>
                    </a:lnTo>
                    <a:lnTo>
                      <a:pt x="3732" y="1426"/>
                    </a:lnTo>
                    <a:lnTo>
                      <a:pt x="3858" y="1343"/>
                    </a:lnTo>
                    <a:lnTo>
                      <a:pt x="3984" y="1217"/>
                    </a:lnTo>
                    <a:lnTo>
                      <a:pt x="4026" y="1049"/>
                    </a:lnTo>
                    <a:lnTo>
                      <a:pt x="4026" y="1049"/>
                    </a:lnTo>
                    <a:lnTo>
                      <a:pt x="4026" y="839"/>
                    </a:lnTo>
                    <a:lnTo>
                      <a:pt x="3942" y="672"/>
                    </a:lnTo>
                    <a:lnTo>
                      <a:pt x="3816" y="546"/>
                    </a:lnTo>
                    <a:lnTo>
                      <a:pt x="3607" y="462"/>
                    </a:lnTo>
                    <a:lnTo>
                      <a:pt x="3607" y="462"/>
                    </a:lnTo>
                    <a:lnTo>
                      <a:pt x="587" y="1"/>
                    </a:lnTo>
                    <a:lnTo>
                      <a:pt x="587" y="1"/>
                    </a:lnTo>
                    <a:lnTo>
                      <a:pt x="50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211;p17">
                <a:extLst>
                  <a:ext uri="{FF2B5EF4-FFF2-40B4-BE49-F238E27FC236}">
                    <a16:creationId xmlns:a16="http://schemas.microsoft.com/office/drawing/2014/main" id="{2F3C0546-5BAC-F192-5189-F0173F059915}"/>
                  </a:ext>
                </a:extLst>
              </p:cNvPr>
              <p:cNvSpPr/>
              <p:nvPr/>
            </p:nvSpPr>
            <p:spPr>
              <a:xfrm>
                <a:off x="4326984" y="1294019"/>
                <a:ext cx="78235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43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481" y="1"/>
                    </a:lnTo>
                    <a:lnTo>
                      <a:pt x="462" y="336"/>
                    </a:lnTo>
                    <a:lnTo>
                      <a:pt x="462" y="336"/>
                    </a:lnTo>
                    <a:lnTo>
                      <a:pt x="252" y="420"/>
                    </a:lnTo>
                    <a:lnTo>
                      <a:pt x="126" y="546"/>
                    </a:lnTo>
                    <a:lnTo>
                      <a:pt x="0" y="714"/>
                    </a:lnTo>
                    <a:lnTo>
                      <a:pt x="0" y="882"/>
                    </a:lnTo>
                    <a:lnTo>
                      <a:pt x="0" y="882"/>
                    </a:lnTo>
                    <a:lnTo>
                      <a:pt x="42" y="1091"/>
                    </a:lnTo>
                    <a:lnTo>
                      <a:pt x="168" y="1217"/>
                    </a:lnTo>
                    <a:lnTo>
                      <a:pt x="336" y="1343"/>
                    </a:lnTo>
                    <a:lnTo>
                      <a:pt x="504" y="1343"/>
                    </a:lnTo>
                    <a:lnTo>
                      <a:pt x="504" y="1343"/>
                    </a:lnTo>
                    <a:lnTo>
                      <a:pt x="546" y="1343"/>
                    </a:lnTo>
                    <a:lnTo>
                      <a:pt x="3607" y="1049"/>
                    </a:lnTo>
                    <a:lnTo>
                      <a:pt x="3607" y="1049"/>
                    </a:lnTo>
                    <a:lnTo>
                      <a:pt x="3775" y="965"/>
                    </a:lnTo>
                    <a:lnTo>
                      <a:pt x="3942" y="840"/>
                    </a:lnTo>
                    <a:lnTo>
                      <a:pt x="4026" y="672"/>
                    </a:lnTo>
                    <a:lnTo>
                      <a:pt x="4026" y="462"/>
                    </a:lnTo>
                    <a:lnTo>
                      <a:pt x="4026" y="462"/>
                    </a:lnTo>
                    <a:lnTo>
                      <a:pt x="3984" y="294"/>
                    </a:lnTo>
                    <a:lnTo>
                      <a:pt x="3858" y="169"/>
                    </a:lnTo>
                    <a:lnTo>
                      <a:pt x="3733" y="43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212;p17">
                <a:extLst>
                  <a:ext uri="{FF2B5EF4-FFF2-40B4-BE49-F238E27FC236}">
                    <a16:creationId xmlns:a16="http://schemas.microsoft.com/office/drawing/2014/main" id="{B32A78C2-0251-0E58-837F-D0C77C8B890A}"/>
                  </a:ext>
                </a:extLst>
              </p:cNvPr>
              <p:cNvSpPr/>
              <p:nvPr/>
            </p:nvSpPr>
            <p:spPr>
              <a:xfrm>
                <a:off x="4444304" y="1281799"/>
                <a:ext cx="79031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343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461" y="336"/>
                    </a:lnTo>
                    <a:lnTo>
                      <a:pt x="461" y="336"/>
                    </a:lnTo>
                    <a:lnTo>
                      <a:pt x="294" y="378"/>
                    </a:lnTo>
                    <a:lnTo>
                      <a:pt x="126" y="504"/>
                    </a:lnTo>
                    <a:lnTo>
                      <a:pt x="42" y="672"/>
                    </a:lnTo>
                    <a:lnTo>
                      <a:pt x="0" y="881"/>
                    </a:lnTo>
                    <a:lnTo>
                      <a:pt x="0" y="881"/>
                    </a:lnTo>
                    <a:lnTo>
                      <a:pt x="84" y="1091"/>
                    </a:lnTo>
                    <a:lnTo>
                      <a:pt x="168" y="1217"/>
                    </a:lnTo>
                    <a:lnTo>
                      <a:pt x="336" y="1301"/>
                    </a:lnTo>
                    <a:lnTo>
                      <a:pt x="545" y="1343"/>
                    </a:lnTo>
                    <a:lnTo>
                      <a:pt x="545" y="1343"/>
                    </a:lnTo>
                    <a:lnTo>
                      <a:pt x="587" y="1343"/>
                    </a:lnTo>
                    <a:lnTo>
                      <a:pt x="587" y="1343"/>
                    </a:lnTo>
                    <a:lnTo>
                      <a:pt x="3607" y="1049"/>
                    </a:lnTo>
                    <a:lnTo>
                      <a:pt x="3607" y="1049"/>
                    </a:lnTo>
                    <a:lnTo>
                      <a:pt x="3816" y="965"/>
                    </a:lnTo>
                    <a:lnTo>
                      <a:pt x="3942" y="840"/>
                    </a:lnTo>
                    <a:lnTo>
                      <a:pt x="4026" y="672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4026" y="294"/>
                    </a:lnTo>
                    <a:lnTo>
                      <a:pt x="3900" y="127"/>
                    </a:lnTo>
                    <a:lnTo>
                      <a:pt x="3732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213;p17">
                <a:extLst>
                  <a:ext uri="{FF2B5EF4-FFF2-40B4-BE49-F238E27FC236}">
                    <a16:creationId xmlns:a16="http://schemas.microsoft.com/office/drawing/2014/main" id="{A7798F04-78F4-FD37-BCC7-F71E7EE1E914}"/>
                  </a:ext>
                </a:extLst>
              </p:cNvPr>
              <p:cNvSpPr/>
              <p:nvPr/>
            </p:nvSpPr>
            <p:spPr>
              <a:xfrm>
                <a:off x="6925836" y="1280167"/>
                <a:ext cx="78235" cy="27723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427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3"/>
                    </a:lnTo>
                    <a:lnTo>
                      <a:pt x="168" y="127"/>
                    </a:lnTo>
                    <a:lnTo>
                      <a:pt x="84" y="295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72"/>
                    </a:lnTo>
                    <a:lnTo>
                      <a:pt x="126" y="840"/>
                    </a:lnTo>
                    <a:lnTo>
                      <a:pt x="252" y="965"/>
                    </a:lnTo>
                    <a:lnTo>
                      <a:pt x="462" y="1049"/>
                    </a:lnTo>
                    <a:lnTo>
                      <a:pt x="462" y="1049"/>
                    </a:lnTo>
                    <a:lnTo>
                      <a:pt x="3481" y="1427"/>
                    </a:lnTo>
                    <a:lnTo>
                      <a:pt x="3481" y="1427"/>
                    </a:lnTo>
                    <a:lnTo>
                      <a:pt x="3523" y="1427"/>
                    </a:lnTo>
                    <a:lnTo>
                      <a:pt x="3523" y="1427"/>
                    </a:lnTo>
                    <a:lnTo>
                      <a:pt x="3733" y="1427"/>
                    </a:lnTo>
                    <a:lnTo>
                      <a:pt x="3858" y="1301"/>
                    </a:lnTo>
                    <a:lnTo>
                      <a:pt x="3984" y="1175"/>
                    </a:lnTo>
                    <a:lnTo>
                      <a:pt x="4026" y="1007"/>
                    </a:lnTo>
                    <a:lnTo>
                      <a:pt x="4026" y="1007"/>
                    </a:lnTo>
                    <a:lnTo>
                      <a:pt x="4026" y="798"/>
                    </a:lnTo>
                    <a:lnTo>
                      <a:pt x="3942" y="630"/>
                    </a:lnTo>
                    <a:lnTo>
                      <a:pt x="3816" y="504"/>
                    </a:lnTo>
                    <a:lnTo>
                      <a:pt x="3607" y="420"/>
                    </a:lnTo>
                    <a:lnTo>
                      <a:pt x="3607" y="420"/>
                    </a:lnTo>
                    <a:lnTo>
                      <a:pt x="587" y="43"/>
                    </a:lnTo>
                    <a:lnTo>
                      <a:pt x="587" y="43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214;p17">
                <a:extLst>
                  <a:ext uri="{FF2B5EF4-FFF2-40B4-BE49-F238E27FC236}">
                    <a16:creationId xmlns:a16="http://schemas.microsoft.com/office/drawing/2014/main" id="{A2F31298-7189-C211-23B1-AFF693890649}"/>
                  </a:ext>
                </a:extLst>
              </p:cNvPr>
              <p:cNvSpPr/>
              <p:nvPr/>
            </p:nvSpPr>
            <p:spPr>
              <a:xfrm>
                <a:off x="4562420" y="1270395"/>
                <a:ext cx="79050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01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481" y="1"/>
                    </a:lnTo>
                    <a:lnTo>
                      <a:pt x="3481" y="1"/>
                    </a:lnTo>
                    <a:lnTo>
                      <a:pt x="462" y="294"/>
                    </a:lnTo>
                    <a:lnTo>
                      <a:pt x="462" y="294"/>
                    </a:lnTo>
                    <a:lnTo>
                      <a:pt x="252" y="336"/>
                    </a:lnTo>
                    <a:lnTo>
                      <a:pt x="127" y="462"/>
                    </a:lnTo>
                    <a:lnTo>
                      <a:pt x="43" y="672"/>
                    </a:lnTo>
                    <a:lnTo>
                      <a:pt x="1" y="839"/>
                    </a:lnTo>
                    <a:lnTo>
                      <a:pt x="1" y="839"/>
                    </a:lnTo>
                    <a:lnTo>
                      <a:pt x="43" y="1049"/>
                    </a:lnTo>
                    <a:lnTo>
                      <a:pt x="169" y="1175"/>
                    </a:lnTo>
                    <a:lnTo>
                      <a:pt x="336" y="1259"/>
                    </a:lnTo>
                    <a:lnTo>
                      <a:pt x="504" y="1301"/>
                    </a:lnTo>
                    <a:lnTo>
                      <a:pt x="504" y="1301"/>
                    </a:lnTo>
                    <a:lnTo>
                      <a:pt x="546" y="1301"/>
                    </a:lnTo>
                    <a:lnTo>
                      <a:pt x="546" y="1301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27" y="672"/>
                    </a:lnTo>
                    <a:lnTo>
                      <a:pt x="4069" y="462"/>
                    </a:lnTo>
                    <a:lnTo>
                      <a:pt x="4069" y="462"/>
                    </a:lnTo>
                    <a:lnTo>
                      <a:pt x="3985" y="252"/>
                    </a:lnTo>
                    <a:lnTo>
                      <a:pt x="3901" y="127"/>
                    </a:lnTo>
                    <a:lnTo>
                      <a:pt x="3733" y="43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215;p17">
                <a:extLst>
                  <a:ext uri="{FF2B5EF4-FFF2-40B4-BE49-F238E27FC236}">
                    <a16:creationId xmlns:a16="http://schemas.microsoft.com/office/drawing/2014/main" id="{7D3B533E-1FC9-A881-214F-F483A3E41832}"/>
                  </a:ext>
                </a:extLst>
              </p:cNvPr>
              <p:cNvSpPr/>
              <p:nvPr/>
            </p:nvSpPr>
            <p:spPr>
              <a:xfrm>
                <a:off x="6808516" y="1266335"/>
                <a:ext cx="78235" cy="26888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84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0"/>
                    </a:lnTo>
                    <a:lnTo>
                      <a:pt x="168" y="126"/>
                    </a:lnTo>
                    <a:lnTo>
                      <a:pt x="43" y="252"/>
                    </a:lnTo>
                    <a:lnTo>
                      <a:pt x="1" y="419"/>
                    </a:lnTo>
                    <a:lnTo>
                      <a:pt x="1" y="419"/>
                    </a:lnTo>
                    <a:lnTo>
                      <a:pt x="1" y="629"/>
                    </a:lnTo>
                    <a:lnTo>
                      <a:pt x="126" y="797"/>
                    </a:lnTo>
                    <a:lnTo>
                      <a:pt x="252" y="923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481" y="1342"/>
                    </a:lnTo>
                    <a:lnTo>
                      <a:pt x="3481" y="1342"/>
                    </a:lnTo>
                    <a:lnTo>
                      <a:pt x="3523" y="1384"/>
                    </a:lnTo>
                    <a:lnTo>
                      <a:pt x="3523" y="1384"/>
                    </a:lnTo>
                    <a:lnTo>
                      <a:pt x="3733" y="1342"/>
                    </a:lnTo>
                    <a:lnTo>
                      <a:pt x="3859" y="1258"/>
                    </a:lnTo>
                    <a:lnTo>
                      <a:pt x="3984" y="1090"/>
                    </a:lnTo>
                    <a:lnTo>
                      <a:pt x="4026" y="923"/>
                    </a:lnTo>
                    <a:lnTo>
                      <a:pt x="4026" y="923"/>
                    </a:lnTo>
                    <a:lnTo>
                      <a:pt x="4026" y="713"/>
                    </a:lnTo>
                    <a:lnTo>
                      <a:pt x="3943" y="545"/>
                    </a:lnTo>
                    <a:lnTo>
                      <a:pt x="3775" y="419"/>
                    </a:lnTo>
                    <a:lnTo>
                      <a:pt x="3607" y="336"/>
                    </a:lnTo>
                    <a:lnTo>
                      <a:pt x="3607" y="336"/>
                    </a:lnTo>
                    <a:lnTo>
                      <a:pt x="588" y="0"/>
                    </a:lnTo>
                    <a:lnTo>
                      <a:pt x="588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216;p17">
                <a:extLst>
                  <a:ext uri="{FF2B5EF4-FFF2-40B4-BE49-F238E27FC236}">
                    <a16:creationId xmlns:a16="http://schemas.microsoft.com/office/drawing/2014/main" id="{BA50E1DB-3507-F714-9D3E-C32B4630F9D8}"/>
                  </a:ext>
                </a:extLst>
              </p:cNvPr>
              <p:cNvSpPr/>
              <p:nvPr/>
            </p:nvSpPr>
            <p:spPr>
              <a:xfrm>
                <a:off x="4680556" y="1258992"/>
                <a:ext cx="78235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01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481" y="1"/>
                    </a:lnTo>
                    <a:lnTo>
                      <a:pt x="3481" y="1"/>
                    </a:lnTo>
                    <a:lnTo>
                      <a:pt x="462" y="294"/>
                    </a:lnTo>
                    <a:lnTo>
                      <a:pt x="462" y="294"/>
                    </a:lnTo>
                    <a:lnTo>
                      <a:pt x="252" y="336"/>
                    </a:lnTo>
                    <a:lnTo>
                      <a:pt x="84" y="462"/>
                    </a:lnTo>
                    <a:lnTo>
                      <a:pt x="0" y="630"/>
                    </a:lnTo>
                    <a:lnTo>
                      <a:pt x="0" y="839"/>
                    </a:lnTo>
                    <a:lnTo>
                      <a:pt x="0" y="839"/>
                    </a:lnTo>
                    <a:lnTo>
                      <a:pt x="42" y="1007"/>
                    </a:lnTo>
                    <a:lnTo>
                      <a:pt x="168" y="1175"/>
                    </a:lnTo>
                    <a:lnTo>
                      <a:pt x="294" y="1259"/>
                    </a:lnTo>
                    <a:lnTo>
                      <a:pt x="504" y="1301"/>
                    </a:lnTo>
                    <a:lnTo>
                      <a:pt x="504" y="1301"/>
                    </a:lnTo>
                    <a:lnTo>
                      <a:pt x="546" y="1301"/>
                    </a:lnTo>
                    <a:lnTo>
                      <a:pt x="546" y="1301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00" y="839"/>
                    </a:lnTo>
                    <a:lnTo>
                      <a:pt x="4026" y="672"/>
                    </a:lnTo>
                    <a:lnTo>
                      <a:pt x="4026" y="462"/>
                    </a:lnTo>
                    <a:lnTo>
                      <a:pt x="4026" y="462"/>
                    </a:lnTo>
                    <a:lnTo>
                      <a:pt x="3984" y="294"/>
                    </a:lnTo>
                    <a:lnTo>
                      <a:pt x="3859" y="126"/>
                    </a:lnTo>
                    <a:lnTo>
                      <a:pt x="3691" y="43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217;p17">
                <a:extLst>
                  <a:ext uri="{FF2B5EF4-FFF2-40B4-BE49-F238E27FC236}">
                    <a16:creationId xmlns:a16="http://schemas.microsoft.com/office/drawing/2014/main" id="{D431A944-F48C-2F26-1766-181CA9C41A1E}"/>
                  </a:ext>
                </a:extLst>
              </p:cNvPr>
              <p:cNvSpPr/>
              <p:nvPr/>
            </p:nvSpPr>
            <p:spPr>
              <a:xfrm>
                <a:off x="6691196" y="1252484"/>
                <a:ext cx="78235" cy="26907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85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294" y="42"/>
                    </a:lnTo>
                    <a:lnTo>
                      <a:pt x="127" y="168"/>
                    </a:lnTo>
                    <a:lnTo>
                      <a:pt x="43" y="294"/>
                    </a:lnTo>
                    <a:lnTo>
                      <a:pt x="1" y="461"/>
                    </a:lnTo>
                    <a:lnTo>
                      <a:pt x="1" y="461"/>
                    </a:lnTo>
                    <a:lnTo>
                      <a:pt x="1" y="671"/>
                    </a:lnTo>
                    <a:lnTo>
                      <a:pt x="85" y="839"/>
                    </a:lnTo>
                    <a:lnTo>
                      <a:pt x="252" y="965"/>
                    </a:lnTo>
                    <a:lnTo>
                      <a:pt x="420" y="1049"/>
                    </a:lnTo>
                    <a:lnTo>
                      <a:pt x="420" y="1049"/>
                    </a:lnTo>
                    <a:lnTo>
                      <a:pt x="3481" y="1342"/>
                    </a:lnTo>
                    <a:lnTo>
                      <a:pt x="3481" y="1342"/>
                    </a:lnTo>
                    <a:lnTo>
                      <a:pt x="3523" y="1384"/>
                    </a:lnTo>
                    <a:lnTo>
                      <a:pt x="3523" y="1384"/>
                    </a:lnTo>
                    <a:lnTo>
                      <a:pt x="3691" y="1342"/>
                    </a:lnTo>
                    <a:lnTo>
                      <a:pt x="3859" y="1216"/>
                    </a:lnTo>
                    <a:lnTo>
                      <a:pt x="3985" y="1090"/>
                    </a:lnTo>
                    <a:lnTo>
                      <a:pt x="4027" y="923"/>
                    </a:lnTo>
                    <a:lnTo>
                      <a:pt x="4027" y="923"/>
                    </a:lnTo>
                    <a:lnTo>
                      <a:pt x="4027" y="713"/>
                    </a:lnTo>
                    <a:lnTo>
                      <a:pt x="3901" y="545"/>
                    </a:lnTo>
                    <a:lnTo>
                      <a:pt x="3775" y="419"/>
                    </a:lnTo>
                    <a:lnTo>
                      <a:pt x="3565" y="336"/>
                    </a:lnTo>
                    <a:lnTo>
                      <a:pt x="3565" y="336"/>
                    </a:lnTo>
                    <a:lnTo>
                      <a:pt x="546" y="42"/>
                    </a:lnTo>
                    <a:lnTo>
                      <a:pt x="546" y="42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218;p17">
                <a:extLst>
                  <a:ext uri="{FF2B5EF4-FFF2-40B4-BE49-F238E27FC236}">
                    <a16:creationId xmlns:a16="http://schemas.microsoft.com/office/drawing/2014/main" id="{B666D4E5-6DF8-96ED-122B-C5DA243848A4}"/>
                  </a:ext>
                </a:extLst>
              </p:cNvPr>
              <p:cNvSpPr/>
              <p:nvPr/>
            </p:nvSpPr>
            <p:spPr>
              <a:xfrm>
                <a:off x="4797876" y="1248404"/>
                <a:ext cx="79031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301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23" y="0"/>
                    </a:lnTo>
                    <a:lnTo>
                      <a:pt x="3523" y="0"/>
                    </a:lnTo>
                    <a:lnTo>
                      <a:pt x="462" y="252"/>
                    </a:lnTo>
                    <a:lnTo>
                      <a:pt x="462" y="252"/>
                    </a:lnTo>
                    <a:lnTo>
                      <a:pt x="294" y="336"/>
                    </a:lnTo>
                    <a:lnTo>
                      <a:pt x="126" y="462"/>
                    </a:lnTo>
                    <a:lnTo>
                      <a:pt x="42" y="629"/>
                    </a:lnTo>
                    <a:lnTo>
                      <a:pt x="0" y="797"/>
                    </a:lnTo>
                    <a:lnTo>
                      <a:pt x="0" y="797"/>
                    </a:lnTo>
                    <a:lnTo>
                      <a:pt x="84" y="1007"/>
                    </a:lnTo>
                    <a:lnTo>
                      <a:pt x="168" y="1133"/>
                    </a:lnTo>
                    <a:lnTo>
                      <a:pt x="336" y="1259"/>
                    </a:lnTo>
                    <a:lnTo>
                      <a:pt x="503" y="1300"/>
                    </a:lnTo>
                    <a:lnTo>
                      <a:pt x="503" y="1300"/>
                    </a:lnTo>
                    <a:lnTo>
                      <a:pt x="587" y="1259"/>
                    </a:lnTo>
                    <a:lnTo>
                      <a:pt x="587" y="1259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816" y="965"/>
                    </a:lnTo>
                    <a:lnTo>
                      <a:pt x="3942" y="839"/>
                    </a:lnTo>
                    <a:lnTo>
                      <a:pt x="4026" y="671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4026" y="294"/>
                    </a:lnTo>
                    <a:lnTo>
                      <a:pt x="3900" y="126"/>
                    </a:lnTo>
                    <a:lnTo>
                      <a:pt x="3732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219;p17">
                <a:extLst>
                  <a:ext uri="{FF2B5EF4-FFF2-40B4-BE49-F238E27FC236}">
                    <a16:creationId xmlns:a16="http://schemas.microsoft.com/office/drawing/2014/main" id="{6F92B1CD-D455-A00B-065A-D8F82F3F724C}"/>
                  </a:ext>
                </a:extLst>
              </p:cNvPr>
              <p:cNvSpPr/>
              <p:nvPr/>
            </p:nvSpPr>
            <p:spPr>
              <a:xfrm>
                <a:off x="6573079" y="1241080"/>
                <a:ext cx="78215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1301" fill="none" extrusionOk="0">
                    <a:moveTo>
                      <a:pt x="503" y="0"/>
                    </a:moveTo>
                    <a:lnTo>
                      <a:pt x="503" y="0"/>
                    </a:lnTo>
                    <a:lnTo>
                      <a:pt x="294" y="42"/>
                    </a:lnTo>
                    <a:lnTo>
                      <a:pt x="168" y="126"/>
                    </a:lnTo>
                    <a:lnTo>
                      <a:pt x="42" y="294"/>
                    </a:lnTo>
                    <a:lnTo>
                      <a:pt x="0" y="461"/>
                    </a:lnTo>
                    <a:lnTo>
                      <a:pt x="0" y="461"/>
                    </a:lnTo>
                    <a:lnTo>
                      <a:pt x="0" y="671"/>
                    </a:lnTo>
                    <a:lnTo>
                      <a:pt x="126" y="839"/>
                    </a:lnTo>
                    <a:lnTo>
                      <a:pt x="252" y="965"/>
                    </a:lnTo>
                    <a:lnTo>
                      <a:pt x="461" y="1006"/>
                    </a:lnTo>
                    <a:lnTo>
                      <a:pt x="461" y="1006"/>
                    </a:lnTo>
                    <a:lnTo>
                      <a:pt x="3481" y="1300"/>
                    </a:lnTo>
                    <a:lnTo>
                      <a:pt x="3481" y="1300"/>
                    </a:lnTo>
                    <a:lnTo>
                      <a:pt x="3523" y="1300"/>
                    </a:lnTo>
                    <a:lnTo>
                      <a:pt x="3523" y="1300"/>
                    </a:lnTo>
                    <a:lnTo>
                      <a:pt x="3732" y="1300"/>
                    </a:lnTo>
                    <a:lnTo>
                      <a:pt x="3858" y="1174"/>
                    </a:lnTo>
                    <a:lnTo>
                      <a:pt x="3984" y="1048"/>
                    </a:lnTo>
                    <a:lnTo>
                      <a:pt x="4026" y="839"/>
                    </a:lnTo>
                    <a:lnTo>
                      <a:pt x="4026" y="839"/>
                    </a:lnTo>
                    <a:lnTo>
                      <a:pt x="4026" y="671"/>
                    </a:lnTo>
                    <a:lnTo>
                      <a:pt x="3942" y="503"/>
                    </a:lnTo>
                    <a:lnTo>
                      <a:pt x="3774" y="377"/>
                    </a:lnTo>
                    <a:lnTo>
                      <a:pt x="3565" y="294"/>
                    </a:lnTo>
                    <a:lnTo>
                      <a:pt x="3565" y="294"/>
                    </a:lnTo>
                    <a:lnTo>
                      <a:pt x="545" y="0"/>
                    </a:lnTo>
                    <a:lnTo>
                      <a:pt x="545" y="0"/>
                    </a:lnTo>
                    <a:lnTo>
                      <a:pt x="50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220;p17">
                <a:extLst>
                  <a:ext uri="{FF2B5EF4-FFF2-40B4-BE49-F238E27FC236}">
                    <a16:creationId xmlns:a16="http://schemas.microsoft.com/office/drawing/2014/main" id="{9923B94C-2717-C1F1-CF47-E37FD9FDFE9C}"/>
                  </a:ext>
                </a:extLst>
              </p:cNvPr>
              <p:cNvSpPr/>
              <p:nvPr/>
            </p:nvSpPr>
            <p:spPr>
              <a:xfrm>
                <a:off x="4915992" y="1238632"/>
                <a:ext cx="79050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59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23" y="0"/>
                    </a:lnTo>
                    <a:lnTo>
                      <a:pt x="3523" y="0"/>
                    </a:lnTo>
                    <a:lnTo>
                      <a:pt x="462" y="252"/>
                    </a:lnTo>
                    <a:lnTo>
                      <a:pt x="462" y="252"/>
                    </a:lnTo>
                    <a:lnTo>
                      <a:pt x="294" y="294"/>
                    </a:lnTo>
                    <a:lnTo>
                      <a:pt x="127" y="420"/>
                    </a:lnTo>
                    <a:lnTo>
                      <a:pt x="43" y="587"/>
                    </a:lnTo>
                    <a:lnTo>
                      <a:pt x="1" y="797"/>
                    </a:lnTo>
                    <a:lnTo>
                      <a:pt x="1" y="797"/>
                    </a:lnTo>
                    <a:lnTo>
                      <a:pt x="43" y="965"/>
                    </a:lnTo>
                    <a:lnTo>
                      <a:pt x="169" y="1132"/>
                    </a:lnTo>
                    <a:lnTo>
                      <a:pt x="336" y="1216"/>
                    </a:lnTo>
                    <a:lnTo>
                      <a:pt x="504" y="1258"/>
                    </a:lnTo>
                    <a:lnTo>
                      <a:pt x="546" y="1258"/>
                    </a:lnTo>
                    <a:lnTo>
                      <a:pt x="546" y="1258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27" y="671"/>
                    </a:lnTo>
                    <a:lnTo>
                      <a:pt x="4069" y="462"/>
                    </a:lnTo>
                    <a:lnTo>
                      <a:pt x="4069" y="462"/>
                    </a:lnTo>
                    <a:lnTo>
                      <a:pt x="4027" y="294"/>
                    </a:lnTo>
                    <a:lnTo>
                      <a:pt x="3901" y="126"/>
                    </a:lnTo>
                    <a:lnTo>
                      <a:pt x="3733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221;p17">
                <a:extLst>
                  <a:ext uri="{FF2B5EF4-FFF2-40B4-BE49-F238E27FC236}">
                    <a16:creationId xmlns:a16="http://schemas.microsoft.com/office/drawing/2014/main" id="{4DCCD979-6174-39F8-F19D-0657FD1DC01B}"/>
                  </a:ext>
                </a:extLst>
              </p:cNvPr>
              <p:cNvSpPr/>
              <p:nvPr/>
            </p:nvSpPr>
            <p:spPr>
              <a:xfrm>
                <a:off x="6454944" y="1231289"/>
                <a:ext cx="79050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59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3"/>
                    </a:lnTo>
                    <a:lnTo>
                      <a:pt x="168" y="127"/>
                    </a:lnTo>
                    <a:lnTo>
                      <a:pt x="42" y="294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0" y="672"/>
                    </a:lnTo>
                    <a:lnTo>
                      <a:pt x="126" y="840"/>
                    </a:lnTo>
                    <a:lnTo>
                      <a:pt x="252" y="965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481" y="1259"/>
                    </a:lnTo>
                    <a:lnTo>
                      <a:pt x="3523" y="1259"/>
                    </a:lnTo>
                    <a:lnTo>
                      <a:pt x="3523" y="1259"/>
                    </a:lnTo>
                    <a:lnTo>
                      <a:pt x="3733" y="1217"/>
                    </a:lnTo>
                    <a:lnTo>
                      <a:pt x="3900" y="1133"/>
                    </a:lnTo>
                    <a:lnTo>
                      <a:pt x="3984" y="965"/>
                    </a:lnTo>
                    <a:lnTo>
                      <a:pt x="4068" y="798"/>
                    </a:lnTo>
                    <a:lnTo>
                      <a:pt x="4068" y="798"/>
                    </a:lnTo>
                    <a:lnTo>
                      <a:pt x="4026" y="588"/>
                    </a:lnTo>
                    <a:lnTo>
                      <a:pt x="3942" y="420"/>
                    </a:lnTo>
                    <a:lnTo>
                      <a:pt x="3775" y="294"/>
                    </a:lnTo>
                    <a:lnTo>
                      <a:pt x="3607" y="252"/>
                    </a:lnTo>
                    <a:lnTo>
                      <a:pt x="3607" y="252"/>
                    </a:lnTo>
                    <a:lnTo>
                      <a:pt x="546" y="1"/>
                    </a:lnTo>
                    <a:lnTo>
                      <a:pt x="546" y="1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222;p17">
                <a:extLst>
                  <a:ext uri="{FF2B5EF4-FFF2-40B4-BE49-F238E27FC236}">
                    <a16:creationId xmlns:a16="http://schemas.microsoft.com/office/drawing/2014/main" id="{FDB6BF69-C7B7-9D7D-613E-64EBF075222A}"/>
                  </a:ext>
                </a:extLst>
              </p:cNvPr>
              <p:cNvSpPr/>
              <p:nvPr/>
            </p:nvSpPr>
            <p:spPr>
              <a:xfrm>
                <a:off x="5034128" y="1229657"/>
                <a:ext cx="79050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60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462" y="211"/>
                    </a:lnTo>
                    <a:lnTo>
                      <a:pt x="462" y="211"/>
                    </a:lnTo>
                    <a:lnTo>
                      <a:pt x="294" y="294"/>
                    </a:lnTo>
                    <a:lnTo>
                      <a:pt x="126" y="420"/>
                    </a:lnTo>
                    <a:lnTo>
                      <a:pt x="43" y="588"/>
                    </a:lnTo>
                    <a:lnTo>
                      <a:pt x="1" y="756"/>
                    </a:lnTo>
                    <a:lnTo>
                      <a:pt x="1" y="756"/>
                    </a:lnTo>
                    <a:lnTo>
                      <a:pt x="43" y="965"/>
                    </a:lnTo>
                    <a:lnTo>
                      <a:pt x="168" y="1091"/>
                    </a:lnTo>
                    <a:lnTo>
                      <a:pt x="336" y="1217"/>
                    </a:lnTo>
                    <a:lnTo>
                      <a:pt x="504" y="1259"/>
                    </a:lnTo>
                    <a:lnTo>
                      <a:pt x="546" y="1259"/>
                    </a:lnTo>
                    <a:lnTo>
                      <a:pt x="546" y="1259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43" y="840"/>
                    </a:lnTo>
                    <a:lnTo>
                      <a:pt x="4026" y="672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3984" y="294"/>
                    </a:lnTo>
                    <a:lnTo>
                      <a:pt x="3901" y="169"/>
                    </a:lnTo>
                    <a:lnTo>
                      <a:pt x="3733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223;p17">
                <a:extLst>
                  <a:ext uri="{FF2B5EF4-FFF2-40B4-BE49-F238E27FC236}">
                    <a16:creationId xmlns:a16="http://schemas.microsoft.com/office/drawing/2014/main" id="{26F4F5BD-0D76-8F57-5441-E8BAAE811558}"/>
                  </a:ext>
                </a:extLst>
              </p:cNvPr>
              <p:cNvSpPr/>
              <p:nvPr/>
            </p:nvSpPr>
            <p:spPr>
              <a:xfrm>
                <a:off x="6336808" y="1223149"/>
                <a:ext cx="79050" cy="23643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17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294" y="0"/>
                    </a:lnTo>
                    <a:lnTo>
                      <a:pt x="169" y="126"/>
                    </a:lnTo>
                    <a:lnTo>
                      <a:pt x="43" y="252"/>
                    </a:lnTo>
                    <a:lnTo>
                      <a:pt x="1" y="462"/>
                    </a:lnTo>
                    <a:lnTo>
                      <a:pt x="1" y="462"/>
                    </a:lnTo>
                    <a:lnTo>
                      <a:pt x="1" y="671"/>
                    </a:lnTo>
                    <a:lnTo>
                      <a:pt x="127" y="839"/>
                    </a:lnTo>
                    <a:lnTo>
                      <a:pt x="294" y="965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523" y="1217"/>
                    </a:lnTo>
                    <a:lnTo>
                      <a:pt x="3565" y="1217"/>
                    </a:lnTo>
                    <a:lnTo>
                      <a:pt x="3565" y="1217"/>
                    </a:lnTo>
                    <a:lnTo>
                      <a:pt x="3733" y="1175"/>
                    </a:lnTo>
                    <a:lnTo>
                      <a:pt x="3901" y="1091"/>
                    </a:lnTo>
                    <a:lnTo>
                      <a:pt x="3985" y="923"/>
                    </a:lnTo>
                    <a:lnTo>
                      <a:pt x="4069" y="713"/>
                    </a:lnTo>
                    <a:lnTo>
                      <a:pt x="4069" y="713"/>
                    </a:lnTo>
                    <a:lnTo>
                      <a:pt x="4027" y="546"/>
                    </a:lnTo>
                    <a:lnTo>
                      <a:pt x="3943" y="378"/>
                    </a:lnTo>
                    <a:lnTo>
                      <a:pt x="3775" y="252"/>
                    </a:lnTo>
                    <a:lnTo>
                      <a:pt x="3565" y="210"/>
                    </a:lnTo>
                    <a:lnTo>
                      <a:pt x="3565" y="210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224;p17">
                <a:extLst>
                  <a:ext uri="{FF2B5EF4-FFF2-40B4-BE49-F238E27FC236}">
                    <a16:creationId xmlns:a16="http://schemas.microsoft.com/office/drawing/2014/main" id="{1D7EDF1A-39A7-9192-219D-631033D7F247}"/>
                  </a:ext>
                </a:extLst>
              </p:cNvPr>
              <p:cNvSpPr/>
              <p:nvPr/>
            </p:nvSpPr>
            <p:spPr>
              <a:xfrm>
                <a:off x="5152264" y="1222333"/>
                <a:ext cx="79031" cy="23643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217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462" y="168"/>
                    </a:lnTo>
                    <a:lnTo>
                      <a:pt x="462" y="168"/>
                    </a:lnTo>
                    <a:lnTo>
                      <a:pt x="294" y="252"/>
                    </a:lnTo>
                    <a:lnTo>
                      <a:pt x="126" y="378"/>
                    </a:lnTo>
                    <a:lnTo>
                      <a:pt x="42" y="546"/>
                    </a:lnTo>
                    <a:lnTo>
                      <a:pt x="0" y="713"/>
                    </a:lnTo>
                    <a:lnTo>
                      <a:pt x="0" y="713"/>
                    </a:lnTo>
                    <a:lnTo>
                      <a:pt x="42" y="923"/>
                    </a:lnTo>
                    <a:lnTo>
                      <a:pt x="168" y="1049"/>
                    </a:lnTo>
                    <a:lnTo>
                      <a:pt x="294" y="1175"/>
                    </a:lnTo>
                    <a:lnTo>
                      <a:pt x="503" y="1217"/>
                    </a:lnTo>
                    <a:lnTo>
                      <a:pt x="545" y="1217"/>
                    </a:lnTo>
                    <a:lnTo>
                      <a:pt x="545" y="1217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4" y="965"/>
                    </a:lnTo>
                    <a:lnTo>
                      <a:pt x="3942" y="839"/>
                    </a:lnTo>
                    <a:lnTo>
                      <a:pt x="4026" y="671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4026" y="294"/>
                    </a:lnTo>
                    <a:lnTo>
                      <a:pt x="3900" y="126"/>
                    </a:lnTo>
                    <a:lnTo>
                      <a:pt x="3733" y="42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225;p17">
                <a:extLst>
                  <a:ext uri="{FF2B5EF4-FFF2-40B4-BE49-F238E27FC236}">
                    <a16:creationId xmlns:a16="http://schemas.microsoft.com/office/drawing/2014/main" id="{56CCE99B-F0E1-79DC-D906-2EE2FDD84B36}"/>
                  </a:ext>
                </a:extLst>
              </p:cNvPr>
              <p:cNvSpPr/>
              <p:nvPr/>
            </p:nvSpPr>
            <p:spPr>
              <a:xfrm>
                <a:off x="5270380" y="1215825"/>
                <a:ext cx="79050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75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24" y="0"/>
                    </a:lnTo>
                    <a:lnTo>
                      <a:pt x="3524" y="0"/>
                    </a:lnTo>
                    <a:lnTo>
                      <a:pt x="504" y="168"/>
                    </a:lnTo>
                    <a:lnTo>
                      <a:pt x="504" y="168"/>
                    </a:lnTo>
                    <a:lnTo>
                      <a:pt x="294" y="210"/>
                    </a:lnTo>
                    <a:lnTo>
                      <a:pt x="127" y="336"/>
                    </a:lnTo>
                    <a:lnTo>
                      <a:pt x="43" y="503"/>
                    </a:lnTo>
                    <a:lnTo>
                      <a:pt x="1" y="713"/>
                    </a:lnTo>
                    <a:lnTo>
                      <a:pt x="1" y="713"/>
                    </a:lnTo>
                    <a:lnTo>
                      <a:pt x="43" y="881"/>
                    </a:lnTo>
                    <a:lnTo>
                      <a:pt x="169" y="1048"/>
                    </a:lnTo>
                    <a:lnTo>
                      <a:pt x="336" y="1132"/>
                    </a:lnTo>
                    <a:lnTo>
                      <a:pt x="504" y="1174"/>
                    </a:lnTo>
                    <a:lnTo>
                      <a:pt x="546" y="1174"/>
                    </a:lnTo>
                    <a:lnTo>
                      <a:pt x="546" y="1174"/>
                    </a:lnTo>
                    <a:lnTo>
                      <a:pt x="3565" y="1006"/>
                    </a:lnTo>
                    <a:lnTo>
                      <a:pt x="3565" y="1006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27" y="671"/>
                    </a:lnTo>
                    <a:lnTo>
                      <a:pt x="4069" y="503"/>
                    </a:lnTo>
                    <a:lnTo>
                      <a:pt x="4069" y="503"/>
                    </a:lnTo>
                    <a:lnTo>
                      <a:pt x="4027" y="294"/>
                    </a:lnTo>
                    <a:lnTo>
                      <a:pt x="3901" y="168"/>
                    </a:lnTo>
                    <a:lnTo>
                      <a:pt x="3733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226;p17">
                <a:extLst>
                  <a:ext uri="{FF2B5EF4-FFF2-40B4-BE49-F238E27FC236}">
                    <a16:creationId xmlns:a16="http://schemas.microsoft.com/office/drawing/2014/main" id="{AC1F9954-3871-0251-BC0D-67420748C149}"/>
                  </a:ext>
                </a:extLst>
              </p:cNvPr>
              <p:cNvSpPr/>
              <p:nvPr/>
            </p:nvSpPr>
            <p:spPr>
              <a:xfrm>
                <a:off x="6218692" y="1215825"/>
                <a:ext cx="78215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1175" fill="none" extrusionOk="0">
                    <a:moveTo>
                      <a:pt x="503" y="0"/>
                    </a:moveTo>
                    <a:lnTo>
                      <a:pt x="503" y="0"/>
                    </a:lnTo>
                    <a:lnTo>
                      <a:pt x="294" y="42"/>
                    </a:lnTo>
                    <a:lnTo>
                      <a:pt x="126" y="168"/>
                    </a:lnTo>
                    <a:lnTo>
                      <a:pt x="42" y="294"/>
                    </a:lnTo>
                    <a:lnTo>
                      <a:pt x="0" y="503"/>
                    </a:lnTo>
                    <a:lnTo>
                      <a:pt x="0" y="503"/>
                    </a:lnTo>
                    <a:lnTo>
                      <a:pt x="0" y="671"/>
                    </a:lnTo>
                    <a:lnTo>
                      <a:pt x="126" y="839"/>
                    </a:lnTo>
                    <a:lnTo>
                      <a:pt x="252" y="965"/>
                    </a:lnTo>
                    <a:lnTo>
                      <a:pt x="461" y="1006"/>
                    </a:lnTo>
                    <a:lnTo>
                      <a:pt x="461" y="1006"/>
                    </a:lnTo>
                    <a:lnTo>
                      <a:pt x="3523" y="1174"/>
                    </a:lnTo>
                    <a:lnTo>
                      <a:pt x="3523" y="1174"/>
                    </a:lnTo>
                    <a:lnTo>
                      <a:pt x="3523" y="1174"/>
                    </a:lnTo>
                    <a:lnTo>
                      <a:pt x="3732" y="1174"/>
                    </a:lnTo>
                    <a:lnTo>
                      <a:pt x="3900" y="1048"/>
                    </a:lnTo>
                    <a:lnTo>
                      <a:pt x="3984" y="881"/>
                    </a:lnTo>
                    <a:lnTo>
                      <a:pt x="4026" y="713"/>
                    </a:lnTo>
                    <a:lnTo>
                      <a:pt x="4026" y="713"/>
                    </a:lnTo>
                    <a:lnTo>
                      <a:pt x="4026" y="503"/>
                    </a:lnTo>
                    <a:lnTo>
                      <a:pt x="3900" y="336"/>
                    </a:lnTo>
                    <a:lnTo>
                      <a:pt x="3774" y="210"/>
                    </a:lnTo>
                    <a:lnTo>
                      <a:pt x="3565" y="168"/>
                    </a:lnTo>
                    <a:lnTo>
                      <a:pt x="3565" y="168"/>
                    </a:lnTo>
                    <a:lnTo>
                      <a:pt x="503" y="0"/>
                    </a:lnTo>
                    <a:lnTo>
                      <a:pt x="503" y="0"/>
                    </a:lnTo>
                    <a:lnTo>
                      <a:pt x="50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227;p17">
                <a:extLst>
                  <a:ext uri="{FF2B5EF4-FFF2-40B4-BE49-F238E27FC236}">
                    <a16:creationId xmlns:a16="http://schemas.microsoft.com/office/drawing/2014/main" id="{6A230241-7727-97A0-2807-92C7FA864EB7}"/>
                  </a:ext>
                </a:extLst>
              </p:cNvPr>
              <p:cNvSpPr/>
              <p:nvPr/>
            </p:nvSpPr>
            <p:spPr>
              <a:xfrm>
                <a:off x="5388516" y="1210929"/>
                <a:ext cx="79050" cy="2201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33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65" y="0"/>
                    </a:lnTo>
                    <a:lnTo>
                      <a:pt x="3565" y="0"/>
                    </a:lnTo>
                    <a:lnTo>
                      <a:pt x="504" y="126"/>
                    </a:lnTo>
                    <a:lnTo>
                      <a:pt x="504" y="126"/>
                    </a:lnTo>
                    <a:lnTo>
                      <a:pt x="294" y="168"/>
                    </a:lnTo>
                    <a:lnTo>
                      <a:pt x="168" y="294"/>
                    </a:lnTo>
                    <a:lnTo>
                      <a:pt x="43" y="462"/>
                    </a:lnTo>
                    <a:lnTo>
                      <a:pt x="1" y="671"/>
                    </a:lnTo>
                    <a:lnTo>
                      <a:pt x="1" y="671"/>
                    </a:lnTo>
                    <a:lnTo>
                      <a:pt x="84" y="839"/>
                    </a:lnTo>
                    <a:lnTo>
                      <a:pt x="168" y="1007"/>
                    </a:lnTo>
                    <a:lnTo>
                      <a:pt x="336" y="1091"/>
                    </a:lnTo>
                    <a:lnTo>
                      <a:pt x="546" y="1133"/>
                    </a:lnTo>
                    <a:lnTo>
                      <a:pt x="546" y="1133"/>
                    </a:lnTo>
                    <a:lnTo>
                      <a:pt x="546" y="1133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68" y="671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294"/>
                    </a:lnTo>
                    <a:lnTo>
                      <a:pt x="3943" y="126"/>
                    </a:lnTo>
                    <a:lnTo>
                      <a:pt x="3775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228;p17">
                <a:extLst>
                  <a:ext uri="{FF2B5EF4-FFF2-40B4-BE49-F238E27FC236}">
                    <a16:creationId xmlns:a16="http://schemas.microsoft.com/office/drawing/2014/main" id="{00DB4B9D-5165-6EE1-35C8-7E1AECEE8494}"/>
                  </a:ext>
                </a:extLst>
              </p:cNvPr>
              <p:cNvSpPr/>
              <p:nvPr/>
            </p:nvSpPr>
            <p:spPr>
              <a:xfrm>
                <a:off x="6099740" y="1210929"/>
                <a:ext cx="79050" cy="2201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33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42" y="294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71"/>
                    </a:lnTo>
                    <a:lnTo>
                      <a:pt x="168" y="839"/>
                    </a:lnTo>
                    <a:lnTo>
                      <a:pt x="294" y="965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3565" y="1133"/>
                    </a:lnTo>
                    <a:lnTo>
                      <a:pt x="3565" y="1133"/>
                    </a:lnTo>
                    <a:lnTo>
                      <a:pt x="3565" y="1133"/>
                    </a:lnTo>
                    <a:lnTo>
                      <a:pt x="3775" y="1091"/>
                    </a:lnTo>
                    <a:lnTo>
                      <a:pt x="3901" y="1007"/>
                    </a:lnTo>
                    <a:lnTo>
                      <a:pt x="4026" y="839"/>
                    </a:lnTo>
                    <a:lnTo>
                      <a:pt x="4068" y="629"/>
                    </a:lnTo>
                    <a:lnTo>
                      <a:pt x="4068" y="629"/>
                    </a:lnTo>
                    <a:lnTo>
                      <a:pt x="4026" y="462"/>
                    </a:lnTo>
                    <a:lnTo>
                      <a:pt x="3942" y="294"/>
                    </a:lnTo>
                    <a:lnTo>
                      <a:pt x="3775" y="168"/>
                    </a:lnTo>
                    <a:lnTo>
                      <a:pt x="3607" y="126"/>
                    </a:lnTo>
                    <a:lnTo>
                      <a:pt x="3607" y="126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229;p17">
                <a:extLst>
                  <a:ext uri="{FF2B5EF4-FFF2-40B4-BE49-F238E27FC236}">
                    <a16:creationId xmlns:a16="http://schemas.microsoft.com/office/drawing/2014/main" id="{AF2EB751-9376-7B39-86BE-5CCD21C561F0}"/>
                  </a:ext>
                </a:extLst>
              </p:cNvPr>
              <p:cNvSpPr/>
              <p:nvPr/>
            </p:nvSpPr>
            <p:spPr>
              <a:xfrm>
                <a:off x="5507468" y="1207665"/>
                <a:ext cx="79031" cy="21215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092" fill="none" extrusionOk="0">
                    <a:moveTo>
                      <a:pt x="3565" y="1"/>
                    </a:moveTo>
                    <a:lnTo>
                      <a:pt x="3523" y="1"/>
                    </a:lnTo>
                    <a:lnTo>
                      <a:pt x="3523" y="1"/>
                    </a:lnTo>
                    <a:lnTo>
                      <a:pt x="503" y="85"/>
                    </a:lnTo>
                    <a:lnTo>
                      <a:pt x="503" y="85"/>
                    </a:lnTo>
                    <a:lnTo>
                      <a:pt x="294" y="126"/>
                    </a:lnTo>
                    <a:lnTo>
                      <a:pt x="126" y="210"/>
                    </a:lnTo>
                    <a:lnTo>
                      <a:pt x="42" y="378"/>
                    </a:lnTo>
                    <a:lnTo>
                      <a:pt x="0" y="588"/>
                    </a:lnTo>
                    <a:lnTo>
                      <a:pt x="0" y="588"/>
                    </a:lnTo>
                    <a:lnTo>
                      <a:pt x="42" y="797"/>
                    </a:lnTo>
                    <a:lnTo>
                      <a:pt x="168" y="923"/>
                    </a:lnTo>
                    <a:lnTo>
                      <a:pt x="294" y="1049"/>
                    </a:lnTo>
                    <a:lnTo>
                      <a:pt x="503" y="1091"/>
                    </a:lnTo>
                    <a:lnTo>
                      <a:pt x="503" y="1091"/>
                    </a:lnTo>
                    <a:lnTo>
                      <a:pt x="503" y="1091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4" y="965"/>
                    </a:lnTo>
                    <a:lnTo>
                      <a:pt x="3942" y="839"/>
                    </a:lnTo>
                    <a:lnTo>
                      <a:pt x="4026" y="672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294"/>
                    </a:lnTo>
                    <a:lnTo>
                      <a:pt x="3900" y="126"/>
                    </a:lnTo>
                    <a:lnTo>
                      <a:pt x="3733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230;p17">
                <a:extLst>
                  <a:ext uri="{FF2B5EF4-FFF2-40B4-BE49-F238E27FC236}">
                    <a16:creationId xmlns:a16="http://schemas.microsoft.com/office/drawing/2014/main" id="{69216B4B-3B75-45B3-924F-FB4A87B6A5D7}"/>
                  </a:ext>
                </a:extLst>
              </p:cNvPr>
              <p:cNvSpPr/>
              <p:nvPr/>
            </p:nvSpPr>
            <p:spPr>
              <a:xfrm>
                <a:off x="5981604" y="1206850"/>
                <a:ext cx="79050" cy="2203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34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294" y="43"/>
                    </a:lnTo>
                    <a:lnTo>
                      <a:pt x="169" y="168"/>
                    </a:lnTo>
                    <a:lnTo>
                      <a:pt x="43" y="336"/>
                    </a:lnTo>
                    <a:lnTo>
                      <a:pt x="1" y="504"/>
                    </a:lnTo>
                    <a:lnTo>
                      <a:pt x="1" y="504"/>
                    </a:lnTo>
                    <a:lnTo>
                      <a:pt x="43" y="714"/>
                    </a:lnTo>
                    <a:lnTo>
                      <a:pt x="127" y="881"/>
                    </a:lnTo>
                    <a:lnTo>
                      <a:pt x="294" y="1007"/>
                    </a:lnTo>
                    <a:lnTo>
                      <a:pt x="504" y="1049"/>
                    </a:lnTo>
                    <a:lnTo>
                      <a:pt x="504" y="1049"/>
                    </a:lnTo>
                    <a:lnTo>
                      <a:pt x="3523" y="1133"/>
                    </a:lnTo>
                    <a:lnTo>
                      <a:pt x="3565" y="1133"/>
                    </a:lnTo>
                    <a:lnTo>
                      <a:pt x="3565" y="1133"/>
                    </a:lnTo>
                    <a:lnTo>
                      <a:pt x="3733" y="1091"/>
                    </a:lnTo>
                    <a:lnTo>
                      <a:pt x="3901" y="965"/>
                    </a:lnTo>
                    <a:lnTo>
                      <a:pt x="4027" y="798"/>
                    </a:lnTo>
                    <a:lnTo>
                      <a:pt x="4069" y="630"/>
                    </a:lnTo>
                    <a:lnTo>
                      <a:pt x="4069" y="630"/>
                    </a:lnTo>
                    <a:lnTo>
                      <a:pt x="4027" y="420"/>
                    </a:lnTo>
                    <a:lnTo>
                      <a:pt x="3943" y="252"/>
                    </a:lnTo>
                    <a:lnTo>
                      <a:pt x="3775" y="127"/>
                    </a:lnTo>
                    <a:lnTo>
                      <a:pt x="3565" y="85"/>
                    </a:lnTo>
                    <a:lnTo>
                      <a:pt x="3565" y="85"/>
                    </a:lnTo>
                    <a:lnTo>
                      <a:pt x="504" y="1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231;p17">
                <a:extLst>
                  <a:ext uri="{FF2B5EF4-FFF2-40B4-BE49-F238E27FC236}">
                    <a16:creationId xmlns:a16="http://schemas.microsoft.com/office/drawing/2014/main" id="{011F3960-00D4-30B9-BED5-ADCA89593B7B}"/>
                  </a:ext>
                </a:extLst>
              </p:cNvPr>
              <p:cNvSpPr/>
              <p:nvPr/>
            </p:nvSpPr>
            <p:spPr>
              <a:xfrm>
                <a:off x="5625584" y="1205218"/>
                <a:ext cx="79050" cy="2039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50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65" y="1"/>
                    </a:lnTo>
                    <a:lnTo>
                      <a:pt x="504" y="43"/>
                    </a:lnTo>
                    <a:lnTo>
                      <a:pt x="504" y="43"/>
                    </a:lnTo>
                    <a:lnTo>
                      <a:pt x="336" y="85"/>
                    </a:lnTo>
                    <a:lnTo>
                      <a:pt x="169" y="211"/>
                    </a:lnTo>
                    <a:lnTo>
                      <a:pt x="43" y="378"/>
                    </a:lnTo>
                    <a:lnTo>
                      <a:pt x="1" y="588"/>
                    </a:lnTo>
                    <a:lnTo>
                      <a:pt x="1" y="588"/>
                    </a:lnTo>
                    <a:lnTo>
                      <a:pt x="43" y="756"/>
                    </a:lnTo>
                    <a:lnTo>
                      <a:pt x="169" y="923"/>
                    </a:lnTo>
                    <a:lnTo>
                      <a:pt x="336" y="1049"/>
                    </a:lnTo>
                    <a:lnTo>
                      <a:pt x="504" y="1049"/>
                    </a:lnTo>
                    <a:lnTo>
                      <a:pt x="546" y="1049"/>
                    </a:lnTo>
                    <a:lnTo>
                      <a:pt x="546" y="1049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43" y="882"/>
                    </a:lnTo>
                    <a:lnTo>
                      <a:pt x="4027" y="714"/>
                    </a:lnTo>
                    <a:lnTo>
                      <a:pt x="4069" y="504"/>
                    </a:lnTo>
                    <a:lnTo>
                      <a:pt x="4069" y="504"/>
                    </a:lnTo>
                    <a:lnTo>
                      <a:pt x="4027" y="294"/>
                    </a:lnTo>
                    <a:lnTo>
                      <a:pt x="3943" y="169"/>
                    </a:lnTo>
                    <a:lnTo>
                      <a:pt x="3775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232;p17">
                <a:extLst>
                  <a:ext uri="{FF2B5EF4-FFF2-40B4-BE49-F238E27FC236}">
                    <a16:creationId xmlns:a16="http://schemas.microsoft.com/office/drawing/2014/main" id="{A9229E95-E9A2-3971-00B1-CED70C74B022}"/>
                  </a:ext>
                </a:extLst>
              </p:cNvPr>
              <p:cNvSpPr/>
              <p:nvPr/>
            </p:nvSpPr>
            <p:spPr>
              <a:xfrm>
                <a:off x="5862672" y="1205218"/>
                <a:ext cx="79031" cy="20399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050" fill="none" extrusionOk="0">
                    <a:moveTo>
                      <a:pt x="545" y="1"/>
                    </a:moveTo>
                    <a:lnTo>
                      <a:pt x="545" y="1"/>
                    </a:lnTo>
                    <a:lnTo>
                      <a:pt x="545" y="1"/>
                    </a:lnTo>
                    <a:lnTo>
                      <a:pt x="336" y="43"/>
                    </a:lnTo>
                    <a:lnTo>
                      <a:pt x="168" y="169"/>
                    </a:lnTo>
                    <a:lnTo>
                      <a:pt x="42" y="294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42" y="714"/>
                    </a:lnTo>
                    <a:lnTo>
                      <a:pt x="168" y="882"/>
                    </a:lnTo>
                    <a:lnTo>
                      <a:pt x="336" y="965"/>
                    </a:lnTo>
                    <a:lnTo>
                      <a:pt x="503" y="1007"/>
                    </a:lnTo>
                    <a:lnTo>
                      <a:pt x="503" y="1007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74" y="1007"/>
                    </a:lnTo>
                    <a:lnTo>
                      <a:pt x="3942" y="923"/>
                    </a:lnTo>
                    <a:lnTo>
                      <a:pt x="4026" y="756"/>
                    </a:lnTo>
                    <a:lnTo>
                      <a:pt x="4068" y="546"/>
                    </a:lnTo>
                    <a:lnTo>
                      <a:pt x="4068" y="546"/>
                    </a:lnTo>
                    <a:lnTo>
                      <a:pt x="4068" y="378"/>
                    </a:lnTo>
                    <a:lnTo>
                      <a:pt x="3942" y="211"/>
                    </a:lnTo>
                    <a:lnTo>
                      <a:pt x="3774" y="85"/>
                    </a:lnTo>
                    <a:lnTo>
                      <a:pt x="3565" y="43"/>
                    </a:lnTo>
                    <a:lnTo>
                      <a:pt x="3565" y="43"/>
                    </a:lnTo>
                    <a:lnTo>
                      <a:pt x="54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233;p17">
                <a:extLst>
                  <a:ext uri="{FF2B5EF4-FFF2-40B4-BE49-F238E27FC236}">
                    <a16:creationId xmlns:a16="http://schemas.microsoft.com/office/drawing/2014/main" id="{C96DD1BC-42FA-584F-FC40-89CF5C9331EF}"/>
                  </a:ext>
                </a:extLst>
              </p:cNvPr>
              <p:cNvSpPr/>
              <p:nvPr/>
            </p:nvSpPr>
            <p:spPr>
              <a:xfrm>
                <a:off x="5744536" y="1205218"/>
                <a:ext cx="79050" cy="19583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08" fill="none" extrusionOk="0">
                    <a:moveTo>
                      <a:pt x="2349" y="1"/>
                    </a:moveTo>
                    <a:lnTo>
                      <a:pt x="2349" y="1"/>
                    </a:lnTo>
                    <a:lnTo>
                      <a:pt x="504" y="1"/>
                    </a:lnTo>
                    <a:lnTo>
                      <a:pt x="504" y="1"/>
                    </a:lnTo>
                    <a:lnTo>
                      <a:pt x="294" y="43"/>
                    </a:lnTo>
                    <a:lnTo>
                      <a:pt x="126" y="127"/>
                    </a:lnTo>
                    <a:lnTo>
                      <a:pt x="42" y="294"/>
                    </a:lnTo>
                    <a:lnTo>
                      <a:pt x="1" y="504"/>
                    </a:lnTo>
                    <a:lnTo>
                      <a:pt x="1" y="504"/>
                    </a:lnTo>
                    <a:lnTo>
                      <a:pt x="42" y="714"/>
                    </a:lnTo>
                    <a:lnTo>
                      <a:pt x="126" y="840"/>
                    </a:lnTo>
                    <a:lnTo>
                      <a:pt x="294" y="965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2349" y="1007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33" y="965"/>
                    </a:lnTo>
                    <a:lnTo>
                      <a:pt x="3901" y="840"/>
                    </a:lnTo>
                    <a:lnTo>
                      <a:pt x="4026" y="672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294"/>
                    </a:lnTo>
                    <a:lnTo>
                      <a:pt x="3901" y="127"/>
                    </a:lnTo>
                    <a:lnTo>
                      <a:pt x="3775" y="43"/>
                    </a:lnTo>
                    <a:lnTo>
                      <a:pt x="3565" y="1"/>
                    </a:lnTo>
                    <a:lnTo>
                      <a:pt x="2349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7" name="Google Shape;345;p17">
              <a:extLst>
                <a:ext uri="{FF2B5EF4-FFF2-40B4-BE49-F238E27FC236}">
                  <a16:creationId xmlns:a16="http://schemas.microsoft.com/office/drawing/2014/main" id="{F4D4F18E-F471-E72A-3A46-B6ABBB32FB50}"/>
                </a:ext>
              </a:extLst>
            </p:cNvPr>
            <p:cNvSpPr/>
            <p:nvPr/>
          </p:nvSpPr>
          <p:spPr>
            <a:xfrm>
              <a:off x="2462974" y="1276425"/>
              <a:ext cx="1097400" cy="1097400"/>
            </a:xfrm>
            <a:prstGeom prst="ellipse">
              <a:avLst/>
            </a:prstGeom>
            <a:solidFill>
              <a:srgbClr val="7E0029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28575" dir="5400000" algn="bl" rotWithShape="0">
                <a:srgbClr val="000000">
                  <a:alpha val="22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346;p17">
              <a:extLst>
                <a:ext uri="{FF2B5EF4-FFF2-40B4-BE49-F238E27FC236}">
                  <a16:creationId xmlns:a16="http://schemas.microsoft.com/office/drawing/2014/main" id="{7DDA40CC-3455-86D8-C49D-16164F2CD6E1}"/>
                </a:ext>
              </a:extLst>
            </p:cNvPr>
            <p:cNvSpPr txBox="1"/>
            <p:nvPr/>
          </p:nvSpPr>
          <p:spPr>
            <a:xfrm>
              <a:off x="4112899" y="1538152"/>
              <a:ext cx="2604756" cy="32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s-ES_tradnl" sz="3000" b="1" dirty="0">
                  <a:solidFill>
                    <a:schemeClr val="bg1"/>
                  </a:solidFill>
                </a:rPr>
                <a:t>Set </a:t>
              </a:r>
              <a:r>
                <a:rPr lang="es-ES_tradnl" sz="3000" b="1" dirty="0" err="1">
                  <a:solidFill>
                    <a:schemeClr val="bg1"/>
                  </a:solidFill>
                </a:rPr>
                <a:t>prices</a:t>
              </a:r>
              <a:r>
                <a:rPr lang="es-ES_tradnl" sz="3000" b="1" dirty="0">
                  <a:solidFill>
                    <a:schemeClr val="bg1"/>
                  </a:solidFill>
                </a:rPr>
                <a:t> as formulas</a:t>
              </a:r>
            </a:p>
          </p:txBody>
        </p:sp>
        <p:sp>
          <p:nvSpPr>
            <p:cNvPr id="240" name="Google Shape;348;p17">
              <a:extLst>
                <a:ext uri="{FF2B5EF4-FFF2-40B4-BE49-F238E27FC236}">
                  <a16:creationId xmlns:a16="http://schemas.microsoft.com/office/drawing/2014/main" id="{B939A387-C5D7-C352-AB62-063618357454}"/>
                </a:ext>
              </a:extLst>
            </p:cNvPr>
            <p:cNvSpPr txBox="1"/>
            <p:nvPr/>
          </p:nvSpPr>
          <p:spPr>
            <a:xfrm>
              <a:off x="2610423" y="1559017"/>
              <a:ext cx="8025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4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362" name="Grupo 361">
            <a:extLst>
              <a:ext uri="{FF2B5EF4-FFF2-40B4-BE49-F238E27FC236}">
                <a16:creationId xmlns:a16="http://schemas.microsoft.com/office/drawing/2014/main" id="{D471FBB3-6B22-61A5-A279-32F7A8771A89}"/>
              </a:ext>
            </a:extLst>
          </p:cNvPr>
          <p:cNvGrpSpPr/>
          <p:nvPr/>
        </p:nvGrpSpPr>
        <p:grpSpPr>
          <a:xfrm>
            <a:off x="3533958" y="2819387"/>
            <a:ext cx="8377200" cy="1605600"/>
            <a:chOff x="1888619" y="2339601"/>
            <a:chExt cx="5539208" cy="1161382"/>
          </a:xfrm>
        </p:grpSpPr>
        <p:sp>
          <p:nvSpPr>
            <p:cNvPr id="14" name="Google Shape;122;p17">
              <a:extLst>
                <a:ext uri="{FF2B5EF4-FFF2-40B4-BE49-F238E27FC236}">
                  <a16:creationId xmlns:a16="http://schemas.microsoft.com/office/drawing/2014/main" id="{F0941221-E904-82A9-33DF-415399A63CFA}"/>
                </a:ext>
              </a:extLst>
            </p:cNvPr>
            <p:cNvSpPr/>
            <p:nvPr/>
          </p:nvSpPr>
          <p:spPr>
            <a:xfrm>
              <a:off x="1888619" y="2422000"/>
              <a:ext cx="5539208" cy="1078983"/>
            </a:xfrm>
            <a:custGeom>
              <a:avLst/>
              <a:gdLst/>
              <a:ahLst/>
              <a:cxnLst/>
              <a:rect l="l" t="t" r="r" b="b"/>
              <a:pathLst>
                <a:path w="285122" h="65294" extrusionOk="0">
                  <a:moveTo>
                    <a:pt x="232283" y="0"/>
                  </a:moveTo>
                  <a:lnTo>
                    <a:pt x="228341" y="42"/>
                  </a:lnTo>
                  <a:lnTo>
                    <a:pt x="224441" y="126"/>
                  </a:lnTo>
                  <a:lnTo>
                    <a:pt x="220583" y="210"/>
                  </a:lnTo>
                  <a:lnTo>
                    <a:pt x="216808" y="378"/>
                  </a:lnTo>
                  <a:lnTo>
                    <a:pt x="213076" y="545"/>
                  </a:lnTo>
                  <a:lnTo>
                    <a:pt x="209386" y="755"/>
                  </a:lnTo>
                  <a:lnTo>
                    <a:pt x="205695" y="1007"/>
                  </a:lnTo>
                  <a:lnTo>
                    <a:pt x="202089" y="1258"/>
                  </a:lnTo>
                  <a:lnTo>
                    <a:pt x="194960" y="1845"/>
                  </a:lnTo>
                  <a:lnTo>
                    <a:pt x="187957" y="2516"/>
                  </a:lnTo>
                  <a:lnTo>
                    <a:pt x="181037" y="3271"/>
                  </a:lnTo>
                  <a:lnTo>
                    <a:pt x="174160" y="4026"/>
                  </a:lnTo>
                  <a:lnTo>
                    <a:pt x="160573" y="5662"/>
                  </a:lnTo>
                  <a:lnTo>
                    <a:pt x="152395" y="6668"/>
                  </a:lnTo>
                  <a:lnTo>
                    <a:pt x="144134" y="7633"/>
                  </a:lnTo>
                  <a:lnTo>
                    <a:pt x="135831" y="8555"/>
                  </a:lnTo>
                  <a:lnTo>
                    <a:pt x="131595" y="8974"/>
                  </a:lnTo>
                  <a:lnTo>
                    <a:pt x="127360" y="9394"/>
                  </a:lnTo>
                  <a:lnTo>
                    <a:pt x="123082" y="9729"/>
                  </a:lnTo>
                  <a:lnTo>
                    <a:pt x="118721" y="10107"/>
                  </a:lnTo>
                  <a:lnTo>
                    <a:pt x="114318" y="10400"/>
                  </a:lnTo>
                  <a:lnTo>
                    <a:pt x="109872" y="10694"/>
                  </a:lnTo>
                  <a:lnTo>
                    <a:pt x="105343" y="10904"/>
                  </a:lnTo>
                  <a:lnTo>
                    <a:pt x="100772" y="11113"/>
                  </a:lnTo>
                  <a:lnTo>
                    <a:pt x="96075" y="11239"/>
                  </a:lnTo>
                  <a:lnTo>
                    <a:pt x="91337" y="11323"/>
                  </a:lnTo>
                  <a:lnTo>
                    <a:pt x="86514" y="11365"/>
                  </a:lnTo>
                  <a:lnTo>
                    <a:pt x="81566" y="11323"/>
                  </a:lnTo>
                  <a:lnTo>
                    <a:pt x="76533" y="11239"/>
                  </a:lnTo>
                  <a:lnTo>
                    <a:pt x="71417" y="11113"/>
                  </a:lnTo>
                  <a:lnTo>
                    <a:pt x="66175" y="10904"/>
                  </a:lnTo>
                  <a:lnTo>
                    <a:pt x="60849" y="10610"/>
                  </a:lnTo>
                  <a:lnTo>
                    <a:pt x="55356" y="10233"/>
                  </a:lnTo>
                  <a:lnTo>
                    <a:pt x="49778" y="9813"/>
                  </a:lnTo>
                  <a:lnTo>
                    <a:pt x="44075" y="9268"/>
                  </a:lnTo>
                  <a:lnTo>
                    <a:pt x="38204" y="8681"/>
                  </a:lnTo>
                  <a:lnTo>
                    <a:pt x="32207" y="7968"/>
                  </a:lnTo>
                  <a:lnTo>
                    <a:pt x="26085" y="7171"/>
                  </a:lnTo>
                  <a:lnTo>
                    <a:pt x="19794" y="6291"/>
                  </a:lnTo>
                  <a:lnTo>
                    <a:pt x="13378" y="5326"/>
                  </a:lnTo>
                  <a:lnTo>
                    <a:pt x="6752" y="4236"/>
                  </a:lnTo>
                  <a:lnTo>
                    <a:pt x="1" y="3062"/>
                  </a:lnTo>
                  <a:lnTo>
                    <a:pt x="714" y="4781"/>
                  </a:lnTo>
                  <a:lnTo>
                    <a:pt x="1427" y="6458"/>
                  </a:lnTo>
                  <a:lnTo>
                    <a:pt x="2181" y="8094"/>
                  </a:lnTo>
                  <a:lnTo>
                    <a:pt x="2978" y="9687"/>
                  </a:lnTo>
                  <a:lnTo>
                    <a:pt x="3775" y="11239"/>
                  </a:lnTo>
                  <a:lnTo>
                    <a:pt x="4572" y="12749"/>
                  </a:lnTo>
                  <a:lnTo>
                    <a:pt x="5410" y="14174"/>
                  </a:lnTo>
                  <a:lnTo>
                    <a:pt x="6249" y="15600"/>
                  </a:lnTo>
                  <a:lnTo>
                    <a:pt x="7088" y="16942"/>
                  </a:lnTo>
                  <a:lnTo>
                    <a:pt x="7927" y="18284"/>
                  </a:lnTo>
                  <a:lnTo>
                    <a:pt x="8765" y="19542"/>
                  </a:lnTo>
                  <a:lnTo>
                    <a:pt x="9604" y="20758"/>
                  </a:lnTo>
                  <a:lnTo>
                    <a:pt x="11281" y="23023"/>
                  </a:lnTo>
                  <a:lnTo>
                    <a:pt x="12875" y="25078"/>
                  </a:lnTo>
                  <a:lnTo>
                    <a:pt x="14385" y="26923"/>
                  </a:lnTo>
                  <a:lnTo>
                    <a:pt x="15769" y="28558"/>
                  </a:lnTo>
                  <a:lnTo>
                    <a:pt x="17027" y="29942"/>
                  </a:lnTo>
                  <a:lnTo>
                    <a:pt x="18117" y="31075"/>
                  </a:lnTo>
                  <a:lnTo>
                    <a:pt x="18998" y="31997"/>
                  </a:lnTo>
                  <a:lnTo>
                    <a:pt x="19669" y="32626"/>
                  </a:lnTo>
                  <a:lnTo>
                    <a:pt x="20256" y="33171"/>
                  </a:lnTo>
                  <a:lnTo>
                    <a:pt x="19920" y="33675"/>
                  </a:lnTo>
                  <a:lnTo>
                    <a:pt x="18914" y="35184"/>
                  </a:lnTo>
                  <a:lnTo>
                    <a:pt x="17278" y="37491"/>
                  </a:lnTo>
                  <a:lnTo>
                    <a:pt x="16230" y="38958"/>
                  </a:lnTo>
                  <a:lnTo>
                    <a:pt x="15056" y="40552"/>
                  </a:lnTo>
                  <a:lnTo>
                    <a:pt x="13672" y="42313"/>
                  </a:lnTo>
                  <a:lnTo>
                    <a:pt x="12162" y="44200"/>
                  </a:lnTo>
                  <a:lnTo>
                    <a:pt x="10485" y="46213"/>
                  </a:lnTo>
                  <a:lnTo>
                    <a:pt x="8681" y="48352"/>
                  </a:lnTo>
                  <a:lnTo>
                    <a:pt x="6752" y="50533"/>
                  </a:lnTo>
                  <a:lnTo>
                    <a:pt x="4614" y="52797"/>
                  </a:lnTo>
                  <a:lnTo>
                    <a:pt x="2391" y="55146"/>
                  </a:lnTo>
                  <a:lnTo>
                    <a:pt x="1" y="57536"/>
                  </a:lnTo>
                  <a:lnTo>
                    <a:pt x="6375" y="58626"/>
                  </a:lnTo>
                  <a:lnTo>
                    <a:pt x="12581" y="59633"/>
                  </a:lnTo>
                  <a:lnTo>
                    <a:pt x="18704" y="60555"/>
                  </a:lnTo>
                  <a:lnTo>
                    <a:pt x="24701" y="61394"/>
                  </a:lnTo>
                  <a:lnTo>
                    <a:pt x="30572" y="62107"/>
                  </a:lnTo>
                  <a:lnTo>
                    <a:pt x="36359" y="62778"/>
                  </a:lnTo>
                  <a:lnTo>
                    <a:pt x="42062" y="63323"/>
                  </a:lnTo>
                  <a:lnTo>
                    <a:pt x="47640" y="63826"/>
                  </a:lnTo>
                  <a:lnTo>
                    <a:pt x="53133" y="64246"/>
                  </a:lnTo>
                  <a:lnTo>
                    <a:pt x="58543" y="64581"/>
                  </a:lnTo>
                  <a:lnTo>
                    <a:pt x="63827" y="64833"/>
                  </a:lnTo>
                  <a:lnTo>
                    <a:pt x="69069" y="65042"/>
                  </a:lnTo>
                  <a:lnTo>
                    <a:pt x="74227" y="65168"/>
                  </a:lnTo>
                  <a:lnTo>
                    <a:pt x="79301" y="65252"/>
                  </a:lnTo>
                  <a:lnTo>
                    <a:pt x="84292" y="65294"/>
                  </a:lnTo>
                  <a:lnTo>
                    <a:pt x="89198" y="65252"/>
                  </a:lnTo>
                  <a:lnTo>
                    <a:pt x="94063" y="65168"/>
                  </a:lnTo>
                  <a:lnTo>
                    <a:pt x="98885" y="65042"/>
                  </a:lnTo>
                  <a:lnTo>
                    <a:pt x="103624" y="64875"/>
                  </a:lnTo>
                  <a:lnTo>
                    <a:pt x="108321" y="64665"/>
                  </a:lnTo>
                  <a:lnTo>
                    <a:pt x="112934" y="64413"/>
                  </a:lnTo>
                  <a:lnTo>
                    <a:pt x="117547" y="64120"/>
                  </a:lnTo>
                  <a:lnTo>
                    <a:pt x="122076" y="63784"/>
                  </a:lnTo>
                  <a:lnTo>
                    <a:pt x="126605" y="63449"/>
                  </a:lnTo>
                  <a:lnTo>
                    <a:pt x="131092" y="63071"/>
                  </a:lnTo>
                  <a:lnTo>
                    <a:pt x="135537" y="62694"/>
                  </a:lnTo>
                  <a:lnTo>
                    <a:pt x="144344" y="61855"/>
                  </a:lnTo>
                  <a:lnTo>
                    <a:pt x="153066" y="60933"/>
                  </a:lnTo>
                  <a:lnTo>
                    <a:pt x="161747" y="60052"/>
                  </a:lnTo>
                  <a:lnTo>
                    <a:pt x="175963" y="58542"/>
                  </a:lnTo>
                  <a:lnTo>
                    <a:pt x="183134" y="57829"/>
                  </a:lnTo>
                  <a:lnTo>
                    <a:pt x="190305" y="57158"/>
                  </a:lnTo>
                  <a:lnTo>
                    <a:pt x="197518" y="56529"/>
                  </a:lnTo>
                  <a:lnTo>
                    <a:pt x="204815" y="55984"/>
                  </a:lnTo>
                  <a:lnTo>
                    <a:pt x="212195" y="55523"/>
                  </a:lnTo>
                  <a:lnTo>
                    <a:pt x="215928" y="55313"/>
                  </a:lnTo>
                  <a:lnTo>
                    <a:pt x="219702" y="55146"/>
                  </a:lnTo>
                  <a:lnTo>
                    <a:pt x="223476" y="55020"/>
                  </a:lnTo>
                  <a:lnTo>
                    <a:pt x="227292" y="54894"/>
                  </a:lnTo>
                  <a:lnTo>
                    <a:pt x="231150" y="54852"/>
                  </a:lnTo>
                  <a:lnTo>
                    <a:pt x="235009" y="54768"/>
                  </a:lnTo>
                  <a:lnTo>
                    <a:pt x="238950" y="54768"/>
                  </a:lnTo>
                  <a:lnTo>
                    <a:pt x="242892" y="54810"/>
                  </a:lnTo>
                  <a:lnTo>
                    <a:pt x="246918" y="54894"/>
                  </a:lnTo>
                  <a:lnTo>
                    <a:pt x="250944" y="54978"/>
                  </a:lnTo>
                  <a:lnTo>
                    <a:pt x="255054" y="55146"/>
                  </a:lnTo>
                  <a:lnTo>
                    <a:pt x="259164" y="55313"/>
                  </a:lnTo>
                  <a:lnTo>
                    <a:pt x="263357" y="55565"/>
                  </a:lnTo>
                  <a:lnTo>
                    <a:pt x="267593" y="55858"/>
                  </a:lnTo>
                  <a:lnTo>
                    <a:pt x="271912" y="56194"/>
                  </a:lnTo>
                  <a:lnTo>
                    <a:pt x="276273" y="56571"/>
                  </a:lnTo>
                  <a:lnTo>
                    <a:pt x="280677" y="57033"/>
                  </a:lnTo>
                  <a:lnTo>
                    <a:pt x="285122" y="57536"/>
                  </a:lnTo>
                  <a:lnTo>
                    <a:pt x="285122" y="3062"/>
                  </a:lnTo>
                  <a:lnTo>
                    <a:pt x="280299" y="2474"/>
                  </a:lnTo>
                  <a:lnTo>
                    <a:pt x="275518" y="2013"/>
                  </a:lnTo>
                  <a:lnTo>
                    <a:pt x="270822" y="1552"/>
                  </a:lnTo>
                  <a:lnTo>
                    <a:pt x="266251" y="1216"/>
                  </a:lnTo>
                  <a:lnTo>
                    <a:pt x="261722" y="881"/>
                  </a:lnTo>
                  <a:lnTo>
                    <a:pt x="257318" y="587"/>
                  </a:lnTo>
                  <a:lnTo>
                    <a:pt x="252957" y="378"/>
                  </a:lnTo>
                  <a:lnTo>
                    <a:pt x="248680" y="210"/>
                  </a:lnTo>
                  <a:lnTo>
                    <a:pt x="244486" y="84"/>
                  </a:lnTo>
                  <a:lnTo>
                    <a:pt x="240334" y="0"/>
                  </a:lnTo>
                  <a:close/>
                </a:path>
              </a:pathLst>
            </a:custGeom>
            <a:solidFill>
              <a:srgbClr val="B3043E">
                <a:alpha val="80000"/>
              </a:srgbClr>
            </a:solidFill>
            <a:ln>
              <a:noFill/>
            </a:ln>
            <a:effectLst>
              <a:outerShdw blurRad="57150" dist="28575" dir="5400000" algn="bl" rotWithShape="0">
                <a:srgbClr val="000000">
                  <a:alpha val="23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6" name="Google Shape;234;p17">
              <a:extLst>
                <a:ext uri="{FF2B5EF4-FFF2-40B4-BE49-F238E27FC236}">
                  <a16:creationId xmlns:a16="http://schemas.microsoft.com/office/drawing/2014/main" id="{FC0E1825-D81D-14B8-CB87-E6C7974E28E9}"/>
                </a:ext>
              </a:extLst>
            </p:cNvPr>
            <p:cNvGrpSpPr/>
            <p:nvPr/>
          </p:nvGrpSpPr>
          <p:grpSpPr>
            <a:xfrm>
              <a:off x="1959087" y="2473674"/>
              <a:ext cx="5403973" cy="995137"/>
              <a:chOff x="1963569" y="2884300"/>
              <a:chExt cx="5403973" cy="1169924"/>
            </a:xfrm>
          </p:grpSpPr>
          <p:sp>
            <p:nvSpPr>
              <p:cNvPr id="127" name="Google Shape;235;p17">
                <a:extLst>
                  <a:ext uri="{FF2B5EF4-FFF2-40B4-BE49-F238E27FC236}">
                    <a16:creationId xmlns:a16="http://schemas.microsoft.com/office/drawing/2014/main" id="{04E42348-176B-8761-BB0B-898CF43C5FDF}"/>
                  </a:ext>
                </a:extLst>
              </p:cNvPr>
              <p:cNvSpPr/>
              <p:nvPr/>
            </p:nvSpPr>
            <p:spPr>
              <a:xfrm>
                <a:off x="1963569" y="2884300"/>
                <a:ext cx="5403973" cy="1169924"/>
              </a:xfrm>
              <a:custGeom>
                <a:avLst/>
                <a:gdLst/>
                <a:ahLst/>
                <a:cxnLst/>
                <a:rect l="l" t="t" r="r" b="b"/>
                <a:pathLst>
                  <a:path w="278161" h="60220" extrusionOk="0">
                    <a:moveTo>
                      <a:pt x="227838" y="0"/>
                    </a:moveTo>
                    <a:lnTo>
                      <a:pt x="224776" y="42"/>
                    </a:lnTo>
                    <a:lnTo>
                      <a:pt x="224567" y="84"/>
                    </a:lnTo>
                    <a:lnTo>
                      <a:pt x="224441" y="210"/>
                    </a:lnTo>
                    <a:lnTo>
                      <a:pt x="224315" y="378"/>
                    </a:lnTo>
                    <a:lnTo>
                      <a:pt x="224273" y="545"/>
                    </a:lnTo>
                    <a:lnTo>
                      <a:pt x="224315" y="755"/>
                    </a:lnTo>
                    <a:lnTo>
                      <a:pt x="224441" y="923"/>
                    </a:lnTo>
                    <a:lnTo>
                      <a:pt x="224609" y="1007"/>
                    </a:lnTo>
                    <a:lnTo>
                      <a:pt x="224776" y="1049"/>
                    </a:lnTo>
                    <a:lnTo>
                      <a:pt x="227838" y="1049"/>
                    </a:lnTo>
                    <a:lnTo>
                      <a:pt x="228047" y="1007"/>
                    </a:lnTo>
                    <a:lnTo>
                      <a:pt x="228215" y="881"/>
                    </a:lnTo>
                    <a:lnTo>
                      <a:pt x="228299" y="713"/>
                    </a:lnTo>
                    <a:lnTo>
                      <a:pt x="228341" y="503"/>
                    </a:lnTo>
                    <a:lnTo>
                      <a:pt x="228299" y="336"/>
                    </a:lnTo>
                    <a:lnTo>
                      <a:pt x="228215" y="168"/>
                    </a:lnTo>
                    <a:lnTo>
                      <a:pt x="228047" y="42"/>
                    </a:lnTo>
                    <a:lnTo>
                      <a:pt x="227838" y="0"/>
                    </a:lnTo>
                    <a:close/>
                    <a:moveTo>
                      <a:pt x="230438" y="0"/>
                    </a:moveTo>
                    <a:lnTo>
                      <a:pt x="230270" y="42"/>
                    </a:lnTo>
                    <a:lnTo>
                      <a:pt x="230102" y="168"/>
                    </a:lnTo>
                    <a:lnTo>
                      <a:pt x="229976" y="336"/>
                    </a:lnTo>
                    <a:lnTo>
                      <a:pt x="229934" y="503"/>
                    </a:lnTo>
                    <a:lnTo>
                      <a:pt x="229976" y="713"/>
                    </a:lnTo>
                    <a:lnTo>
                      <a:pt x="230102" y="881"/>
                    </a:lnTo>
                    <a:lnTo>
                      <a:pt x="230270" y="965"/>
                    </a:lnTo>
                    <a:lnTo>
                      <a:pt x="230438" y="1007"/>
                    </a:lnTo>
                    <a:lnTo>
                      <a:pt x="233499" y="1049"/>
                    </a:lnTo>
                    <a:lnTo>
                      <a:pt x="233709" y="1007"/>
                    </a:lnTo>
                    <a:lnTo>
                      <a:pt x="233876" y="881"/>
                    </a:lnTo>
                    <a:lnTo>
                      <a:pt x="233960" y="713"/>
                    </a:lnTo>
                    <a:lnTo>
                      <a:pt x="234002" y="545"/>
                    </a:lnTo>
                    <a:lnTo>
                      <a:pt x="233960" y="336"/>
                    </a:lnTo>
                    <a:lnTo>
                      <a:pt x="233876" y="168"/>
                    </a:lnTo>
                    <a:lnTo>
                      <a:pt x="233709" y="42"/>
                    </a:lnTo>
                    <a:lnTo>
                      <a:pt x="233499" y="0"/>
                    </a:lnTo>
                    <a:close/>
                    <a:moveTo>
                      <a:pt x="236518" y="42"/>
                    </a:moveTo>
                    <a:lnTo>
                      <a:pt x="236351" y="84"/>
                    </a:lnTo>
                    <a:lnTo>
                      <a:pt x="236183" y="210"/>
                    </a:lnTo>
                    <a:lnTo>
                      <a:pt x="236099" y="378"/>
                    </a:lnTo>
                    <a:lnTo>
                      <a:pt x="236057" y="545"/>
                    </a:lnTo>
                    <a:lnTo>
                      <a:pt x="236099" y="755"/>
                    </a:lnTo>
                    <a:lnTo>
                      <a:pt x="236183" y="923"/>
                    </a:lnTo>
                    <a:lnTo>
                      <a:pt x="236351" y="1007"/>
                    </a:lnTo>
                    <a:lnTo>
                      <a:pt x="236560" y="1049"/>
                    </a:lnTo>
                    <a:lnTo>
                      <a:pt x="239580" y="1132"/>
                    </a:lnTo>
                    <a:lnTo>
                      <a:pt x="239622" y="1132"/>
                    </a:lnTo>
                    <a:lnTo>
                      <a:pt x="239789" y="1091"/>
                    </a:lnTo>
                    <a:lnTo>
                      <a:pt x="239957" y="965"/>
                    </a:lnTo>
                    <a:lnTo>
                      <a:pt x="240083" y="839"/>
                    </a:lnTo>
                    <a:lnTo>
                      <a:pt x="240125" y="629"/>
                    </a:lnTo>
                    <a:lnTo>
                      <a:pt x="240083" y="420"/>
                    </a:lnTo>
                    <a:lnTo>
                      <a:pt x="239957" y="252"/>
                    </a:lnTo>
                    <a:lnTo>
                      <a:pt x="239831" y="168"/>
                    </a:lnTo>
                    <a:lnTo>
                      <a:pt x="239622" y="126"/>
                    </a:lnTo>
                    <a:lnTo>
                      <a:pt x="236560" y="42"/>
                    </a:lnTo>
                    <a:close/>
                    <a:moveTo>
                      <a:pt x="221715" y="84"/>
                    </a:moveTo>
                    <a:lnTo>
                      <a:pt x="218696" y="168"/>
                    </a:lnTo>
                    <a:lnTo>
                      <a:pt x="218486" y="210"/>
                    </a:lnTo>
                    <a:lnTo>
                      <a:pt x="218318" y="336"/>
                    </a:lnTo>
                    <a:lnTo>
                      <a:pt x="218234" y="503"/>
                    </a:lnTo>
                    <a:lnTo>
                      <a:pt x="218192" y="713"/>
                    </a:lnTo>
                    <a:lnTo>
                      <a:pt x="218234" y="881"/>
                    </a:lnTo>
                    <a:lnTo>
                      <a:pt x="218318" y="1049"/>
                    </a:lnTo>
                    <a:lnTo>
                      <a:pt x="218486" y="1174"/>
                    </a:lnTo>
                    <a:lnTo>
                      <a:pt x="218696" y="1216"/>
                    </a:lnTo>
                    <a:lnTo>
                      <a:pt x="221757" y="1132"/>
                    </a:lnTo>
                    <a:lnTo>
                      <a:pt x="221967" y="1091"/>
                    </a:lnTo>
                    <a:lnTo>
                      <a:pt x="222092" y="965"/>
                    </a:lnTo>
                    <a:lnTo>
                      <a:pt x="222218" y="797"/>
                    </a:lnTo>
                    <a:lnTo>
                      <a:pt x="222260" y="587"/>
                    </a:lnTo>
                    <a:lnTo>
                      <a:pt x="222218" y="420"/>
                    </a:lnTo>
                    <a:lnTo>
                      <a:pt x="222092" y="252"/>
                    </a:lnTo>
                    <a:lnTo>
                      <a:pt x="221925" y="126"/>
                    </a:lnTo>
                    <a:lnTo>
                      <a:pt x="221757" y="84"/>
                    </a:lnTo>
                    <a:close/>
                    <a:moveTo>
                      <a:pt x="242473" y="210"/>
                    </a:moveTo>
                    <a:lnTo>
                      <a:pt x="242305" y="336"/>
                    </a:lnTo>
                    <a:lnTo>
                      <a:pt x="242180" y="503"/>
                    </a:lnTo>
                    <a:lnTo>
                      <a:pt x="242138" y="671"/>
                    </a:lnTo>
                    <a:lnTo>
                      <a:pt x="242180" y="881"/>
                    </a:lnTo>
                    <a:lnTo>
                      <a:pt x="242263" y="1049"/>
                    </a:lnTo>
                    <a:lnTo>
                      <a:pt x="242431" y="1174"/>
                    </a:lnTo>
                    <a:lnTo>
                      <a:pt x="242641" y="1216"/>
                    </a:lnTo>
                    <a:lnTo>
                      <a:pt x="245702" y="1300"/>
                    </a:lnTo>
                    <a:lnTo>
                      <a:pt x="245912" y="1258"/>
                    </a:lnTo>
                    <a:lnTo>
                      <a:pt x="246038" y="1174"/>
                    </a:lnTo>
                    <a:lnTo>
                      <a:pt x="246164" y="1007"/>
                    </a:lnTo>
                    <a:lnTo>
                      <a:pt x="246205" y="839"/>
                    </a:lnTo>
                    <a:lnTo>
                      <a:pt x="246164" y="629"/>
                    </a:lnTo>
                    <a:lnTo>
                      <a:pt x="246080" y="461"/>
                    </a:lnTo>
                    <a:lnTo>
                      <a:pt x="245912" y="336"/>
                    </a:lnTo>
                    <a:lnTo>
                      <a:pt x="245744" y="294"/>
                    </a:lnTo>
                    <a:lnTo>
                      <a:pt x="242683" y="210"/>
                    </a:lnTo>
                    <a:close/>
                    <a:moveTo>
                      <a:pt x="215634" y="294"/>
                    </a:moveTo>
                    <a:lnTo>
                      <a:pt x="212573" y="420"/>
                    </a:lnTo>
                    <a:lnTo>
                      <a:pt x="212363" y="461"/>
                    </a:lnTo>
                    <a:lnTo>
                      <a:pt x="212238" y="587"/>
                    </a:lnTo>
                    <a:lnTo>
                      <a:pt x="212112" y="755"/>
                    </a:lnTo>
                    <a:lnTo>
                      <a:pt x="212070" y="923"/>
                    </a:lnTo>
                    <a:lnTo>
                      <a:pt x="212112" y="1132"/>
                    </a:lnTo>
                    <a:lnTo>
                      <a:pt x="212238" y="1300"/>
                    </a:lnTo>
                    <a:lnTo>
                      <a:pt x="212405" y="1384"/>
                    </a:lnTo>
                    <a:lnTo>
                      <a:pt x="212573" y="1426"/>
                    </a:lnTo>
                    <a:lnTo>
                      <a:pt x="212615" y="1426"/>
                    </a:lnTo>
                    <a:lnTo>
                      <a:pt x="215676" y="1300"/>
                    </a:lnTo>
                    <a:lnTo>
                      <a:pt x="215844" y="1258"/>
                    </a:lnTo>
                    <a:lnTo>
                      <a:pt x="216012" y="1132"/>
                    </a:lnTo>
                    <a:lnTo>
                      <a:pt x="216138" y="965"/>
                    </a:lnTo>
                    <a:lnTo>
                      <a:pt x="216138" y="755"/>
                    </a:lnTo>
                    <a:lnTo>
                      <a:pt x="216096" y="587"/>
                    </a:lnTo>
                    <a:lnTo>
                      <a:pt x="216012" y="420"/>
                    </a:lnTo>
                    <a:lnTo>
                      <a:pt x="215844" y="336"/>
                    </a:lnTo>
                    <a:lnTo>
                      <a:pt x="215634" y="294"/>
                    </a:lnTo>
                    <a:close/>
                    <a:moveTo>
                      <a:pt x="248764" y="420"/>
                    </a:moveTo>
                    <a:lnTo>
                      <a:pt x="248554" y="461"/>
                    </a:lnTo>
                    <a:lnTo>
                      <a:pt x="248386" y="545"/>
                    </a:lnTo>
                    <a:lnTo>
                      <a:pt x="248302" y="713"/>
                    </a:lnTo>
                    <a:lnTo>
                      <a:pt x="248260" y="923"/>
                    </a:lnTo>
                    <a:lnTo>
                      <a:pt x="248260" y="1091"/>
                    </a:lnTo>
                    <a:lnTo>
                      <a:pt x="248386" y="1258"/>
                    </a:lnTo>
                    <a:lnTo>
                      <a:pt x="248512" y="1384"/>
                    </a:lnTo>
                    <a:lnTo>
                      <a:pt x="248722" y="1426"/>
                    </a:lnTo>
                    <a:lnTo>
                      <a:pt x="251783" y="1594"/>
                    </a:lnTo>
                    <a:lnTo>
                      <a:pt x="251993" y="1552"/>
                    </a:lnTo>
                    <a:lnTo>
                      <a:pt x="252160" y="1468"/>
                    </a:lnTo>
                    <a:lnTo>
                      <a:pt x="252244" y="1300"/>
                    </a:lnTo>
                    <a:lnTo>
                      <a:pt x="252286" y="1091"/>
                    </a:lnTo>
                    <a:lnTo>
                      <a:pt x="252286" y="923"/>
                    </a:lnTo>
                    <a:lnTo>
                      <a:pt x="252160" y="755"/>
                    </a:lnTo>
                    <a:lnTo>
                      <a:pt x="252035" y="629"/>
                    </a:lnTo>
                    <a:lnTo>
                      <a:pt x="251825" y="587"/>
                    </a:lnTo>
                    <a:lnTo>
                      <a:pt x="248764" y="420"/>
                    </a:lnTo>
                    <a:close/>
                    <a:moveTo>
                      <a:pt x="209512" y="545"/>
                    </a:moveTo>
                    <a:lnTo>
                      <a:pt x="206450" y="713"/>
                    </a:lnTo>
                    <a:lnTo>
                      <a:pt x="206283" y="755"/>
                    </a:lnTo>
                    <a:lnTo>
                      <a:pt x="206115" y="881"/>
                    </a:lnTo>
                    <a:lnTo>
                      <a:pt x="206031" y="1049"/>
                    </a:lnTo>
                    <a:lnTo>
                      <a:pt x="205989" y="1258"/>
                    </a:lnTo>
                    <a:lnTo>
                      <a:pt x="206031" y="1426"/>
                    </a:lnTo>
                    <a:lnTo>
                      <a:pt x="206157" y="1594"/>
                    </a:lnTo>
                    <a:lnTo>
                      <a:pt x="206325" y="1678"/>
                    </a:lnTo>
                    <a:lnTo>
                      <a:pt x="206492" y="1720"/>
                    </a:lnTo>
                    <a:lnTo>
                      <a:pt x="206534" y="1720"/>
                    </a:lnTo>
                    <a:lnTo>
                      <a:pt x="209554" y="1552"/>
                    </a:lnTo>
                    <a:lnTo>
                      <a:pt x="209763" y="1510"/>
                    </a:lnTo>
                    <a:lnTo>
                      <a:pt x="209931" y="1384"/>
                    </a:lnTo>
                    <a:lnTo>
                      <a:pt x="210015" y="1216"/>
                    </a:lnTo>
                    <a:lnTo>
                      <a:pt x="210057" y="1049"/>
                    </a:lnTo>
                    <a:lnTo>
                      <a:pt x="210015" y="839"/>
                    </a:lnTo>
                    <a:lnTo>
                      <a:pt x="209889" y="671"/>
                    </a:lnTo>
                    <a:lnTo>
                      <a:pt x="209721" y="587"/>
                    </a:lnTo>
                    <a:lnTo>
                      <a:pt x="209554" y="545"/>
                    </a:lnTo>
                    <a:close/>
                    <a:moveTo>
                      <a:pt x="254844" y="755"/>
                    </a:moveTo>
                    <a:lnTo>
                      <a:pt x="254676" y="797"/>
                    </a:lnTo>
                    <a:lnTo>
                      <a:pt x="254509" y="881"/>
                    </a:lnTo>
                    <a:lnTo>
                      <a:pt x="254383" y="1049"/>
                    </a:lnTo>
                    <a:lnTo>
                      <a:pt x="254341" y="1216"/>
                    </a:lnTo>
                    <a:lnTo>
                      <a:pt x="254383" y="1426"/>
                    </a:lnTo>
                    <a:lnTo>
                      <a:pt x="254467" y="1594"/>
                    </a:lnTo>
                    <a:lnTo>
                      <a:pt x="254635" y="1720"/>
                    </a:lnTo>
                    <a:lnTo>
                      <a:pt x="254802" y="1761"/>
                    </a:lnTo>
                    <a:lnTo>
                      <a:pt x="257864" y="1971"/>
                    </a:lnTo>
                    <a:lnTo>
                      <a:pt x="257906" y="1971"/>
                    </a:lnTo>
                    <a:lnTo>
                      <a:pt x="258073" y="1929"/>
                    </a:lnTo>
                    <a:lnTo>
                      <a:pt x="258241" y="1803"/>
                    </a:lnTo>
                    <a:lnTo>
                      <a:pt x="258367" y="1678"/>
                    </a:lnTo>
                    <a:lnTo>
                      <a:pt x="258409" y="1468"/>
                    </a:lnTo>
                    <a:lnTo>
                      <a:pt x="258367" y="1300"/>
                    </a:lnTo>
                    <a:lnTo>
                      <a:pt x="258283" y="1132"/>
                    </a:lnTo>
                    <a:lnTo>
                      <a:pt x="258115" y="1007"/>
                    </a:lnTo>
                    <a:lnTo>
                      <a:pt x="257906" y="923"/>
                    </a:lnTo>
                    <a:lnTo>
                      <a:pt x="254886" y="755"/>
                    </a:lnTo>
                    <a:close/>
                    <a:moveTo>
                      <a:pt x="203431" y="923"/>
                    </a:moveTo>
                    <a:lnTo>
                      <a:pt x="200370" y="1091"/>
                    </a:lnTo>
                    <a:lnTo>
                      <a:pt x="200160" y="1174"/>
                    </a:lnTo>
                    <a:lnTo>
                      <a:pt x="200034" y="1300"/>
                    </a:lnTo>
                    <a:lnTo>
                      <a:pt x="199950" y="1468"/>
                    </a:lnTo>
                    <a:lnTo>
                      <a:pt x="199908" y="1636"/>
                    </a:lnTo>
                    <a:lnTo>
                      <a:pt x="199950" y="1845"/>
                    </a:lnTo>
                    <a:lnTo>
                      <a:pt x="200076" y="1971"/>
                    </a:lnTo>
                    <a:lnTo>
                      <a:pt x="200202" y="2097"/>
                    </a:lnTo>
                    <a:lnTo>
                      <a:pt x="200412" y="2139"/>
                    </a:lnTo>
                    <a:lnTo>
                      <a:pt x="200454" y="2139"/>
                    </a:lnTo>
                    <a:lnTo>
                      <a:pt x="203473" y="1929"/>
                    </a:lnTo>
                    <a:lnTo>
                      <a:pt x="203683" y="1845"/>
                    </a:lnTo>
                    <a:lnTo>
                      <a:pt x="203850" y="1761"/>
                    </a:lnTo>
                    <a:lnTo>
                      <a:pt x="203934" y="1594"/>
                    </a:lnTo>
                    <a:lnTo>
                      <a:pt x="203976" y="1384"/>
                    </a:lnTo>
                    <a:lnTo>
                      <a:pt x="203892" y="1174"/>
                    </a:lnTo>
                    <a:lnTo>
                      <a:pt x="203808" y="1049"/>
                    </a:lnTo>
                    <a:lnTo>
                      <a:pt x="203641" y="923"/>
                    </a:lnTo>
                    <a:close/>
                    <a:moveTo>
                      <a:pt x="260925" y="1174"/>
                    </a:moveTo>
                    <a:lnTo>
                      <a:pt x="260757" y="1216"/>
                    </a:lnTo>
                    <a:lnTo>
                      <a:pt x="260589" y="1300"/>
                    </a:lnTo>
                    <a:lnTo>
                      <a:pt x="260464" y="1426"/>
                    </a:lnTo>
                    <a:lnTo>
                      <a:pt x="260422" y="1636"/>
                    </a:lnTo>
                    <a:lnTo>
                      <a:pt x="260464" y="1845"/>
                    </a:lnTo>
                    <a:lnTo>
                      <a:pt x="260547" y="2013"/>
                    </a:lnTo>
                    <a:lnTo>
                      <a:pt x="260715" y="2139"/>
                    </a:lnTo>
                    <a:lnTo>
                      <a:pt x="260883" y="2181"/>
                    </a:lnTo>
                    <a:lnTo>
                      <a:pt x="263944" y="2432"/>
                    </a:lnTo>
                    <a:lnTo>
                      <a:pt x="263986" y="2432"/>
                    </a:lnTo>
                    <a:lnTo>
                      <a:pt x="264154" y="2391"/>
                    </a:lnTo>
                    <a:lnTo>
                      <a:pt x="264322" y="2265"/>
                    </a:lnTo>
                    <a:lnTo>
                      <a:pt x="264447" y="2139"/>
                    </a:lnTo>
                    <a:lnTo>
                      <a:pt x="264489" y="1929"/>
                    </a:lnTo>
                    <a:lnTo>
                      <a:pt x="264447" y="1761"/>
                    </a:lnTo>
                    <a:lnTo>
                      <a:pt x="264364" y="1594"/>
                    </a:lnTo>
                    <a:lnTo>
                      <a:pt x="264196" y="1468"/>
                    </a:lnTo>
                    <a:lnTo>
                      <a:pt x="264028" y="1384"/>
                    </a:lnTo>
                    <a:lnTo>
                      <a:pt x="260967" y="1174"/>
                    </a:lnTo>
                    <a:close/>
                    <a:moveTo>
                      <a:pt x="197308" y="1342"/>
                    </a:moveTo>
                    <a:lnTo>
                      <a:pt x="194289" y="1594"/>
                    </a:lnTo>
                    <a:lnTo>
                      <a:pt x="194079" y="1636"/>
                    </a:lnTo>
                    <a:lnTo>
                      <a:pt x="193954" y="1761"/>
                    </a:lnTo>
                    <a:lnTo>
                      <a:pt x="193828" y="1929"/>
                    </a:lnTo>
                    <a:lnTo>
                      <a:pt x="193828" y="2139"/>
                    </a:lnTo>
                    <a:lnTo>
                      <a:pt x="193870" y="2307"/>
                    </a:lnTo>
                    <a:lnTo>
                      <a:pt x="193995" y="2474"/>
                    </a:lnTo>
                    <a:lnTo>
                      <a:pt x="194121" y="2558"/>
                    </a:lnTo>
                    <a:lnTo>
                      <a:pt x="194331" y="2600"/>
                    </a:lnTo>
                    <a:lnTo>
                      <a:pt x="194373" y="2600"/>
                    </a:lnTo>
                    <a:lnTo>
                      <a:pt x="197392" y="2349"/>
                    </a:lnTo>
                    <a:lnTo>
                      <a:pt x="197602" y="2307"/>
                    </a:lnTo>
                    <a:lnTo>
                      <a:pt x="197770" y="2181"/>
                    </a:lnTo>
                    <a:lnTo>
                      <a:pt x="197854" y="2013"/>
                    </a:lnTo>
                    <a:lnTo>
                      <a:pt x="197896" y="1803"/>
                    </a:lnTo>
                    <a:lnTo>
                      <a:pt x="197812" y="1636"/>
                    </a:lnTo>
                    <a:lnTo>
                      <a:pt x="197728" y="1468"/>
                    </a:lnTo>
                    <a:lnTo>
                      <a:pt x="197560" y="1384"/>
                    </a:lnTo>
                    <a:lnTo>
                      <a:pt x="197350" y="1342"/>
                    </a:lnTo>
                    <a:close/>
                    <a:moveTo>
                      <a:pt x="266838" y="1678"/>
                    </a:moveTo>
                    <a:lnTo>
                      <a:pt x="266670" y="1803"/>
                    </a:lnTo>
                    <a:lnTo>
                      <a:pt x="266544" y="1929"/>
                    </a:lnTo>
                    <a:lnTo>
                      <a:pt x="266502" y="2139"/>
                    </a:lnTo>
                    <a:lnTo>
                      <a:pt x="266544" y="2307"/>
                    </a:lnTo>
                    <a:lnTo>
                      <a:pt x="266628" y="2516"/>
                    </a:lnTo>
                    <a:lnTo>
                      <a:pt x="266796" y="2600"/>
                    </a:lnTo>
                    <a:lnTo>
                      <a:pt x="266964" y="2684"/>
                    </a:lnTo>
                    <a:lnTo>
                      <a:pt x="269983" y="2978"/>
                    </a:lnTo>
                    <a:lnTo>
                      <a:pt x="270067" y="2978"/>
                    </a:lnTo>
                    <a:lnTo>
                      <a:pt x="270235" y="2936"/>
                    </a:lnTo>
                    <a:lnTo>
                      <a:pt x="270402" y="2810"/>
                    </a:lnTo>
                    <a:lnTo>
                      <a:pt x="270486" y="2684"/>
                    </a:lnTo>
                    <a:lnTo>
                      <a:pt x="270570" y="2516"/>
                    </a:lnTo>
                    <a:lnTo>
                      <a:pt x="270528" y="2307"/>
                    </a:lnTo>
                    <a:lnTo>
                      <a:pt x="270444" y="2139"/>
                    </a:lnTo>
                    <a:lnTo>
                      <a:pt x="270277" y="2013"/>
                    </a:lnTo>
                    <a:lnTo>
                      <a:pt x="270109" y="1929"/>
                    </a:lnTo>
                    <a:lnTo>
                      <a:pt x="267048" y="1678"/>
                    </a:lnTo>
                    <a:close/>
                    <a:moveTo>
                      <a:pt x="191228" y="1845"/>
                    </a:moveTo>
                    <a:lnTo>
                      <a:pt x="188208" y="2139"/>
                    </a:lnTo>
                    <a:lnTo>
                      <a:pt x="187999" y="2181"/>
                    </a:lnTo>
                    <a:lnTo>
                      <a:pt x="187873" y="2307"/>
                    </a:lnTo>
                    <a:lnTo>
                      <a:pt x="187747" y="2474"/>
                    </a:lnTo>
                    <a:lnTo>
                      <a:pt x="187747" y="2684"/>
                    </a:lnTo>
                    <a:lnTo>
                      <a:pt x="187789" y="2852"/>
                    </a:lnTo>
                    <a:lnTo>
                      <a:pt x="187915" y="3020"/>
                    </a:lnTo>
                    <a:lnTo>
                      <a:pt x="188083" y="3103"/>
                    </a:lnTo>
                    <a:lnTo>
                      <a:pt x="188250" y="3145"/>
                    </a:lnTo>
                    <a:lnTo>
                      <a:pt x="188292" y="3145"/>
                    </a:lnTo>
                    <a:lnTo>
                      <a:pt x="191312" y="2852"/>
                    </a:lnTo>
                    <a:lnTo>
                      <a:pt x="191521" y="2810"/>
                    </a:lnTo>
                    <a:lnTo>
                      <a:pt x="191689" y="2684"/>
                    </a:lnTo>
                    <a:lnTo>
                      <a:pt x="191773" y="2516"/>
                    </a:lnTo>
                    <a:lnTo>
                      <a:pt x="191773" y="2307"/>
                    </a:lnTo>
                    <a:lnTo>
                      <a:pt x="191731" y="2139"/>
                    </a:lnTo>
                    <a:lnTo>
                      <a:pt x="191647" y="1971"/>
                    </a:lnTo>
                    <a:lnTo>
                      <a:pt x="191479" y="1887"/>
                    </a:lnTo>
                    <a:lnTo>
                      <a:pt x="191270" y="1845"/>
                    </a:lnTo>
                    <a:close/>
                    <a:moveTo>
                      <a:pt x="272919" y="2265"/>
                    </a:moveTo>
                    <a:lnTo>
                      <a:pt x="272751" y="2391"/>
                    </a:lnTo>
                    <a:lnTo>
                      <a:pt x="272625" y="2516"/>
                    </a:lnTo>
                    <a:lnTo>
                      <a:pt x="272583" y="2684"/>
                    </a:lnTo>
                    <a:lnTo>
                      <a:pt x="272583" y="2894"/>
                    </a:lnTo>
                    <a:lnTo>
                      <a:pt x="272709" y="3061"/>
                    </a:lnTo>
                    <a:lnTo>
                      <a:pt x="272835" y="3187"/>
                    </a:lnTo>
                    <a:lnTo>
                      <a:pt x="273044" y="3271"/>
                    </a:lnTo>
                    <a:lnTo>
                      <a:pt x="276064" y="3565"/>
                    </a:lnTo>
                    <a:lnTo>
                      <a:pt x="276315" y="3565"/>
                    </a:lnTo>
                    <a:lnTo>
                      <a:pt x="276441" y="3439"/>
                    </a:lnTo>
                    <a:lnTo>
                      <a:pt x="276567" y="3313"/>
                    </a:lnTo>
                    <a:lnTo>
                      <a:pt x="276609" y="3145"/>
                    </a:lnTo>
                    <a:lnTo>
                      <a:pt x="276609" y="2936"/>
                    </a:lnTo>
                    <a:lnTo>
                      <a:pt x="276525" y="2768"/>
                    </a:lnTo>
                    <a:lnTo>
                      <a:pt x="276357" y="2642"/>
                    </a:lnTo>
                    <a:lnTo>
                      <a:pt x="276190" y="2558"/>
                    </a:lnTo>
                    <a:lnTo>
                      <a:pt x="273128" y="2265"/>
                    </a:lnTo>
                    <a:close/>
                    <a:moveTo>
                      <a:pt x="185147" y="2391"/>
                    </a:moveTo>
                    <a:lnTo>
                      <a:pt x="182128" y="2726"/>
                    </a:lnTo>
                    <a:lnTo>
                      <a:pt x="181918" y="2768"/>
                    </a:lnTo>
                    <a:lnTo>
                      <a:pt x="181792" y="2894"/>
                    </a:lnTo>
                    <a:lnTo>
                      <a:pt x="181708" y="3061"/>
                    </a:lnTo>
                    <a:lnTo>
                      <a:pt x="181666" y="3271"/>
                    </a:lnTo>
                    <a:lnTo>
                      <a:pt x="181708" y="3439"/>
                    </a:lnTo>
                    <a:lnTo>
                      <a:pt x="181834" y="3607"/>
                    </a:lnTo>
                    <a:lnTo>
                      <a:pt x="182002" y="3691"/>
                    </a:lnTo>
                    <a:lnTo>
                      <a:pt x="182170" y="3732"/>
                    </a:lnTo>
                    <a:lnTo>
                      <a:pt x="182212" y="3732"/>
                    </a:lnTo>
                    <a:lnTo>
                      <a:pt x="185273" y="3439"/>
                    </a:lnTo>
                    <a:lnTo>
                      <a:pt x="185441" y="3355"/>
                    </a:lnTo>
                    <a:lnTo>
                      <a:pt x="185608" y="3229"/>
                    </a:lnTo>
                    <a:lnTo>
                      <a:pt x="185692" y="3061"/>
                    </a:lnTo>
                    <a:lnTo>
                      <a:pt x="185734" y="2852"/>
                    </a:lnTo>
                    <a:lnTo>
                      <a:pt x="185650" y="2684"/>
                    </a:lnTo>
                    <a:lnTo>
                      <a:pt x="185566" y="2558"/>
                    </a:lnTo>
                    <a:lnTo>
                      <a:pt x="185399" y="2432"/>
                    </a:lnTo>
                    <a:lnTo>
                      <a:pt x="185231" y="2391"/>
                    </a:lnTo>
                    <a:close/>
                    <a:moveTo>
                      <a:pt x="179108" y="3020"/>
                    </a:moveTo>
                    <a:lnTo>
                      <a:pt x="176047" y="3355"/>
                    </a:lnTo>
                    <a:lnTo>
                      <a:pt x="175879" y="3439"/>
                    </a:lnTo>
                    <a:lnTo>
                      <a:pt x="175712" y="3565"/>
                    </a:lnTo>
                    <a:lnTo>
                      <a:pt x="175628" y="3732"/>
                    </a:lnTo>
                    <a:lnTo>
                      <a:pt x="175628" y="3942"/>
                    </a:lnTo>
                    <a:lnTo>
                      <a:pt x="175670" y="4110"/>
                    </a:lnTo>
                    <a:lnTo>
                      <a:pt x="175795" y="4236"/>
                    </a:lnTo>
                    <a:lnTo>
                      <a:pt x="175921" y="4361"/>
                    </a:lnTo>
                    <a:lnTo>
                      <a:pt x="176173" y="4361"/>
                    </a:lnTo>
                    <a:lnTo>
                      <a:pt x="179192" y="4068"/>
                    </a:lnTo>
                    <a:lnTo>
                      <a:pt x="179402" y="3984"/>
                    </a:lnTo>
                    <a:lnTo>
                      <a:pt x="179528" y="3858"/>
                    </a:lnTo>
                    <a:lnTo>
                      <a:pt x="179653" y="3691"/>
                    </a:lnTo>
                    <a:lnTo>
                      <a:pt x="179653" y="3481"/>
                    </a:lnTo>
                    <a:lnTo>
                      <a:pt x="179612" y="3313"/>
                    </a:lnTo>
                    <a:lnTo>
                      <a:pt x="179486" y="3145"/>
                    </a:lnTo>
                    <a:lnTo>
                      <a:pt x="179318" y="3061"/>
                    </a:lnTo>
                    <a:lnTo>
                      <a:pt x="179150" y="3020"/>
                    </a:lnTo>
                    <a:close/>
                    <a:moveTo>
                      <a:pt x="173028" y="3691"/>
                    </a:moveTo>
                    <a:lnTo>
                      <a:pt x="170008" y="4068"/>
                    </a:lnTo>
                    <a:lnTo>
                      <a:pt x="169799" y="4110"/>
                    </a:lnTo>
                    <a:lnTo>
                      <a:pt x="169673" y="4236"/>
                    </a:lnTo>
                    <a:lnTo>
                      <a:pt x="169589" y="4403"/>
                    </a:lnTo>
                    <a:lnTo>
                      <a:pt x="169547" y="4613"/>
                    </a:lnTo>
                    <a:lnTo>
                      <a:pt x="169631" y="4781"/>
                    </a:lnTo>
                    <a:lnTo>
                      <a:pt x="169715" y="4949"/>
                    </a:lnTo>
                    <a:lnTo>
                      <a:pt x="169882" y="5032"/>
                    </a:lnTo>
                    <a:lnTo>
                      <a:pt x="170050" y="5074"/>
                    </a:lnTo>
                    <a:lnTo>
                      <a:pt x="170134" y="5074"/>
                    </a:lnTo>
                    <a:lnTo>
                      <a:pt x="173153" y="4697"/>
                    </a:lnTo>
                    <a:lnTo>
                      <a:pt x="173363" y="4655"/>
                    </a:lnTo>
                    <a:lnTo>
                      <a:pt x="173489" y="4529"/>
                    </a:lnTo>
                    <a:lnTo>
                      <a:pt x="173573" y="4361"/>
                    </a:lnTo>
                    <a:lnTo>
                      <a:pt x="173615" y="4152"/>
                    </a:lnTo>
                    <a:lnTo>
                      <a:pt x="173531" y="3984"/>
                    </a:lnTo>
                    <a:lnTo>
                      <a:pt x="173447" y="3816"/>
                    </a:lnTo>
                    <a:lnTo>
                      <a:pt x="173279" y="3732"/>
                    </a:lnTo>
                    <a:lnTo>
                      <a:pt x="173111" y="3691"/>
                    </a:lnTo>
                    <a:close/>
                    <a:moveTo>
                      <a:pt x="378" y="4026"/>
                    </a:moveTo>
                    <a:lnTo>
                      <a:pt x="252" y="4068"/>
                    </a:lnTo>
                    <a:lnTo>
                      <a:pt x="169" y="4152"/>
                    </a:lnTo>
                    <a:lnTo>
                      <a:pt x="85" y="4236"/>
                    </a:lnTo>
                    <a:lnTo>
                      <a:pt x="1" y="4361"/>
                    </a:lnTo>
                    <a:lnTo>
                      <a:pt x="1" y="4487"/>
                    </a:lnTo>
                    <a:lnTo>
                      <a:pt x="1" y="4613"/>
                    </a:lnTo>
                    <a:lnTo>
                      <a:pt x="43" y="4739"/>
                    </a:lnTo>
                    <a:lnTo>
                      <a:pt x="294" y="5284"/>
                    </a:lnTo>
                    <a:lnTo>
                      <a:pt x="378" y="5410"/>
                    </a:lnTo>
                    <a:lnTo>
                      <a:pt x="462" y="5494"/>
                    </a:lnTo>
                    <a:lnTo>
                      <a:pt x="588" y="5536"/>
                    </a:lnTo>
                    <a:lnTo>
                      <a:pt x="756" y="5578"/>
                    </a:lnTo>
                    <a:lnTo>
                      <a:pt x="840" y="5536"/>
                    </a:lnTo>
                    <a:lnTo>
                      <a:pt x="965" y="5494"/>
                    </a:lnTo>
                    <a:lnTo>
                      <a:pt x="1049" y="5452"/>
                    </a:lnTo>
                    <a:lnTo>
                      <a:pt x="1133" y="5368"/>
                    </a:lnTo>
                    <a:lnTo>
                      <a:pt x="1259" y="5158"/>
                    </a:lnTo>
                    <a:lnTo>
                      <a:pt x="2852" y="5452"/>
                    </a:lnTo>
                    <a:lnTo>
                      <a:pt x="2936" y="5452"/>
                    </a:lnTo>
                    <a:lnTo>
                      <a:pt x="3104" y="5410"/>
                    </a:lnTo>
                    <a:lnTo>
                      <a:pt x="3230" y="5326"/>
                    </a:lnTo>
                    <a:lnTo>
                      <a:pt x="3356" y="5200"/>
                    </a:lnTo>
                    <a:lnTo>
                      <a:pt x="3440" y="5032"/>
                    </a:lnTo>
                    <a:lnTo>
                      <a:pt x="3440" y="4823"/>
                    </a:lnTo>
                    <a:lnTo>
                      <a:pt x="3356" y="4655"/>
                    </a:lnTo>
                    <a:lnTo>
                      <a:pt x="3188" y="4529"/>
                    </a:lnTo>
                    <a:lnTo>
                      <a:pt x="3020" y="4445"/>
                    </a:lnTo>
                    <a:lnTo>
                      <a:pt x="588" y="4026"/>
                    </a:lnTo>
                    <a:close/>
                    <a:moveTo>
                      <a:pt x="166989" y="4403"/>
                    </a:moveTo>
                    <a:lnTo>
                      <a:pt x="163970" y="4781"/>
                    </a:lnTo>
                    <a:lnTo>
                      <a:pt x="163760" y="4823"/>
                    </a:lnTo>
                    <a:lnTo>
                      <a:pt x="163592" y="4949"/>
                    </a:lnTo>
                    <a:lnTo>
                      <a:pt x="163508" y="5116"/>
                    </a:lnTo>
                    <a:lnTo>
                      <a:pt x="163508" y="5326"/>
                    </a:lnTo>
                    <a:lnTo>
                      <a:pt x="163550" y="5536"/>
                    </a:lnTo>
                    <a:lnTo>
                      <a:pt x="163676" y="5661"/>
                    </a:lnTo>
                    <a:lnTo>
                      <a:pt x="163844" y="5745"/>
                    </a:lnTo>
                    <a:lnTo>
                      <a:pt x="164011" y="5787"/>
                    </a:lnTo>
                    <a:lnTo>
                      <a:pt x="164053" y="5787"/>
                    </a:lnTo>
                    <a:lnTo>
                      <a:pt x="167115" y="5410"/>
                    </a:lnTo>
                    <a:lnTo>
                      <a:pt x="167282" y="5368"/>
                    </a:lnTo>
                    <a:lnTo>
                      <a:pt x="167450" y="5242"/>
                    </a:lnTo>
                    <a:lnTo>
                      <a:pt x="167534" y="5074"/>
                    </a:lnTo>
                    <a:lnTo>
                      <a:pt x="167534" y="4865"/>
                    </a:lnTo>
                    <a:lnTo>
                      <a:pt x="167492" y="4697"/>
                    </a:lnTo>
                    <a:lnTo>
                      <a:pt x="167366" y="4529"/>
                    </a:lnTo>
                    <a:lnTo>
                      <a:pt x="167240" y="4445"/>
                    </a:lnTo>
                    <a:lnTo>
                      <a:pt x="167031" y="4403"/>
                    </a:lnTo>
                    <a:close/>
                    <a:moveTo>
                      <a:pt x="5746" y="4949"/>
                    </a:moveTo>
                    <a:lnTo>
                      <a:pt x="5620" y="5032"/>
                    </a:lnTo>
                    <a:lnTo>
                      <a:pt x="5494" y="5200"/>
                    </a:lnTo>
                    <a:lnTo>
                      <a:pt x="5452" y="5368"/>
                    </a:lnTo>
                    <a:lnTo>
                      <a:pt x="5452" y="5578"/>
                    </a:lnTo>
                    <a:lnTo>
                      <a:pt x="5536" y="5745"/>
                    </a:lnTo>
                    <a:lnTo>
                      <a:pt x="5662" y="5871"/>
                    </a:lnTo>
                    <a:lnTo>
                      <a:pt x="5872" y="5955"/>
                    </a:lnTo>
                    <a:lnTo>
                      <a:pt x="8849" y="6416"/>
                    </a:lnTo>
                    <a:lnTo>
                      <a:pt x="9143" y="6416"/>
                    </a:lnTo>
                    <a:lnTo>
                      <a:pt x="9269" y="6291"/>
                    </a:lnTo>
                    <a:lnTo>
                      <a:pt x="9394" y="6165"/>
                    </a:lnTo>
                    <a:lnTo>
                      <a:pt x="9436" y="5997"/>
                    </a:lnTo>
                    <a:lnTo>
                      <a:pt x="9436" y="5787"/>
                    </a:lnTo>
                    <a:lnTo>
                      <a:pt x="9352" y="5620"/>
                    </a:lnTo>
                    <a:lnTo>
                      <a:pt x="9227" y="5494"/>
                    </a:lnTo>
                    <a:lnTo>
                      <a:pt x="9017" y="5410"/>
                    </a:lnTo>
                    <a:lnTo>
                      <a:pt x="5998" y="4949"/>
                    </a:lnTo>
                    <a:close/>
                    <a:moveTo>
                      <a:pt x="160992" y="5116"/>
                    </a:moveTo>
                    <a:lnTo>
                      <a:pt x="160908" y="5158"/>
                    </a:lnTo>
                    <a:lnTo>
                      <a:pt x="157889" y="5494"/>
                    </a:lnTo>
                    <a:lnTo>
                      <a:pt x="157721" y="5578"/>
                    </a:lnTo>
                    <a:lnTo>
                      <a:pt x="157553" y="5703"/>
                    </a:lnTo>
                    <a:lnTo>
                      <a:pt x="157469" y="5871"/>
                    </a:lnTo>
                    <a:lnTo>
                      <a:pt x="157469" y="6081"/>
                    </a:lnTo>
                    <a:lnTo>
                      <a:pt x="157511" y="6249"/>
                    </a:lnTo>
                    <a:lnTo>
                      <a:pt x="157637" y="6374"/>
                    </a:lnTo>
                    <a:lnTo>
                      <a:pt x="157763" y="6500"/>
                    </a:lnTo>
                    <a:lnTo>
                      <a:pt x="158015" y="6500"/>
                    </a:lnTo>
                    <a:lnTo>
                      <a:pt x="161034" y="6165"/>
                    </a:lnTo>
                    <a:lnTo>
                      <a:pt x="161244" y="6081"/>
                    </a:lnTo>
                    <a:lnTo>
                      <a:pt x="161369" y="5955"/>
                    </a:lnTo>
                    <a:lnTo>
                      <a:pt x="161453" y="5787"/>
                    </a:lnTo>
                    <a:lnTo>
                      <a:pt x="161495" y="5578"/>
                    </a:lnTo>
                    <a:lnTo>
                      <a:pt x="161453" y="5410"/>
                    </a:lnTo>
                    <a:lnTo>
                      <a:pt x="161328" y="5242"/>
                    </a:lnTo>
                    <a:lnTo>
                      <a:pt x="161160" y="5158"/>
                    </a:lnTo>
                    <a:lnTo>
                      <a:pt x="160992" y="5116"/>
                    </a:lnTo>
                    <a:close/>
                    <a:moveTo>
                      <a:pt x="154869" y="5871"/>
                    </a:moveTo>
                    <a:lnTo>
                      <a:pt x="151850" y="6249"/>
                    </a:lnTo>
                    <a:lnTo>
                      <a:pt x="151640" y="6291"/>
                    </a:lnTo>
                    <a:lnTo>
                      <a:pt x="151515" y="6416"/>
                    </a:lnTo>
                    <a:lnTo>
                      <a:pt x="151431" y="6626"/>
                    </a:lnTo>
                    <a:lnTo>
                      <a:pt x="151389" y="6794"/>
                    </a:lnTo>
                    <a:lnTo>
                      <a:pt x="151431" y="7003"/>
                    </a:lnTo>
                    <a:lnTo>
                      <a:pt x="151557" y="7129"/>
                    </a:lnTo>
                    <a:lnTo>
                      <a:pt x="151724" y="7213"/>
                    </a:lnTo>
                    <a:lnTo>
                      <a:pt x="151892" y="7255"/>
                    </a:lnTo>
                    <a:lnTo>
                      <a:pt x="151976" y="7255"/>
                    </a:lnTo>
                    <a:lnTo>
                      <a:pt x="154995" y="6878"/>
                    </a:lnTo>
                    <a:lnTo>
                      <a:pt x="155205" y="6836"/>
                    </a:lnTo>
                    <a:lnTo>
                      <a:pt x="155331" y="6710"/>
                    </a:lnTo>
                    <a:lnTo>
                      <a:pt x="155415" y="6500"/>
                    </a:lnTo>
                    <a:lnTo>
                      <a:pt x="155457" y="6332"/>
                    </a:lnTo>
                    <a:lnTo>
                      <a:pt x="155373" y="6123"/>
                    </a:lnTo>
                    <a:lnTo>
                      <a:pt x="155247" y="5997"/>
                    </a:lnTo>
                    <a:lnTo>
                      <a:pt x="155121" y="5913"/>
                    </a:lnTo>
                    <a:lnTo>
                      <a:pt x="154911" y="5871"/>
                    </a:lnTo>
                    <a:close/>
                    <a:moveTo>
                      <a:pt x="11953" y="5871"/>
                    </a:moveTo>
                    <a:lnTo>
                      <a:pt x="11785" y="5913"/>
                    </a:lnTo>
                    <a:lnTo>
                      <a:pt x="11617" y="5997"/>
                    </a:lnTo>
                    <a:lnTo>
                      <a:pt x="11533" y="6123"/>
                    </a:lnTo>
                    <a:lnTo>
                      <a:pt x="11449" y="6291"/>
                    </a:lnTo>
                    <a:lnTo>
                      <a:pt x="11449" y="6500"/>
                    </a:lnTo>
                    <a:lnTo>
                      <a:pt x="11533" y="6668"/>
                    </a:lnTo>
                    <a:lnTo>
                      <a:pt x="11701" y="6836"/>
                    </a:lnTo>
                    <a:lnTo>
                      <a:pt x="11869" y="6878"/>
                    </a:lnTo>
                    <a:lnTo>
                      <a:pt x="14888" y="7339"/>
                    </a:lnTo>
                    <a:lnTo>
                      <a:pt x="14972" y="7339"/>
                    </a:lnTo>
                    <a:lnTo>
                      <a:pt x="15140" y="7297"/>
                    </a:lnTo>
                    <a:lnTo>
                      <a:pt x="15307" y="7213"/>
                    </a:lnTo>
                    <a:lnTo>
                      <a:pt x="15433" y="7087"/>
                    </a:lnTo>
                    <a:lnTo>
                      <a:pt x="15475" y="6920"/>
                    </a:lnTo>
                    <a:lnTo>
                      <a:pt x="15475" y="6710"/>
                    </a:lnTo>
                    <a:lnTo>
                      <a:pt x="15391" y="6542"/>
                    </a:lnTo>
                    <a:lnTo>
                      <a:pt x="15265" y="6416"/>
                    </a:lnTo>
                    <a:lnTo>
                      <a:pt x="15056" y="6332"/>
                    </a:lnTo>
                    <a:lnTo>
                      <a:pt x="12036" y="5871"/>
                    </a:lnTo>
                    <a:close/>
                    <a:moveTo>
                      <a:pt x="148873" y="6584"/>
                    </a:moveTo>
                    <a:lnTo>
                      <a:pt x="148789" y="6626"/>
                    </a:lnTo>
                    <a:lnTo>
                      <a:pt x="145769" y="6962"/>
                    </a:lnTo>
                    <a:lnTo>
                      <a:pt x="145602" y="7045"/>
                    </a:lnTo>
                    <a:lnTo>
                      <a:pt x="145434" y="7171"/>
                    </a:lnTo>
                    <a:lnTo>
                      <a:pt x="145350" y="7339"/>
                    </a:lnTo>
                    <a:lnTo>
                      <a:pt x="145350" y="7549"/>
                    </a:lnTo>
                    <a:lnTo>
                      <a:pt x="145392" y="7716"/>
                    </a:lnTo>
                    <a:lnTo>
                      <a:pt x="145518" y="7842"/>
                    </a:lnTo>
                    <a:lnTo>
                      <a:pt x="145644" y="7968"/>
                    </a:lnTo>
                    <a:lnTo>
                      <a:pt x="145895" y="7968"/>
                    </a:lnTo>
                    <a:lnTo>
                      <a:pt x="148915" y="7632"/>
                    </a:lnTo>
                    <a:lnTo>
                      <a:pt x="149124" y="7549"/>
                    </a:lnTo>
                    <a:lnTo>
                      <a:pt x="149250" y="7423"/>
                    </a:lnTo>
                    <a:lnTo>
                      <a:pt x="149376" y="7255"/>
                    </a:lnTo>
                    <a:lnTo>
                      <a:pt x="149376" y="7045"/>
                    </a:lnTo>
                    <a:lnTo>
                      <a:pt x="149334" y="6878"/>
                    </a:lnTo>
                    <a:lnTo>
                      <a:pt x="149208" y="6752"/>
                    </a:lnTo>
                    <a:lnTo>
                      <a:pt x="149040" y="6626"/>
                    </a:lnTo>
                    <a:lnTo>
                      <a:pt x="148873" y="6584"/>
                    </a:lnTo>
                    <a:close/>
                    <a:moveTo>
                      <a:pt x="17991" y="6752"/>
                    </a:moveTo>
                    <a:lnTo>
                      <a:pt x="17824" y="6794"/>
                    </a:lnTo>
                    <a:lnTo>
                      <a:pt x="17656" y="6878"/>
                    </a:lnTo>
                    <a:lnTo>
                      <a:pt x="17572" y="7003"/>
                    </a:lnTo>
                    <a:lnTo>
                      <a:pt x="17488" y="7213"/>
                    </a:lnTo>
                    <a:lnTo>
                      <a:pt x="17530" y="7381"/>
                    </a:lnTo>
                    <a:lnTo>
                      <a:pt x="17614" y="7591"/>
                    </a:lnTo>
                    <a:lnTo>
                      <a:pt x="17740" y="7716"/>
                    </a:lnTo>
                    <a:lnTo>
                      <a:pt x="17949" y="7758"/>
                    </a:lnTo>
                    <a:lnTo>
                      <a:pt x="20969" y="8178"/>
                    </a:lnTo>
                    <a:lnTo>
                      <a:pt x="21220" y="8178"/>
                    </a:lnTo>
                    <a:lnTo>
                      <a:pt x="21346" y="8052"/>
                    </a:lnTo>
                    <a:lnTo>
                      <a:pt x="21472" y="7926"/>
                    </a:lnTo>
                    <a:lnTo>
                      <a:pt x="21514" y="7758"/>
                    </a:lnTo>
                    <a:lnTo>
                      <a:pt x="21514" y="7549"/>
                    </a:lnTo>
                    <a:lnTo>
                      <a:pt x="21430" y="7381"/>
                    </a:lnTo>
                    <a:lnTo>
                      <a:pt x="21262" y="7255"/>
                    </a:lnTo>
                    <a:lnTo>
                      <a:pt x="21094" y="7171"/>
                    </a:lnTo>
                    <a:lnTo>
                      <a:pt x="18075" y="6752"/>
                    </a:lnTo>
                    <a:close/>
                    <a:moveTo>
                      <a:pt x="277657" y="4236"/>
                    </a:moveTo>
                    <a:lnTo>
                      <a:pt x="277448" y="4278"/>
                    </a:lnTo>
                    <a:lnTo>
                      <a:pt x="277322" y="4403"/>
                    </a:lnTo>
                    <a:lnTo>
                      <a:pt x="277196" y="4529"/>
                    </a:lnTo>
                    <a:lnTo>
                      <a:pt x="277154" y="4739"/>
                    </a:lnTo>
                    <a:lnTo>
                      <a:pt x="277154" y="7800"/>
                    </a:lnTo>
                    <a:lnTo>
                      <a:pt x="277196" y="8010"/>
                    </a:lnTo>
                    <a:lnTo>
                      <a:pt x="277322" y="8178"/>
                    </a:lnTo>
                    <a:lnTo>
                      <a:pt x="277448" y="8262"/>
                    </a:lnTo>
                    <a:lnTo>
                      <a:pt x="277657" y="8303"/>
                    </a:lnTo>
                    <a:lnTo>
                      <a:pt x="277867" y="8262"/>
                    </a:lnTo>
                    <a:lnTo>
                      <a:pt x="278035" y="8178"/>
                    </a:lnTo>
                    <a:lnTo>
                      <a:pt x="278119" y="8010"/>
                    </a:lnTo>
                    <a:lnTo>
                      <a:pt x="278160" y="7800"/>
                    </a:lnTo>
                    <a:lnTo>
                      <a:pt x="278160" y="4739"/>
                    </a:lnTo>
                    <a:lnTo>
                      <a:pt x="278119" y="4529"/>
                    </a:lnTo>
                    <a:lnTo>
                      <a:pt x="278035" y="4403"/>
                    </a:lnTo>
                    <a:lnTo>
                      <a:pt x="277867" y="4278"/>
                    </a:lnTo>
                    <a:lnTo>
                      <a:pt x="277657" y="4236"/>
                    </a:lnTo>
                    <a:close/>
                    <a:moveTo>
                      <a:pt x="142750" y="7339"/>
                    </a:moveTo>
                    <a:lnTo>
                      <a:pt x="139731" y="7674"/>
                    </a:lnTo>
                    <a:lnTo>
                      <a:pt x="139521" y="7716"/>
                    </a:lnTo>
                    <a:lnTo>
                      <a:pt x="139353" y="7842"/>
                    </a:lnTo>
                    <a:lnTo>
                      <a:pt x="139269" y="8052"/>
                    </a:lnTo>
                    <a:lnTo>
                      <a:pt x="139269" y="8220"/>
                    </a:lnTo>
                    <a:lnTo>
                      <a:pt x="139311" y="8429"/>
                    </a:lnTo>
                    <a:lnTo>
                      <a:pt x="139437" y="8555"/>
                    </a:lnTo>
                    <a:lnTo>
                      <a:pt x="139605" y="8639"/>
                    </a:lnTo>
                    <a:lnTo>
                      <a:pt x="139773" y="8681"/>
                    </a:lnTo>
                    <a:lnTo>
                      <a:pt x="139815" y="8681"/>
                    </a:lnTo>
                    <a:lnTo>
                      <a:pt x="142876" y="8345"/>
                    </a:lnTo>
                    <a:lnTo>
                      <a:pt x="143044" y="8262"/>
                    </a:lnTo>
                    <a:lnTo>
                      <a:pt x="143211" y="8136"/>
                    </a:lnTo>
                    <a:lnTo>
                      <a:pt x="143295" y="7968"/>
                    </a:lnTo>
                    <a:lnTo>
                      <a:pt x="143295" y="7758"/>
                    </a:lnTo>
                    <a:lnTo>
                      <a:pt x="143253" y="7591"/>
                    </a:lnTo>
                    <a:lnTo>
                      <a:pt x="143127" y="7465"/>
                    </a:lnTo>
                    <a:lnTo>
                      <a:pt x="143002" y="7339"/>
                    </a:lnTo>
                    <a:close/>
                    <a:moveTo>
                      <a:pt x="23862" y="7591"/>
                    </a:moveTo>
                    <a:lnTo>
                      <a:pt x="23695" y="7716"/>
                    </a:lnTo>
                    <a:lnTo>
                      <a:pt x="23611" y="7842"/>
                    </a:lnTo>
                    <a:lnTo>
                      <a:pt x="23527" y="8010"/>
                    </a:lnTo>
                    <a:lnTo>
                      <a:pt x="23569" y="8220"/>
                    </a:lnTo>
                    <a:lnTo>
                      <a:pt x="23653" y="8387"/>
                    </a:lnTo>
                    <a:lnTo>
                      <a:pt x="23778" y="8513"/>
                    </a:lnTo>
                    <a:lnTo>
                      <a:pt x="23988" y="8597"/>
                    </a:lnTo>
                    <a:lnTo>
                      <a:pt x="27007" y="8974"/>
                    </a:lnTo>
                    <a:lnTo>
                      <a:pt x="27091" y="8974"/>
                    </a:lnTo>
                    <a:lnTo>
                      <a:pt x="27259" y="8932"/>
                    </a:lnTo>
                    <a:lnTo>
                      <a:pt x="27427" y="8849"/>
                    </a:lnTo>
                    <a:lnTo>
                      <a:pt x="27511" y="8681"/>
                    </a:lnTo>
                    <a:lnTo>
                      <a:pt x="27595" y="8513"/>
                    </a:lnTo>
                    <a:lnTo>
                      <a:pt x="27553" y="8303"/>
                    </a:lnTo>
                    <a:lnTo>
                      <a:pt x="27469" y="8136"/>
                    </a:lnTo>
                    <a:lnTo>
                      <a:pt x="27343" y="8010"/>
                    </a:lnTo>
                    <a:lnTo>
                      <a:pt x="27133" y="7968"/>
                    </a:lnTo>
                    <a:lnTo>
                      <a:pt x="24114" y="7591"/>
                    </a:lnTo>
                    <a:close/>
                    <a:moveTo>
                      <a:pt x="136669" y="8010"/>
                    </a:moveTo>
                    <a:lnTo>
                      <a:pt x="133650" y="8345"/>
                    </a:lnTo>
                    <a:lnTo>
                      <a:pt x="133440" y="8387"/>
                    </a:lnTo>
                    <a:lnTo>
                      <a:pt x="133314" y="8513"/>
                    </a:lnTo>
                    <a:lnTo>
                      <a:pt x="133189" y="8681"/>
                    </a:lnTo>
                    <a:lnTo>
                      <a:pt x="133189" y="8891"/>
                    </a:lnTo>
                    <a:lnTo>
                      <a:pt x="133231" y="9100"/>
                    </a:lnTo>
                    <a:lnTo>
                      <a:pt x="133356" y="9226"/>
                    </a:lnTo>
                    <a:lnTo>
                      <a:pt x="133524" y="9310"/>
                    </a:lnTo>
                    <a:lnTo>
                      <a:pt x="133692" y="9352"/>
                    </a:lnTo>
                    <a:lnTo>
                      <a:pt x="133734" y="9352"/>
                    </a:lnTo>
                    <a:lnTo>
                      <a:pt x="136795" y="9016"/>
                    </a:lnTo>
                    <a:lnTo>
                      <a:pt x="136963" y="8974"/>
                    </a:lnTo>
                    <a:lnTo>
                      <a:pt x="137131" y="8849"/>
                    </a:lnTo>
                    <a:lnTo>
                      <a:pt x="137215" y="8681"/>
                    </a:lnTo>
                    <a:lnTo>
                      <a:pt x="137256" y="8471"/>
                    </a:lnTo>
                    <a:lnTo>
                      <a:pt x="137173" y="8262"/>
                    </a:lnTo>
                    <a:lnTo>
                      <a:pt x="137089" y="8136"/>
                    </a:lnTo>
                    <a:lnTo>
                      <a:pt x="136921" y="8052"/>
                    </a:lnTo>
                    <a:lnTo>
                      <a:pt x="136711" y="8010"/>
                    </a:lnTo>
                    <a:close/>
                    <a:moveTo>
                      <a:pt x="30111" y="8303"/>
                    </a:moveTo>
                    <a:lnTo>
                      <a:pt x="29943" y="8345"/>
                    </a:lnTo>
                    <a:lnTo>
                      <a:pt x="29775" y="8429"/>
                    </a:lnTo>
                    <a:lnTo>
                      <a:pt x="29649" y="8597"/>
                    </a:lnTo>
                    <a:lnTo>
                      <a:pt x="29607" y="8765"/>
                    </a:lnTo>
                    <a:lnTo>
                      <a:pt x="29649" y="8974"/>
                    </a:lnTo>
                    <a:lnTo>
                      <a:pt x="29733" y="9142"/>
                    </a:lnTo>
                    <a:lnTo>
                      <a:pt x="29859" y="9268"/>
                    </a:lnTo>
                    <a:lnTo>
                      <a:pt x="30069" y="9310"/>
                    </a:lnTo>
                    <a:lnTo>
                      <a:pt x="33088" y="9687"/>
                    </a:lnTo>
                    <a:lnTo>
                      <a:pt x="33172" y="9687"/>
                    </a:lnTo>
                    <a:lnTo>
                      <a:pt x="33340" y="9645"/>
                    </a:lnTo>
                    <a:lnTo>
                      <a:pt x="33507" y="9562"/>
                    </a:lnTo>
                    <a:lnTo>
                      <a:pt x="33591" y="9394"/>
                    </a:lnTo>
                    <a:lnTo>
                      <a:pt x="33675" y="9226"/>
                    </a:lnTo>
                    <a:lnTo>
                      <a:pt x="33633" y="9016"/>
                    </a:lnTo>
                    <a:lnTo>
                      <a:pt x="33549" y="8849"/>
                    </a:lnTo>
                    <a:lnTo>
                      <a:pt x="33424" y="8723"/>
                    </a:lnTo>
                    <a:lnTo>
                      <a:pt x="33214" y="8681"/>
                    </a:lnTo>
                    <a:lnTo>
                      <a:pt x="30195" y="8303"/>
                    </a:lnTo>
                    <a:close/>
                    <a:moveTo>
                      <a:pt x="130589" y="8639"/>
                    </a:moveTo>
                    <a:lnTo>
                      <a:pt x="127569" y="8974"/>
                    </a:lnTo>
                    <a:lnTo>
                      <a:pt x="127360" y="9016"/>
                    </a:lnTo>
                    <a:lnTo>
                      <a:pt x="127234" y="9142"/>
                    </a:lnTo>
                    <a:lnTo>
                      <a:pt x="127150" y="9310"/>
                    </a:lnTo>
                    <a:lnTo>
                      <a:pt x="127108" y="9520"/>
                    </a:lnTo>
                    <a:lnTo>
                      <a:pt x="127150" y="9687"/>
                    </a:lnTo>
                    <a:lnTo>
                      <a:pt x="127276" y="9855"/>
                    </a:lnTo>
                    <a:lnTo>
                      <a:pt x="127443" y="9939"/>
                    </a:lnTo>
                    <a:lnTo>
                      <a:pt x="127611" y="9981"/>
                    </a:lnTo>
                    <a:lnTo>
                      <a:pt x="127653" y="9981"/>
                    </a:lnTo>
                    <a:lnTo>
                      <a:pt x="130714" y="9687"/>
                    </a:lnTo>
                    <a:lnTo>
                      <a:pt x="130882" y="9603"/>
                    </a:lnTo>
                    <a:lnTo>
                      <a:pt x="131050" y="9478"/>
                    </a:lnTo>
                    <a:lnTo>
                      <a:pt x="131134" y="9310"/>
                    </a:lnTo>
                    <a:lnTo>
                      <a:pt x="131176" y="9100"/>
                    </a:lnTo>
                    <a:lnTo>
                      <a:pt x="131092" y="8932"/>
                    </a:lnTo>
                    <a:lnTo>
                      <a:pt x="131008" y="8807"/>
                    </a:lnTo>
                    <a:lnTo>
                      <a:pt x="130840" y="8681"/>
                    </a:lnTo>
                    <a:lnTo>
                      <a:pt x="130673" y="8639"/>
                    </a:lnTo>
                    <a:close/>
                    <a:moveTo>
                      <a:pt x="36191" y="8974"/>
                    </a:moveTo>
                    <a:lnTo>
                      <a:pt x="36024" y="9016"/>
                    </a:lnTo>
                    <a:lnTo>
                      <a:pt x="35856" y="9100"/>
                    </a:lnTo>
                    <a:lnTo>
                      <a:pt x="35730" y="9268"/>
                    </a:lnTo>
                    <a:lnTo>
                      <a:pt x="35688" y="9436"/>
                    </a:lnTo>
                    <a:lnTo>
                      <a:pt x="35730" y="9645"/>
                    </a:lnTo>
                    <a:lnTo>
                      <a:pt x="35814" y="9813"/>
                    </a:lnTo>
                    <a:lnTo>
                      <a:pt x="35940" y="9939"/>
                    </a:lnTo>
                    <a:lnTo>
                      <a:pt x="36149" y="9981"/>
                    </a:lnTo>
                    <a:lnTo>
                      <a:pt x="39169" y="10316"/>
                    </a:lnTo>
                    <a:lnTo>
                      <a:pt x="39253" y="10316"/>
                    </a:lnTo>
                    <a:lnTo>
                      <a:pt x="39420" y="10274"/>
                    </a:lnTo>
                    <a:lnTo>
                      <a:pt x="39588" y="10191"/>
                    </a:lnTo>
                    <a:lnTo>
                      <a:pt x="39672" y="10023"/>
                    </a:lnTo>
                    <a:lnTo>
                      <a:pt x="39756" y="9855"/>
                    </a:lnTo>
                    <a:lnTo>
                      <a:pt x="39714" y="9645"/>
                    </a:lnTo>
                    <a:lnTo>
                      <a:pt x="39630" y="9478"/>
                    </a:lnTo>
                    <a:lnTo>
                      <a:pt x="39462" y="9352"/>
                    </a:lnTo>
                    <a:lnTo>
                      <a:pt x="39295" y="9310"/>
                    </a:lnTo>
                    <a:lnTo>
                      <a:pt x="36233" y="8974"/>
                    </a:lnTo>
                    <a:close/>
                    <a:moveTo>
                      <a:pt x="124550" y="9268"/>
                    </a:moveTo>
                    <a:lnTo>
                      <a:pt x="121489" y="9520"/>
                    </a:lnTo>
                    <a:lnTo>
                      <a:pt x="121321" y="9603"/>
                    </a:lnTo>
                    <a:lnTo>
                      <a:pt x="121153" y="9729"/>
                    </a:lnTo>
                    <a:lnTo>
                      <a:pt x="121069" y="9897"/>
                    </a:lnTo>
                    <a:lnTo>
                      <a:pt x="121027" y="10065"/>
                    </a:lnTo>
                    <a:lnTo>
                      <a:pt x="121069" y="10274"/>
                    </a:lnTo>
                    <a:lnTo>
                      <a:pt x="121195" y="10400"/>
                    </a:lnTo>
                    <a:lnTo>
                      <a:pt x="121363" y="10526"/>
                    </a:lnTo>
                    <a:lnTo>
                      <a:pt x="121572" y="10526"/>
                    </a:lnTo>
                    <a:lnTo>
                      <a:pt x="124634" y="10274"/>
                    </a:lnTo>
                    <a:lnTo>
                      <a:pt x="124843" y="10191"/>
                    </a:lnTo>
                    <a:lnTo>
                      <a:pt x="124969" y="10065"/>
                    </a:lnTo>
                    <a:lnTo>
                      <a:pt x="125053" y="9897"/>
                    </a:lnTo>
                    <a:lnTo>
                      <a:pt x="125095" y="9729"/>
                    </a:lnTo>
                    <a:lnTo>
                      <a:pt x="125053" y="9520"/>
                    </a:lnTo>
                    <a:lnTo>
                      <a:pt x="124927" y="9394"/>
                    </a:lnTo>
                    <a:lnTo>
                      <a:pt x="124760" y="9268"/>
                    </a:lnTo>
                    <a:close/>
                    <a:moveTo>
                      <a:pt x="42272" y="9562"/>
                    </a:moveTo>
                    <a:lnTo>
                      <a:pt x="42104" y="9603"/>
                    </a:lnTo>
                    <a:lnTo>
                      <a:pt x="41937" y="9687"/>
                    </a:lnTo>
                    <a:lnTo>
                      <a:pt x="41811" y="9855"/>
                    </a:lnTo>
                    <a:lnTo>
                      <a:pt x="41769" y="10023"/>
                    </a:lnTo>
                    <a:lnTo>
                      <a:pt x="41811" y="10232"/>
                    </a:lnTo>
                    <a:lnTo>
                      <a:pt x="41895" y="10400"/>
                    </a:lnTo>
                    <a:lnTo>
                      <a:pt x="42020" y="10526"/>
                    </a:lnTo>
                    <a:lnTo>
                      <a:pt x="42230" y="10610"/>
                    </a:lnTo>
                    <a:lnTo>
                      <a:pt x="45291" y="10862"/>
                    </a:lnTo>
                    <a:lnTo>
                      <a:pt x="45333" y="10862"/>
                    </a:lnTo>
                    <a:lnTo>
                      <a:pt x="45501" y="10820"/>
                    </a:lnTo>
                    <a:lnTo>
                      <a:pt x="45669" y="10736"/>
                    </a:lnTo>
                    <a:lnTo>
                      <a:pt x="45795" y="10568"/>
                    </a:lnTo>
                    <a:lnTo>
                      <a:pt x="45837" y="10400"/>
                    </a:lnTo>
                    <a:lnTo>
                      <a:pt x="45795" y="10191"/>
                    </a:lnTo>
                    <a:lnTo>
                      <a:pt x="45711" y="10023"/>
                    </a:lnTo>
                    <a:lnTo>
                      <a:pt x="45543" y="9897"/>
                    </a:lnTo>
                    <a:lnTo>
                      <a:pt x="45375" y="9855"/>
                    </a:lnTo>
                    <a:lnTo>
                      <a:pt x="42314" y="9562"/>
                    </a:lnTo>
                    <a:close/>
                    <a:moveTo>
                      <a:pt x="2014" y="7255"/>
                    </a:moveTo>
                    <a:lnTo>
                      <a:pt x="1888" y="7297"/>
                    </a:lnTo>
                    <a:lnTo>
                      <a:pt x="1762" y="7465"/>
                    </a:lnTo>
                    <a:lnTo>
                      <a:pt x="1636" y="7632"/>
                    </a:lnTo>
                    <a:lnTo>
                      <a:pt x="1636" y="7800"/>
                    </a:lnTo>
                    <a:lnTo>
                      <a:pt x="1678" y="8010"/>
                    </a:lnTo>
                    <a:lnTo>
                      <a:pt x="2433" y="9352"/>
                    </a:lnTo>
                    <a:lnTo>
                      <a:pt x="3188" y="10694"/>
                    </a:lnTo>
                    <a:lnTo>
                      <a:pt x="3272" y="10778"/>
                    </a:lnTo>
                    <a:lnTo>
                      <a:pt x="3398" y="10862"/>
                    </a:lnTo>
                    <a:lnTo>
                      <a:pt x="3523" y="10903"/>
                    </a:lnTo>
                    <a:lnTo>
                      <a:pt x="3649" y="10945"/>
                    </a:lnTo>
                    <a:lnTo>
                      <a:pt x="3775" y="10903"/>
                    </a:lnTo>
                    <a:lnTo>
                      <a:pt x="3901" y="10862"/>
                    </a:lnTo>
                    <a:lnTo>
                      <a:pt x="4027" y="10736"/>
                    </a:lnTo>
                    <a:lnTo>
                      <a:pt x="4111" y="10568"/>
                    </a:lnTo>
                    <a:lnTo>
                      <a:pt x="4152" y="10358"/>
                    </a:lnTo>
                    <a:lnTo>
                      <a:pt x="4069" y="10149"/>
                    </a:lnTo>
                    <a:lnTo>
                      <a:pt x="3314" y="8849"/>
                    </a:lnTo>
                    <a:lnTo>
                      <a:pt x="2601" y="7507"/>
                    </a:lnTo>
                    <a:lnTo>
                      <a:pt x="2517" y="7423"/>
                    </a:lnTo>
                    <a:lnTo>
                      <a:pt x="2391" y="7339"/>
                    </a:lnTo>
                    <a:lnTo>
                      <a:pt x="2265" y="7255"/>
                    </a:lnTo>
                    <a:close/>
                    <a:moveTo>
                      <a:pt x="118469" y="9771"/>
                    </a:moveTo>
                    <a:lnTo>
                      <a:pt x="115408" y="10023"/>
                    </a:lnTo>
                    <a:lnTo>
                      <a:pt x="115240" y="10107"/>
                    </a:lnTo>
                    <a:lnTo>
                      <a:pt x="115072" y="10191"/>
                    </a:lnTo>
                    <a:lnTo>
                      <a:pt x="114989" y="10358"/>
                    </a:lnTo>
                    <a:lnTo>
                      <a:pt x="114947" y="10568"/>
                    </a:lnTo>
                    <a:lnTo>
                      <a:pt x="114989" y="10778"/>
                    </a:lnTo>
                    <a:lnTo>
                      <a:pt x="115114" y="10903"/>
                    </a:lnTo>
                    <a:lnTo>
                      <a:pt x="115282" y="11029"/>
                    </a:lnTo>
                    <a:lnTo>
                      <a:pt x="115492" y="11029"/>
                    </a:lnTo>
                    <a:lnTo>
                      <a:pt x="118553" y="10820"/>
                    </a:lnTo>
                    <a:lnTo>
                      <a:pt x="118721" y="10736"/>
                    </a:lnTo>
                    <a:lnTo>
                      <a:pt x="118889" y="10610"/>
                    </a:lnTo>
                    <a:lnTo>
                      <a:pt x="118972" y="10442"/>
                    </a:lnTo>
                    <a:lnTo>
                      <a:pt x="119014" y="10274"/>
                    </a:lnTo>
                    <a:lnTo>
                      <a:pt x="118972" y="10065"/>
                    </a:lnTo>
                    <a:lnTo>
                      <a:pt x="118847" y="9939"/>
                    </a:lnTo>
                    <a:lnTo>
                      <a:pt x="118679" y="9813"/>
                    </a:lnTo>
                    <a:lnTo>
                      <a:pt x="118511" y="9771"/>
                    </a:lnTo>
                    <a:close/>
                    <a:moveTo>
                      <a:pt x="48185" y="10107"/>
                    </a:moveTo>
                    <a:lnTo>
                      <a:pt x="48017" y="10232"/>
                    </a:lnTo>
                    <a:lnTo>
                      <a:pt x="47933" y="10358"/>
                    </a:lnTo>
                    <a:lnTo>
                      <a:pt x="47849" y="10568"/>
                    </a:lnTo>
                    <a:lnTo>
                      <a:pt x="47891" y="10778"/>
                    </a:lnTo>
                    <a:lnTo>
                      <a:pt x="47975" y="10945"/>
                    </a:lnTo>
                    <a:lnTo>
                      <a:pt x="48143" y="11029"/>
                    </a:lnTo>
                    <a:lnTo>
                      <a:pt x="48311" y="11113"/>
                    </a:lnTo>
                    <a:lnTo>
                      <a:pt x="51372" y="11323"/>
                    </a:lnTo>
                    <a:lnTo>
                      <a:pt x="51414" y="11323"/>
                    </a:lnTo>
                    <a:lnTo>
                      <a:pt x="51624" y="11281"/>
                    </a:lnTo>
                    <a:lnTo>
                      <a:pt x="51750" y="11197"/>
                    </a:lnTo>
                    <a:lnTo>
                      <a:pt x="51875" y="11029"/>
                    </a:lnTo>
                    <a:lnTo>
                      <a:pt x="51917" y="10862"/>
                    </a:lnTo>
                    <a:lnTo>
                      <a:pt x="51917" y="10652"/>
                    </a:lnTo>
                    <a:lnTo>
                      <a:pt x="51791" y="10484"/>
                    </a:lnTo>
                    <a:lnTo>
                      <a:pt x="51666" y="10358"/>
                    </a:lnTo>
                    <a:lnTo>
                      <a:pt x="51456" y="10316"/>
                    </a:lnTo>
                    <a:lnTo>
                      <a:pt x="48395" y="10107"/>
                    </a:lnTo>
                    <a:close/>
                    <a:moveTo>
                      <a:pt x="112389" y="10274"/>
                    </a:moveTo>
                    <a:lnTo>
                      <a:pt x="109327" y="10484"/>
                    </a:lnTo>
                    <a:lnTo>
                      <a:pt x="109160" y="10526"/>
                    </a:lnTo>
                    <a:lnTo>
                      <a:pt x="108992" y="10652"/>
                    </a:lnTo>
                    <a:lnTo>
                      <a:pt x="108908" y="10820"/>
                    </a:lnTo>
                    <a:lnTo>
                      <a:pt x="108866" y="10987"/>
                    </a:lnTo>
                    <a:lnTo>
                      <a:pt x="108908" y="11197"/>
                    </a:lnTo>
                    <a:lnTo>
                      <a:pt x="109034" y="11365"/>
                    </a:lnTo>
                    <a:lnTo>
                      <a:pt x="109201" y="11449"/>
                    </a:lnTo>
                    <a:lnTo>
                      <a:pt x="109369" y="11491"/>
                    </a:lnTo>
                    <a:lnTo>
                      <a:pt x="109411" y="11491"/>
                    </a:lnTo>
                    <a:lnTo>
                      <a:pt x="112472" y="11281"/>
                    </a:lnTo>
                    <a:lnTo>
                      <a:pt x="112640" y="11239"/>
                    </a:lnTo>
                    <a:lnTo>
                      <a:pt x="112808" y="11113"/>
                    </a:lnTo>
                    <a:lnTo>
                      <a:pt x="112892" y="10945"/>
                    </a:lnTo>
                    <a:lnTo>
                      <a:pt x="112934" y="10736"/>
                    </a:lnTo>
                    <a:lnTo>
                      <a:pt x="112892" y="10526"/>
                    </a:lnTo>
                    <a:lnTo>
                      <a:pt x="112766" y="10400"/>
                    </a:lnTo>
                    <a:lnTo>
                      <a:pt x="112598" y="10274"/>
                    </a:lnTo>
                    <a:close/>
                    <a:moveTo>
                      <a:pt x="54475" y="10526"/>
                    </a:moveTo>
                    <a:lnTo>
                      <a:pt x="54266" y="10568"/>
                    </a:lnTo>
                    <a:lnTo>
                      <a:pt x="54140" y="10652"/>
                    </a:lnTo>
                    <a:lnTo>
                      <a:pt x="54014" y="10820"/>
                    </a:lnTo>
                    <a:lnTo>
                      <a:pt x="53972" y="10987"/>
                    </a:lnTo>
                    <a:lnTo>
                      <a:pt x="53972" y="11197"/>
                    </a:lnTo>
                    <a:lnTo>
                      <a:pt x="54098" y="11365"/>
                    </a:lnTo>
                    <a:lnTo>
                      <a:pt x="54224" y="11491"/>
                    </a:lnTo>
                    <a:lnTo>
                      <a:pt x="54433" y="11532"/>
                    </a:lnTo>
                    <a:lnTo>
                      <a:pt x="57495" y="11742"/>
                    </a:lnTo>
                    <a:lnTo>
                      <a:pt x="57537" y="11742"/>
                    </a:lnTo>
                    <a:lnTo>
                      <a:pt x="57704" y="11700"/>
                    </a:lnTo>
                    <a:lnTo>
                      <a:pt x="57872" y="11574"/>
                    </a:lnTo>
                    <a:lnTo>
                      <a:pt x="57956" y="11449"/>
                    </a:lnTo>
                    <a:lnTo>
                      <a:pt x="58040" y="11239"/>
                    </a:lnTo>
                    <a:lnTo>
                      <a:pt x="57998" y="11029"/>
                    </a:lnTo>
                    <a:lnTo>
                      <a:pt x="57914" y="10862"/>
                    </a:lnTo>
                    <a:lnTo>
                      <a:pt x="57746" y="10778"/>
                    </a:lnTo>
                    <a:lnTo>
                      <a:pt x="57537" y="10694"/>
                    </a:lnTo>
                    <a:lnTo>
                      <a:pt x="54517" y="10526"/>
                    </a:lnTo>
                    <a:close/>
                    <a:moveTo>
                      <a:pt x="106308" y="10652"/>
                    </a:moveTo>
                    <a:lnTo>
                      <a:pt x="103247" y="10820"/>
                    </a:lnTo>
                    <a:lnTo>
                      <a:pt x="103079" y="10862"/>
                    </a:lnTo>
                    <a:lnTo>
                      <a:pt x="102911" y="10987"/>
                    </a:lnTo>
                    <a:lnTo>
                      <a:pt x="102785" y="11155"/>
                    </a:lnTo>
                    <a:lnTo>
                      <a:pt x="102785" y="11365"/>
                    </a:lnTo>
                    <a:lnTo>
                      <a:pt x="102827" y="11532"/>
                    </a:lnTo>
                    <a:lnTo>
                      <a:pt x="102953" y="11700"/>
                    </a:lnTo>
                    <a:lnTo>
                      <a:pt x="103079" y="11784"/>
                    </a:lnTo>
                    <a:lnTo>
                      <a:pt x="103289" y="11826"/>
                    </a:lnTo>
                    <a:lnTo>
                      <a:pt x="103330" y="11826"/>
                    </a:lnTo>
                    <a:lnTo>
                      <a:pt x="106350" y="11658"/>
                    </a:lnTo>
                    <a:lnTo>
                      <a:pt x="106559" y="11616"/>
                    </a:lnTo>
                    <a:lnTo>
                      <a:pt x="106727" y="11491"/>
                    </a:lnTo>
                    <a:lnTo>
                      <a:pt x="106811" y="11323"/>
                    </a:lnTo>
                    <a:lnTo>
                      <a:pt x="106853" y="11113"/>
                    </a:lnTo>
                    <a:lnTo>
                      <a:pt x="106811" y="10945"/>
                    </a:lnTo>
                    <a:lnTo>
                      <a:pt x="106685" y="10778"/>
                    </a:lnTo>
                    <a:lnTo>
                      <a:pt x="106518" y="10694"/>
                    </a:lnTo>
                    <a:lnTo>
                      <a:pt x="106350" y="10652"/>
                    </a:lnTo>
                    <a:close/>
                    <a:moveTo>
                      <a:pt x="60556" y="10862"/>
                    </a:moveTo>
                    <a:lnTo>
                      <a:pt x="60388" y="10903"/>
                    </a:lnTo>
                    <a:lnTo>
                      <a:pt x="60221" y="10987"/>
                    </a:lnTo>
                    <a:lnTo>
                      <a:pt x="60095" y="11155"/>
                    </a:lnTo>
                    <a:lnTo>
                      <a:pt x="60053" y="11365"/>
                    </a:lnTo>
                    <a:lnTo>
                      <a:pt x="60095" y="11532"/>
                    </a:lnTo>
                    <a:lnTo>
                      <a:pt x="60179" y="11700"/>
                    </a:lnTo>
                    <a:lnTo>
                      <a:pt x="60346" y="11826"/>
                    </a:lnTo>
                    <a:lnTo>
                      <a:pt x="60556" y="11868"/>
                    </a:lnTo>
                    <a:lnTo>
                      <a:pt x="63617" y="12036"/>
                    </a:lnTo>
                    <a:lnTo>
                      <a:pt x="63827" y="11994"/>
                    </a:lnTo>
                    <a:lnTo>
                      <a:pt x="63953" y="11868"/>
                    </a:lnTo>
                    <a:lnTo>
                      <a:pt x="64079" y="11742"/>
                    </a:lnTo>
                    <a:lnTo>
                      <a:pt x="64121" y="11532"/>
                    </a:lnTo>
                    <a:lnTo>
                      <a:pt x="64079" y="11323"/>
                    </a:lnTo>
                    <a:lnTo>
                      <a:pt x="63995" y="11155"/>
                    </a:lnTo>
                    <a:lnTo>
                      <a:pt x="63827" y="11071"/>
                    </a:lnTo>
                    <a:lnTo>
                      <a:pt x="63659" y="11029"/>
                    </a:lnTo>
                    <a:lnTo>
                      <a:pt x="60598" y="10862"/>
                    </a:lnTo>
                    <a:close/>
                    <a:moveTo>
                      <a:pt x="100227" y="10945"/>
                    </a:moveTo>
                    <a:lnTo>
                      <a:pt x="100227" y="10987"/>
                    </a:lnTo>
                    <a:lnTo>
                      <a:pt x="97166" y="11071"/>
                    </a:lnTo>
                    <a:lnTo>
                      <a:pt x="96956" y="11155"/>
                    </a:lnTo>
                    <a:lnTo>
                      <a:pt x="96830" y="11239"/>
                    </a:lnTo>
                    <a:lnTo>
                      <a:pt x="96705" y="11407"/>
                    </a:lnTo>
                    <a:lnTo>
                      <a:pt x="96663" y="11616"/>
                    </a:lnTo>
                    <a:lnTo>
                      <a:pt x="96705" y="11826"/>
                    </a:lnTo>
                    <a:lnTo>
                      <a:pt x="96830" y="11952"/>
                    </a:lnTo>
                    <a:lnTo>
                      <a:pt x="96998" y="12078"/>
                    </a:lnTo>
                    <a:lnTo>
                      <a:pt x="97208" y="12120"/>
                    </a:lnTo>
                    <a:lnTo>
                      <a:pt x="100269" y="11994"/>
                    </a:lnTo>
                    <a:lnTo>
                      <a:pt x="100437" y="11952"/>
                    </a:lnTo>
                    <a:lnTo>
                      <a:pt x="100605" y="11826"/>
                    </a:lnTo>
                    <a:lnTo>
                      <a:pt x="100730" y="11658"/>
                    </a:lnTo>
                    <a:lnTo>
                      <a:pt x="100730" y="11449"/>
                    </a:lnTo>
                    <a:lnTo>
                      <a:pt x="100688" y="11281"/>
                    </a:lnTo>
                    <a:lnTo>
                      <a:pt x="100605" y="11113"/>
                    </a:lnTo>
                    <a:lnTo>
                      <a:pt x="100437" y="10987"/>
                    </a:lnTo>
                    <a:lnTo>
                      <a:pt x="100227" y="10945"/>
                    </a:lnTo>
                    <a:close/>
                    <a:moveTo>
                      <a:pt x="66679" y="11113"/>
                    </a:moveTo>
                    <a:lnTo>
                      <a:pt x="66469" y="11155"/>
                    </a:lnTo>
                    <a:lnTo>
                      <a:pt x="66301" y="11281"/>
                    </a:lnTo>
                    <a:lnTo>
                      <a:pt x="66217" y="11407"/>
                    </a:lnTo>
                    <a:lnTo>
                      <a:pt x="66175" y="11616"/>
                    </a:lnTo>
                    <a:lnTo>
                      <a:pt x="66175" y="11826"/>
                    </a:lnTo>
                    <a:lnTo>
                      <a:pt x="66301" y="11994"/>
                    </a:lnTo>
                    <a:lnTo>
                      <a:pt x="66469" y="12120"/>
                    </a:lnTo>
                    <a:lnTo>
                      <a:pt x="66637" y="12162"/>
                    </a:lnTo>
                    <a:lnTo>
                      <a:pt x="69698" y="12245"/>
                    </a:lnTo>
                    <a:lnTo>
                      <a:pt x="69740" y="12245"/>
                    </a:lnTo>
                    <a:lnTo>
                      <a:pt x="69908" y="12203"/>
                    </a:lnTo>
                    <a:lnTo>
                      <a:pt x="70075" y="12120"/>
                    </a:lnTo>
                    <a:lnTo>
                      <a:pt x="70201" y="11952"/>
                    </a:lnTo>
                    <a:lnTo>
                      <a:pt x="70243" y="11742"/>
                    </a:lnTo>
                    <a:lnTo>
                      <a:pt x="70201" y="11532"/>
                    </a:lnTo>
                    <a:lnTo>
                      <a:pt x="70075" y="11407"/>
                    </a:lnTo>
                    <a:lnTo>
                      <a:pt x="69950" y="11281"/>
                    </a:lnTo>
                    <a:lnTo>
                      <a:pt x="69740" y="11239"/>
                    </a:lnTo>
                    <a:lnTo>
                      <a:pt x="66679" y="11113"/>
                    </a:lnTo>
                    <a:close/>
                    <a:moveTo>
                      <a:pt x="94105" y="11197"/>
                    </a:moveTo>
                    <a:lnTo>
                      <a:pt x="91085" y="11281"/>
                    </a:lnTo>
                    <a:lnTo>
                      <a:pt x="90876" y="11323"/>
                    </a:lnTo>
                    <a:lnTo>
                      <a:pt x="90708" y="11449"/>
                    </a:lnTo>
                    <a:lnTo>
                      <a:pt x="90624" y="11616"/>
                    </a:lnTo>
                    <a:lnTo>
                      <a:pt x="90582" y="11784"/>
                    </a:lnTo>
                    <a:lnTo>
                      <a:pt x="90624" y="11994"/>
                    </a:lnTo>
                    <a:lnTo>
                      <a:pt x="90750" y="12162"/>
                    </a:lnTo>
                    <a:lnTo>
                      <a:pt x="90876" y="12245"/>
                    </a:lnTo>
                    <a:lnTo>
                      <a:pt x="91085" y="12287"/>
                    </a:lnTo>
                    <a:lnTo>
                      <a:pt x="94147" y="12203"/>
                    </a:lnTo>
                    <a:lnTo>
                      <a:pt x="94356" y="12162"/>
                    </a:lnTo>
                    <a:lnTo>
                      <a:pt x="94524" y="12036"/>
                    </a:lnTo>
                    <a:lnTo>
                      <a:pt x="94608" y="11868"/>
                    </a:lnTo>
                    <a:lnTo>
                      <a:pt x="94650" y="11700"/>
                    </a:lnTo>
                    <a:lnTo>
                      <a:pt x="94608" y="11491"/>
                    </a:lnTo>
                    <a:lnTo>
                      <a:pt x="94482" y="11323"/>
                    </a:lnTo>
                    <a:lnTo>
                      <a:pt x="94356" y="11239"/>
                    </a:lnTo>
                    <a:lnTo>
                      <a:pt x="94147" y="11197"/>
                    </a:lnTo>
                    <a:close/>
                    <a:moveTo>
                      <a:pt x="72801" y="11323"/>
                    </a:moveTo>
                    <a:lnTo>
                      <a:pt x="72592" y="11365"/>
                    </a:lnTo>
                    <a:lnTo>
                      <a:pt x="72424" y="11449"/>
                    </a:lnTo>
                    <a:lnTo>
                      <a:pt x="72298" y="11616"/>
                    </a:lnTo>
                    <a:lnTo>
                      <a:pt x="72256" y="11784"/>
                    </a:lnTo>
                    <a:lnTo>
                      <a:pt x="72298" y="11994"/>
                    </a:lnTo>
                    <a:lnTo>
                      <a:pt x="72424" y="12162"/>
                    </a:lnTo>
                    <a:lnTo>
                      <a:pt x="72550" y="12287"/>
                    </a:lnTo>
                    <a:lnTo>
                      <a:pt x="72759" y="12329"/>
                    </a:lnTo>
                    <a:lnTo>
                      <a:pt x="75821" y="12371"/>
                    </a:lnTo>
                    <a:lnTo>
                      <a:pt x="76030" y="12329"/>
                    </a:lnTo>
                    <a:lnTo>
                      <a:pt x="76198" y="12245"/>
                    </a:lnTo>
                    <a:lnTo>
                      <a:pt x="76282" y="12078"/>
                    </a:lnTo>
                    <a:lnTo>
                      <a:pt x="76324" y="11868"/>
                    </a:lnTo>
                    <a:lnTo>
                      <a:pt x="76282" y="11658"/>
                    </a:lnTo>
                    <a:lnTo>
                      <a:pt x="76198" y="11491"/>
                    </a:lnTo>
                    <a:lnTo>
                      <a:pt x="76030" y="11407"/>
                    </a:lnTo>
                    <a:lnTo>
                      <a:pt x="75821" y="11365"/>
                    </a:lnTo>
                    <a:lnTo>
                      <a:pt x="72801" y="11323"/>
                    </a:lnTo>
                    <a:close/>
                    <a:moveTo>
                      <a:pt x="78882" y="11407"/>
                    </a:moveTo>
                    <a:lnTo>
                      <a:pt x="78672" y="11449"/>
                    </a:lnTo>
                    <a:lnTo>
                      <a:pt x="78546" y="11532"/>
                    </a:lnTo>
                    <a:lnTo>
                      <a:pt x="78421" y="11700"/>
                    </a:lnTo>
                    <a:lnTo>
                      <a:pt x="78379" y="11910"/>
                    </a:lnTo>
                    <a:lnTo>
                      <a:pt x="78421" y="12078"/>
                    </a:lnTo>
                    <a:lnTo>
                      <a:pt x="78505" y="12245"/>
                    </a:lnTo>
                    <a:lnTo>
                      <a:pt x="78672" y="12371"/>
                    </a:lnTo>
                    <a:lnTo>
                      <a:pt x="78882" y="12413"/>
                    </a:lnTo>
                    <a:lnTo>
                      <a:pt x="81943" y="12413"/>
                    </a:lnTo>
                    <a:lnTo>
                      <a:pt x="82153" y="12371"/>
                    </a:lnTo>
                    <a:lnTo>
                      <a:pt x="82279" y="12245"/>
                    </a:lnTo>
                    <a:lnTo>
                      <a:pt x="82405" y="12120"/>
                    </a:lnTo>
                    <a:lnTo>
                      <a:pt x="82446" y="11910"/>
                    </a:lnTo>
                    <a:lnTo>
                      <a:pt x="82405" y="11700"/>
                    </a:lnTo>
                    <a:lnTo>
                      <a:pt x="82279" y="11532"/>
                    </a:lnTo>
                    <a:lnTo>
                      <a:pt x="82153" y="11449"/>
                    </a:lnTo>
                    <a:lnTo>
                      <a:pt x="81943" y="11407"/>
                    </a:lnTo>
                    <a:close/>
                    <a:moveTo>
                      <a:pt x="88024" y="11323"/>
                    </a:moveTo>
                    <a:lnTo>
                      <a:pt x="84963" y="11365"/>
                    </a:lnTo>
                    <a:lnTo>
                      <a:pt x="84795" y="11407"/>
                    </a:lnTo>
                    <a:lnTo>
                      <a:pt x="84627" y="11532"/>
                    </a:lnTo>
                    <a:lnTo>
                      <a:pt x="84501" y="11700"/>
                    </a:lnTo>
                    <a:lnTo>
                      <a:pt x="84459" y="11910"/>
                    </a:lnTo>
                    <a:lnTo>
                      <a:pt x="84501" y="12078"/>
                    </a:lnTo>
                    <a:lnTo>
                      <a:pt x="84627" y="12245"/>
                    </a:lnTo>
                    <a:lnTo>
                      <a:pt x="84795" y="12371"/>
                    </a:lnTo>
                    <a:lnTo>
                      <a:pt x="85005" y="12413"/>
                    </a:lnTo>
                    <a:lnTo>
                      <a:pt x="88066" y="12371"/>
                    </a:lnTo>
                    <a:lnTo>
                      <a:pt x="88234" y="12329"/>
                    </a:lnTo>
                    <a:lnTo>
                      <a:pt x="88401" y="12203"/>
                    </a:lnTo>
                    <a:lnTo>
                      <a:pt x="88527" y="12036"/>
                    </a:lnTo>
                    <a:lnTo>
                      <a:pt x="88527" y="11826"/>
                    </a:lnTo>
                    <a:lnTo>
                      <a:pt x="88485" y="11658"/>
                    </a:lnTo>
                    <a:lnTo>
                      <a:pt x="88401" y="11491"/>
                    </a:lnTo>
                    <a:lnTo>
                      <a:pt x="88234" y="11365"/>
                    </a:lnTo>
                    <a:lnTo>
                      <a:pt x="88024" y="11323"/>
                    </a:lnTo>
                    <a:close/>
                    <a:moveTo>
                      <a:pt x="277657" y="10358"/>
                    </a:moveTo>
                    <a:lnTo>
                      <a:pt x="277448" y="10400"/>
                    </a:lnTo>
                    <a:lnTo>
                      <a:pt x="277322" y="10484"/>
                    </a:lnTo>
                    <a:lnTo>
                      <a:pt x="277196" y="10652"/>
                    </a:lnTo>
                    <a:lnTo>
                      <a:pt x="277154" y="10862"/>
                    </a:lnTo>
                    <a:lnTo>
                      <a:pt x="277154" y="13881"/>
                    </a:lnTo>
                    <a:lnTo>
                      <a:pt x="277196" y="14091"/>
                    </a:lnTo>
                    <a:lnTo>
                      <a:pt x="277322" y="14258"/>
                    </a:lnTo>
                    <a:lnTo>
                      <a:pt x="277448" y="14384"/>
                    </a:lnTo>
                    <a:lnTo>
                      <a:pt x="277657" y="14426"/>
                    </a:lnTo>
                    <a:lnTo>
                      <a:pt x="277867" y="14384"/>
                    </a:lnTo>
                    <a:lnTo>
                      <a:pt x="278035" y="14258"/>
                    </a:lnTo>
                    <a:lnTo>
                      <a:pt x="278119" y="14091"/>
                    </a:lnTo>
                    <a:lnTo>
                      <a:pt x="278160" y="13881"/>
                    </a:lnTo>
                    <a:lnTo>
                      <a:pt x="278160" y="10862"/>
                    </a:lnTo>
                    <a:lnTo>
                      <a:pt x="278119" y="10652"/>
                    </a:lnTo>
                    <a:lnTo>
                      <a:pt x="278035" y="10484"/>
                    </a:lnTo>
                    <a:lnTo>
                      <a:pt x="277867" y="10400"/>
                    </a:lnTo>
                    <a:lnTo>
                      <a:pt x="277657" y="10358"/>
                    </a:lnTo>
                    <a:close/>
                    <a:moveTo>
                      <a:pt x="5243" y="12497"/>
                    </a:moveTo>
                    <a:lnTo>
                      <a:pt x="5075" y="12539"/>
                    </a:lnTo>
                    <a:lnTo>
                      <a:pt x="4949" y="12581"/>
                    </a:lnTo>
                    <a:lnTo>
                      <a:pt x="4823" y="12749"/>
                    </a:lnTo>
                    <a:lnTo>
                      <a:pt x="4740" y="12916"/>
                    </a:lnTo>
                    <a:lnTo>
                      <a:pt x="4740" y="13126"/>
                    </a:lnTo>
                    <a:lnTo>
                      <a:pt x="4823" y="13294"/>
                    </a:lnTo>
                    <a:lnTo>
                      <a:pt x="5620" y="14594"/>
                    </a:lnTo>
                    <a:lnTo>
                      <a:pt x="6501" y="15852"/>
                    </a:lnTo>
                    <a:lnTo>
                      <a:pt x="6585" y="15936"/>
                    </a:lnTo>
                    <a:lnTo>
                      <a:pt x="6669" y="16020"/>
                    </a:lnTo>
                    <a:lnTo>
                      <a:pt x="6794" y="16062"/>
                    </a:lnTo>
                    <a:lnTo>
                      <a:pt x="7046" y="16062"/>
                    </a:lnTo>
                    <a:lnTo>
                      <a:pt x="7214" y="15978"/>
                    </a:lnTo>
                    <a:lnTo>
                      <a:pt x="7340" y="15852"/>
                    </a:lnTo>
                    <a:lnTo>
                      <a:pt x="7423" y="15684"/>
                    </a:lnTo>
                    <a:lnTo>
                      <a:pt x="7423" y="15474"/>
                    </a:lnTo>
                    <a:lnTo>
                      <a:pt x="7340" y="15265"/>
                    </a:lnTo>
                    <a:lnTo>
                      <a:pt x="6501" y="14007"/>
                    </a:lnTo>
                    <a:lnTo>
                      <a:pt x="5662" y="12749"/>
                    </a:lnTo>
                    <a:lnTo>
                      <a:pt x="5578" y="12665"/>
                    </a:lnTo>
                    <a:lnTo>
                      <a:pt x="5452" y="12581"/>
                    </a:lnTo>
                    <a:lnTo>
                      <a:pt x="5369" y="12539"/>
                    </a:lnTo>
                    <a:lnTo>
                      <a:pt x="5243" y="12497"/>
                    </a:lnTo>
                    <a:close/>
                    <a:moveTo>
                      <a:pt x="277657" y="16439"/>
                    </a:moveTo>
                    <a:lnTo>
                      <a:pt x="277448" y="16481"/>
                    </a:lnTo>
                    <a:lnTo>
                      <a:pt x="277322" y="16607"/>
                    </a:lnTo>
                    <a:lnTo>
                      <a:pt x="277196" y="16774"/>
                    </a:lnTo>
                    <a:lnTo>
                      <a:pt x="277154" y="16942"/>
                    </a:lnTo>
                    <a:lnTo>
                      <a:pt x="277154" y="20003"/>
                    </a:lnTo>
                    <a:lnTo>
                      <a:pt x="277196" y="20213"/>
                    </a:lnTo>
                    <a:lnTo>
                      <a:pt x="277322" y="20381"/>
                    </a:lnTo>
                    <a:lnTo>
                      <a:pt x="277448" y="20465"/>
                    </a:lnTo>
                    <a:lnTo>
                      <a:pt x="277657" y="20507"/>
                    </a:lnTo>
                    <a:lnTo>
                      <a:pt x="277867" y="20465"/>
                    </a:lnTo>
                    <a:lnTo>
                      <a:pt x="278035" y="20381"/>
                    </a:lnTo>
                    <a:lnTo>
                      <a:pt x="278119" y="20213"/>
                    </a:lnTo>
                    <a:lnTo>
                      <a:pt x="278160" y="20003"/>
                    </a:lnTo>
                    <a:lnTo>
                      <a:pt x="278160" y="16942"/>
                    </a:lnTo>
                    <a:lnTo>
                      <a:pt x="278119" y="16774"/>
                    </a:lnTo>
                    <a:lnTo>
                      <a:pt x="278035" y="16607"/>
                    </a:lnTo>
                    <a:lnTo>
                      <a:pt x="277867" y="16481"/>
                    </a:lnTo>
                    <a:lnTo>
                      <a:pt x="277657" y="16439"/>
                    </a:lnTo>
                    <a:close/>
                    <a:moveTo>
                      <a:pt x="8682" y="17529"/>
                    </a:moveTo>
                    <a:lnTo>
                      <a:pt x="8514" y="17571"/>
                    </a:lnTo>
                    <a:lnTo>
                      <a:pt x="8388" y="17655"/>
                    </a:lnTo>
                    <a:lnTo>
                      <a:pt x="8262" y="17781"/>
                    </a:lnTo>
                    <a:lnTo>
                      <a:pt x="8178" y="17991"/>
                    </a:lnTo>
                    <a:lnTo>
                      <a:pt x="8178" y="18158"/>
                    </a:lnTo>
                    <a:lnTo>
                      <a:pt x="8262" y="18368"/>
                    </a:lnTo>
                    <a:lnTo>
                      <a:pt x="9185" y="19584"/>
                    </a:lnTo>
                    <a:lnTo>
                      <a:pt x="10149" y="20800"/>
                    </a:lnTo>
                    <a:lnTo>
                      <a:pt x="10233" y="20884"/>
                    </a:lnTo>
                    <a:lnTo>
                      <a:pt x="10317" y="20926"/>
                    </a:lnTo>
                    <a:lnTo>
                      <a:pt x="10527" y="21010"/>
                    </a:lnTo>
                    <a:lnTo>
                      <a:pt x="10694" y="20968"/>
                    </a:lnTo>
                    <a:lnTo>
                      <a:pt x="10862" y="20884"/>
                    </a:lnTo>
                    <a:lnTo>
                      <a:pt x="10988" y="20716"/>
                    </a:lnTo>
                    <a:lnTo>
                      <a:pt x="11030" y="20549"/>
                    </a:lnTo>
                    <a:lnTo>
                      <a:pt x="11030" y="20339"/>
                    </a:lnTo>
                    <a:lnTo>
                      <a:pt x="10946" y="20171"/>
                    </a:lnTo>
                    <a:lnTo>
                      <a:pt x="10023" y="18955"/>
                    </a:lnTo>
                    <a:lnTo>
                      <a:pt x="9101" y="17739"/>
                    </a:lnTo>
                    <a:lnTo>
                      <a:pt x="9017" y="17655"/>
                    </a:lnTo>
                    <a:lnTo>
                      <a:pt x="8891" y="17613"/>
                    </a:lnTo>
                    <a:lnTo>
                      <a:pt x="8807" y="17571"/>
                    </a:lnTo>
                    <a:lnTo>
                      <a:pt x="8682" y="17529"/>
                    </a:lnTo>
                    <a:close/>
                    <a:moveTo>
                      <a:pt x="12288" y="22352"/>
                    </a:moveTo>
                    <a:lnTo>
                      <a:pt x="12162" y="22436"/>
                    </a:lnTo>
                    <a:lnTo>
                      <a:pt x="12036" y="22603"/>
                    </a:lnTo>
                    <a:lnTo>
                      <a:pt x="11953" y="22813"/>
                    </a:lnTo>
                    <a:lnTo>
                      <a:pt x="11994" y="22981"/>
                    </a:lnTo>
                    <a:lnTo>
                      <a:pt x="12078" y="23191"/>
                    </a:lnTo>
                    <a:lnTo>
                      <a:pt x="13127" y="24323"/>
                    </a:lnTo>
                    <a:lnTo>
                      <a:pt x="14133" y="25455"/>
                    </a:lnTo>
                    <a:lnTo>
                      <a:pt x="14301" y="25581"/>
                    </a:lnTo>
                    <a:lnTo>
                      <a:pt x="14511" y="25623"/>
                    </a:lnTo>
                    <a:lnTo>
                      <a:pt x="14678" y="25623"/>
                    </a:lnTo>
                    <a:lnTo>
                      <a:pt x="14846" y="25497"/>
                    </a:lnTo>
                    <a:lnTo>
                      <a:pt x="14972" y="25329"/>
                    </a:lnTo>
                    <a:lnTo>
                      <a:pt x="15014" y="25162"/>
                    </a:lnTo>
                    <a:lnTo>
                      <a:pt x="14972" y="24952"/>
                    </a:lnTo>
                    <a:lnTo>
                      <a:pt x="14888" y="24784"/>
                    </a:lnTo>
                    <a:lnTo>
                      <a:pt x="13882" y="23652"/>
                    </a:lnTo>
                    <a:lnTo>
                      <a:pt x="12875" y="22520"/>
                    </a:lnTo>
                    <a:lnTo>
                      <a:pt x="12791" y="22436"/>
                    </a:lnTo>
                    <a:lnTo>
                      <a:pt x="12707" y="22394"/>
                    </a:lnTo>
                    <a:lnTo>
                      <a:pt x="12498" y="22352"/>
                    </a:lnTo>
                    <a:close/>
                    <a:moveTo>
                      <a:pt x="277657" y="22562"/>
                    </a:moveTo>
                    <a:lnTo>
                      <a:pt x="277448" y="22603"/>
                    </a:lnTo>
                    <a:lnTo>
                      <a:pt x="277322" y="22687"/>
                    </a:lnTo>
                    <a:lnTo>
                      <a:pt x="277196" y="22855"/>
                    </a:lnTo>
                    <a:lnTo>
                      <a:pt x="277154" y="23065"/>
                    </a:lnTo>
                    <a:lnTo>
                      <a:pt x="277154" y="26126"/>
                    </a:lnTo>
                    <a:lnTo>
                      <a:pt x="277196" y="26294"/>
                    </a:lnTo>
                    <a:lnTo>
                      <a:pt x="277322" y="26462"/>
                    </a:lnTo>
                    <a:lnTo>
                      <a:pt x="277448" y="26587"/>
                    </a:lnTo>
                    <a:lnTo>
                      <a:pt x="277657" y="26629"/>
                    </a:lnTo>
                    <a:lnTo>
                      <a:pt x="277867" y="26587"/>
                    </a:lnTo>
                    <a:lnTo>
                      <a:pt x="278035" y="26462"/>
                    </a:lnTo>
                    <a:lnTo>
                      <a:pt x="278119" y="26294"/>
                    </a:lnTo>
                    <a:lnTo>
                      <a:pt x="278160" y="26126"/>
                    </a:lnTo>
                    <a:lnTo>
                      <a:pt x="278160" y="23065"/>
                    </a:lnTo>
                    <a:lnTo>
                      <a:pt x="278119" y="22855"/>
                    </a:lnTo>
                    <a:lnTo>
                      <a:pt x="278035" y="22687"/>
                    </a:lnTo>
                    <a:lnTo>
                      <a:pt x="277867" y="22603"/>
                    </a:lnTo>
                    <a:lnTo>
                      <a:pt x="277657" y="22562"/>
                    </a:lnTo>
                    <a:close/>
                    <a:moveTo>
                      <a:pt x="16607" y="26839"/>
                    </a:moveTo>
                    <a:lnTo>
                      <a:pt x="16440" y="26881"/>
                    </a:lnTo>
                    <a:lnTo>
                      <a:pt x="16272" y="26965"/>
                    </a:lnTo>
                    <a:lnTo>
                      <a:pt x="16146" y="27133"/>
                    </a:lnTo>
                    <a:lnTo>
                      <a:pt x="16104" y="27342"/>
                    </a:lnTo>
                    <a:lnTo>
                      <a:pt x="16146" y="27510"/>
                    </a:lnTo>
                    <a:lnTo>
                      <a:pt x="16272" y="27678"/>
                    </a:lnTo>
                    <a:lnTo>
                      <a:pt x="17069" y="28474"/>
                    </a:lnTo>
                    <a:lnTo>
                      <a:pt x="17362" y="28768"/>
                    </a:lnTo>
                    <a:lnTo>
                      <a:pt x="18536" y="29774"/>
                    </a:lnTo>
                    <a:lnTo>
                      <a:pt x="18662" y="29900"/>
                    </a:lnTo>
                    <a:lnTo>
                      <a:pt x="18872" y="29900"/>
                    </a:lnTo>
                    <a:lnTo>
                      <a:pt x="19082" y="29858"/>
                    </a:lnTo>
                    <a:lnTo>
                      <a:pt x="19249" y="29733"/>
                    </a:lnTo>
                    <a:lnTo>
                      <a:pt x="19333" y="29565"/>
                    </a:lnTo>
                    <a:lnTo>
                      <a:pt x="19375" y="29397"/>
                    </a:lnTo>
                    <a:lnTo>
                      <a:pt x="19333" y="29187"/>
                    </a:lnTo>
                    <a:lnTo>
                      <a:pt x="19207" y="29020"/>
                    </a:lnTo>
                    <a:lnTo>
                      <a:pt x="18033" y="27971"/>
                    </a:lnTo>
                    <a:lnTo>
                      <a:pt x="16985" y="26965"/>
                    </a:lnTo>
                    <a:lnTo>
                      <a:pt x="16817" y="26881"/>
                    </a:lnTo>
                    <a:lnTo>
                      <a:pt x="16607" y="26839"/>
                    </a:lnTo>
                    <a:close/>
                    <a:moveTo>
                      <a:pt x="277657" y="28642"/>
                    </a:moveTo>
                    <a:lnTo>
                      <a:pt x="277448" y="28684"/>
                    </a:lnTo>
                    <a:lnTo>
                      <a:pt x="277322" y="28810"/>
                    </a:lnTo>
                    <a:lnTo>
                      <a:pt x="277196" y="28978"/>
                    </a:lnTo>
                    <a:lnTo>
                      <a:pt x="277154" y="29145"/>
                    </a:lnTo>
                    <a:lnTo>
                      <a:pt x="277154" y="32207"/>
                    </a:lnTo>
                    <a:lnTo>
                      <a:pt x="277196" y="32416"/>
                    </a:lnTo>
                    <a:lnTo>
                      <a:pt x="277322" y="32584"/>
                    </a:lnTo>
                    <a:lnTo>
                      <a:pt x="277448" y="32668"/>
                    </a:lnTo>
                    <a:lnTo>
                      <a:pt x="277657" y="32710"/>
                    </a:lnTo>
                    <a:lnTo>
                      <a:pt x="277867" y="32668"/>
                    </a:lnTo>
                    <a:lnTo>
                      <a:pt x="278035" y="32584"/>
                    </a:lnTo>
                    <a:lnTo>
                      <a:pt x="278119" y="32416"/>
                    </a:lnTo>
                    <a:lnTo>
                      <a:pt x="278160" y="32207"/>
                    </a:lnTo>
                    <a:lnTo>
                      <a:pt x="278160" y="29145"/>
                    </a:lnTo>
                    <a:lnTo>
                      <a:pt x="278119" y="28978"/>
                    </a:lnTo>
                    <a:lnTo>
                      <a:pt x="278035" y="28810"/>
                    </a:lnTo>
                    <a:lnTo>
                      <a:pt x="277867" y="28684"/>
                    </a:lnTo>
                    <a:lnTo>
                      <a:pt x="277657" y="28642"/>
                    </a:lnTo>
                    <a:close/>
                    <a:moveTo>
                      <a:pt x="18411" y="31326"/>
                    </a:moveTo>
                    <a:lnTo>
                      <a:pt x="18285" y="31368"/>
                    </a:lnTo>
                    <a:lnTo>
                      <a:pt x="18159" y="31452"/>
                    </a:lnTo>
                    <a:lnTo>
                      <a:pt x="18075" y="31536"/>
                    </a:lnTo>
                    <a:lnTo>
                      <a:pt x="17824" y="31997"/>
                    </a:lnTo>
                    <a:lnTo>
                      <a:pt x="17446" y="32542"/>
                    </a:lnTo>
                    <a:lnTo>
                      <a:pt x="16440" y="34094"/>
                    </a:lnTo>
                    <a:lnTo>
                      <a:pt x="16356" y="34262"/>
                    </a:lnTo>
                    <a:lnTo>
                      <a:pt x="16356" y="34471"/>
                    </a:lnTo>
                    <a:lnTo>
                      <a:pt x="16440" y="34639"/>
                    </a:lnTo>
                    <a:lnTo>
                      <a:pt x="16565" y="34807"/>
                    </a:lnTo>
                    <a:lnTo>
                      <a:pt x="16733" y="34849"/>
                    </a:lnTo>
                    <a:lnTo>
                      <a:pt x="16859" y="34891"/>
                    </a:lnTo>
                    <a:lnTo>
                      <a:pt x="16985" y="34891"/>
                    </a:lnTo>
                    <a:lnTo>
                      <a:pt x="17111" y="34849"/>
                    </a:lnTo>
                    <a:lnTo>
                      <a:pt x="17194" y="34765"/>
                    </a:lnTo>
                    <a:lnTo>
                      <a:pt x="17278" y="34681"/>
                    </a:lnTo>
                    <a:lnTo>
                      <a:pt x="18327" y="33087"/>
                    </a:lnTo>
                    <a:lnTo>
                      <a:pt x="18704" y="32500"/>
                    </a:lnTo>
                    <a:lnTo>
                      <a:pt x="18956" y="32081"/>
                    </a:lnTo>
                    <a:lnTo>
                      <a:pt x="19040" y="31913"/>
                    </a:lnTo>
                    <a:lnTo>
                      <a:pt x="19040" y="31704"/>
                    </a:lnTo>
                    <a:lnTo>
                      <a:pt x="18956" y="31536"/>
                    </a:lnTo>
                    <a:lnTo>
                      <a:pt x="18788" y="31368"/>
                    </a:lnTo>
                    <a:lnTo>
                      <a:pt x="18662" y="31326"/>
                    </a:lnTo>
                    <a:close/>
                    <a:moveTo>
                      <a:pt x="277657" y="34765"/>
                    </a:moveTo>
                    <a:lnTo>
                      <a:pt x="277448" y="34807"/>
                    </a:lnTo>
                    <a:lnTo>
                      <a:pt x="277322" y="34891"/>
                    </a:lnTo>
                    <a:lnTo>
                      <a:pt x="277196" y="35058"/>
                    </a:lnTo>
                    <a:lnTo>
                      <a:pt x="277154" y="35268"/>
                    </a:lnTo>
                    <a:lnTo>
                      <a:pt x="277154" y="38329"/>
                    </a:lnTo>
                    <a:lnTo>
                      <a:pt x="277196" y="38497"/>
                    </a:lnTo>
                    <a:lnTo>
                      <a:pt x="277322" y="38665"/>
                    </a:lnTo>
                    <a:lnTo>
                      <a:pt x="277448" y="38791"/>
                    </a:lnTo>
                    <a:lnTo>
                      <a:pt x="277657" y="38833"/>
                    </a:lnTo>
                    <a:lnTo>
                      <a:pt x="277867" y="38791"/>
                    </a:lnTo>
                    <a:lnTo>
                      <a:pt x="278035" y="38665"/>
                    </a:lnTo>
                    <a:lnTo>
                      <a:pt x="278119" y="38497"/>
                    </a:lnTo>
                    <a:lnTo>
                      <a:pt x="278160" y="38329"/>
                    </a:lnTo>
                    <a:lnTo>
                      <a:pt x="278160" y="35268"/>
                    </a:lnTo>
                    <a:lnTo>
                      <a:pt x="278119" y="35058"/>
                    </a:lnTo>
                    <a:lnTo>
                      <a:pt x="278035" y="34891"/>
                    </a:lnTo>
                    <a:lnTo>
                      <a:pt x="277867" y="34807"/>
                    </a:lnTo>
                    <a:lnTo>
                      <a:pt x="277657" y="34765"/>
                    </a:lnTo>
                    <a:close/>
                    <a:moveTo>
                      <a:pt x="15098" y="36358"/>
                    </a:moveTo>
                    <a:lnTo>
                      <a:pt x="15014" y="36400"/>
                    </a:lnTo>
                    <a:lnTo>
                      <a:pt x="14888" y="36442"/>
                    </a:lnTo>
                    <a:lnTo>
                      <a:pt x="14804" y="36484"/>
                    </a:lnTo>
                    <a:lnTo>
                      <a:pt x="14720" y="36568"/>
                    </a:lnTo>
                    <a:lnTo>
                      <a:pt x="12875" y="39042"/>
                    </a:lnTo>
                    <a:lnTo>
                      <a:pt x="12791" y="39210"/>
                    </a:lnTo>
                    <a:lnTo>
                      <a:pt x="12791" y="39420"/>
                    </a:lnTo>
                    <a:lnTo>
                      <a:pt x="12875" y="39587"/>
                    </a:lnTo>
                    <a:lnTo>
                      <a:pt x="13001" y="39755"/>
                    </a:lnTo>
                    <a:lnTo>
                      <a:pt x="13127" y="39839"/>
                    </a:lnTo>
                    <a:lnTo>
                      <a:pt x="13420" y="39839"/>
                    </a:lnTo>
                    <a:lnTo>
                      <a:pt x="13504" y="39797"/>
                    </a:lnTo>
                    <a:lnTo>
                      <a:pt x="13630" y="39713"/>
                    </a:lnTo>
                    <a:lnTo>
                      <a:pt x="13714" y="39629"/>
                    </a:lnTo>
                    <a:lnTo>
                      <a:pt x="15517" y="37155"/>
                    </a:lnTo>
                    <a:lnTo>
                      <a:pt x="15601" y="36987"/>
                    </a:lnTo>
                    <a:lnTo>
                      <a:pt x="15601" y="36778"/>
                    </a:lnTo>
                    <a:lnTo>
                      <a:pt x="15559" y="36610"/>
                    </a:lnTo>
                    <a:lnTo>
                      <a:pt x="15391" y="36484"/>
                    </a:lnTo>
                    <a:lnTo>
                      <a:pt x="15265" y="36400"/>
                    </a:lnTo>
                    <a:lnTo>
                      <a:pt x="15098" y="36358"/>
                    </a:lnTo>
                    <a:close/>
                    <a:moveTo>
                      <a:pt x="11449" y="41265"/>
                    </a:moveTo>
                    <a:lnTo>
                      <a:pt x="11198" y="41307"/>
                    </a:lnTo>
                    <a:lnTo>
                      <a:pt x="11114" y="41349"/>
                    </a:lnTo>
                    <a:lnTo>
                      <a:pt x="11030" y="41433"/>
                    </a:lnTo>
                    <a:lnTo>
                      <a:pt x="9143" y="43823"/>
                    </a:lnTo>
                    <a:lnTo>
                      <a:pt x="9017" y="43991"/>
                    </a:lnTo>
                    <a:lnTo>
                      <a:pt x="9017" y="44200"/>
                    </a:lnTo>
                    <a:lnTo>
                      <a:pt x="9059" y="44368"/>
                    </a:lnTo>
                    <a:lnTo>
                      <a:pt x="9185" y="44536"/>
                    </a:lnTo>
                    <a:lnTo>
                      <a:pt x="9352" y="44620"/>
                    </a:lnTo>
                    <a:lnTo>
                      <a:pt x="9520" y="44620"/>
                    </a:lnTo>
                    <a:lnTo>
                      <a:pt x="9730" y="44578"/>
                    </a:lnTo>
                    <a:lnTo>
                      <a:pt x="9814" y="44536"/>
                    </a:lnTo>
                    <a:lnTo>
                      <a:pt x="9898" y="44452"/>
                    </a:lnTo>
                    <a:lnTo>
                      <a:pt x="11827" y="42062"/>
                    </a:lnTo>
                    <a:lnTo>
                      <a:pt x="11911" y="41894"/>
                    </a:lnTo>
                    <a:lnTo>
                      <a:pt x="11953" y="41684"/>
                    </a:lnTo>
                    <a:lnTo>
                      <a:pt x="11869" y="41516"/>
                    </a:lnTo>
                    <a:lnTo>
                      <a:pt x="11743" y="41349"/>
                    </a:lnTo>
                    <a:lnTo>
                      <a:pt x="11617" y="41265"/>
                    </a:lnTo>
                    <a:close/>
                    <a:moveTo>
                      <a:pt x="277657" y="40845"/>
                    </a:moveTo>
                    <a:lnTo>
                      <a:pt x="277448" y="40887"/>
                    </a:lnTo>
                    <a:lnTo>
                      <a:pt x="277322" y="41013"/>
                    </a:lnTo>
                    <a:lnTo>
                      <a:pt x="277196" y="41181"/>
                    </a:lnTo>
                    <a:lnTo>
                      <a:pt x="277154" y="41349"/>
                    </a:lnTo>
                    <a:lnTo>
                      <a:pt x="277154" y="44410"/>
                    </a:lnTo>
                    <a:lnTo>
                      <a:pt x="277196" y="44620"/>
                    </a:lnTo>
                    <a:lnTo>
                      <a:pt x="277322" y="44787"/>
                    </a:lnTo>
                    <a:lnTo>
                      <a:pt x="277448" y="44871"/>
                    </a:lnTo>
                    <a:lnTo>
                      <a:pt x="277657" y="44913"/>
                    </a:lnTo>
                    <a:lnTo>
                      <a:pt x="277867" y="44871"/>
                    </a:lnTo>
                    <a:lnTo>
                      <a:pt x="278035" y="44787"/>
                    </a:lnTo>
                    <a:lnTo>
                      <a:pt x="278119" y="44620"/>
                    </a:lnTo>
                    <a:lnTo>
                      <a:pt x="278160" y="44410"/>
                    </a:lnTo>
                    <a:lnTo>
                      <a:pt x="278160" y="41349"/>
                    </a:lnTo>
                    <a:lnTo>
                      <a:pt x="278119" y="41181"/>
                    </a:lnTo>
                    <a:lnTo>
                      <a:pt x="278035" y="41013"/>
                    </a:lnTo>
                    <a:lnTo>
                      <a:pt x="277867" y="40887"/>
                    </a:lnTo>
                    <a:lnTo>
                      <a:pt x="277657" y="40845"/>
                    </a:lnTo>
                    <a:close/>
                    <a:moveTo>
                      <a:pt x="7549" y="45962"/>
                    </a:moveTo>
                    <a:lnTo>
                      <a:pt x="7340" y="46004"/>
                    </a:lnTo>
                    <a:lnTo>
                      <a:pt x="7256" y="46045"/>
                    </a:lnTo>
                    <a:lnTo>
                      <a:pt x="7172" y="46129"/>
                    </a:lnTo>
                    <a:lnTo>
                      <a:pt x="5201" y="48436"/>
                    </a:lnTo>
                    <a:lnTo>
                      <a:pt x="5075" y="48604"/>
                    </a:lnTo>
                    <a:lnTo>
                      <a:pt x="5075" y="48813"/>
                    </a:lnTo>
                    <a:lnTo>
                      <a:pt x="5117" y="48981"/>
                    </a:lnTo>
                    <a:lnTo>
                      <a:pt x="5243" y="49149"/>
                    </a:lnTo>
                    <a:lnTo>
                      <a:pt x="5369" y="49233"/>
                    </a:lnTo>
                    <a:lnTo>
                      <a:pt x="5578" y="49275"/>
                    </a:lnTo>
                    <a:lnTo>
                      <a:pt x="5788" y="49233"/>
                    </a:lnTo>
                    <a:lnTo>
                      <a:pt x="5956" y="49107"/>
                    </a:lnTo>
                    <a:lnTo>
                      <a:pt x="7969" y="46800"/>
                    </a:lnTo>
                    <a:lnTo>
                      <a:pt x="8052" y="46633"/>
                    </a:lnTo>
                    <a:lnTo>
                      <a:pt x="8052" y="46423"/>
                    </a:lnTo>
                    <a:lnTo>
                      <a:pt x="8011" y="46255"/>
                    </a:lnTo>
                    <a:lnTo>
                      <a:pt x="7885" y="46087"/>
                    </a:lnTo>
                    <a:lnTo>
                      <a:pt x="7759" y="46004"/>
                    </a:lnTo>
                    <a:lnTo>
                      <a:pt x="7549" y="45962"/>
                    </a:lnTo>
                    <a:close/>
                    <a:moveTo>
                      <a:pt x="233080" y="48687"/>
                    </a:moveTo>
                    <a:lnTo>
                      <a:pt x="230018" y="48729"/>
                    </a:lnTo>
                    <a:lnTo>
                      <a:pt x="229809" y="48771"/>
                    </a:lnTo>
                    <a:lnTo>
                      <a:pt x="229641" y="48855"/>
                    </a:lnTo>
                    <a:lnTo>
                      <a:pt x="229557" y="49023"/>
                    </a:lnTo>
                    <a:lnTo>
                      <a:pt x="229515" y="49233"/>
                    </a:lnTo>
                    <a:lnTo>
                      <a:pt x="229557" y="49442"/>
                    </a:lnTo>
                    <a:lnTo>
                      <a:pt x="229641" y="49568"/>
                    </a:lnTo>
                    <a:lnTo>
                      <a:pt x="229809" y="49694"/>
                    </a:lnTo>
                    <a:lnTo>
                      <a:pt x="230018" y="49736"/>
                    </a:lnTo>
                    <a:lnTo>
                      <a:pt x="233080" y="49736"/>
                    </a:lnTo>
                    <a:lnTo>
                      <a:pt x="233247" y="49694"/>
                    </a:lnTo>
                    <a:lnTo>
                      <a:pt x="233415" y="49568"/>
                    </a:lnTo>
                    <a:lnTo>
                      <a:pt x="233541" y="49400"/>
                    </a:lnTo>
                    <a:lnTo>
                      <a:pt x="233583" y="49233"/>
                    </a:lnTo>
                    <a:lnTo>
                      <a:pt x="233541" y="49023"/>
                    </a:lnTo>
                    <a:lnTo>
                      <a:pt x="233415" y="48855"/>
                    </a:lnTo>
                    <a:lnTo>
                      <a:pt x="233247" y="48729"/>
                    </a:lnTo>
                    <a:lnTo>
                      <a:pt x="233080" y="48687"/>
                    </a:lnTo>
                    <a:close/>
                    <a:moveTo>
                      <a:pt x="236099" y="48729"/>
                    </a:moveTo>
                    <a:lnTo>
                      <a:pt x="235931" y="48771"/>
                    </a:lnTo>
                    <a:lnTo>
                      <a:pt x="235763" y="48855"/>
                    </a:lnTo>
                    <a:lnTo>
                      <a:pt x="235638" y="49023"/>
                    </a:lnTo>
                    <a:lnTo>
                      <a:pt x="235596" y="49233"/>
                    </a:lnTo>
                    <a:lnTo>
                      <a:pt x="235638" y="49400"/>
                    </a:lnTo>
                    <a:lnTo>
                      <a:pt x="235763" y="49568"/>
                    </a:lnTo>
                    <a:lnTo>
                      <a:pt x="235931" y="49694"/>
                    </a:lnTo>
                    <a:lnTo>
                      <a:pt x="236099" y="49736"/>
                    </a:lnTo>
                    <a:lnTo>
                      <a:pt x="239160" y="49778"/>
                    </a:lnTo>
                    <a:lnTo>
                      <a:pt x="239370" y="49736"/>
                    </a:lnTo>
                    <a:lnTo>
                      <a:pt x="239538" y="49610"/>
                    </a:lnTo>
                    <a:lnTo>
                      <a:pt x="239622" y="49442"/>
                    </a:lnTo>
                    <a:lnTo>
                      <a:pt x="239663" y="49275"/>
                    </a:lnTo>
                    <a:lnTo>
                      <a:pt x="239622" y="49065"/>
                    </a:lnTo>
                    <a:lnTo>
                      <a:pt x="239538" y="48897"/>
                    </a:lnTo>
                    <a:lnTo>
                      <a:pt x="239370" y="48771"/>
                    </a:lnTo>
                    <a:lnTo>
                      <a:pt x="239160" y="48729"/>
                    </a:lnTo>
                    <a:close/>
                    <a:moveTo>
                      <a:pt x="226957" y="48771"/>
                    </a:moveTo>
                    <a:lnTo>
                      <a:pt x="223896" y="48813"/>
                    </a:lnTo>
                    <a:lnTo>
                      <a:pt x="223686" y="48855"/>
                    </a:lnTo>
                    <a:lnTo>
                      <a:pt x="223560" y="48981"/>
                    </a:lnTo>
                    <a:lnTo>
                      <a:pt x="223434" y="49149"/>
                    </a:lnTo>
                    <a:lnTo>
                      <a:pt x="223392" y="49316"/>
                    </a:lnTo>
                    <a:lnTo>
                      <a:pt x="223434" y="49526"/>
                    </a:lnTo>
                    <a:lnTo>
                      <a:pt x="223560" y="49694"/>
                    </a:lnTo>
                    <a:lnTo>
                      <a:pt x="223728" y="49778"/>
                    </a:lnTo>
                    <a:lnTo>
                      <a:pt x="223896" y="49820"/>
                    </a:lnTo>
                    <a:lnTo>
                      <a:pt x="223938" y="49820"/>
                    </a:lnTo>
                    <a:lnTo>
                      <a:pt x="226957" y="49778"/>
                    </a:lnTo>
                    <a:lnTo>
                      <a:pt x="227167" y="49736"/>
                    </a:lnTo>
                    <a:lnTo>
                      <a:pt x="227334" y="49610"/>
                    </a:lnTo>
                    <a:lnTo>
                      <a:pt x="227418" y="49442"/>
                    </a:lnTo>
                    <a:lnTo>
                      <a:pt x="227460" y="49275"/>
                    </a:lnTo>
                    <a:lnTo>
                      <a:pt x="227418" y="49065"/>
                    </a:lnTo>
                    <a:lnTo>
                      <a:pt x="227334" y="48897"/>
                    </a:lnTo>
                    <a:lnTo>
                      <a:pt x="227167" y="48813"/>
                    </a:lnTo>
                    <a:lnTo>
                      <a:pt x="226957" y="48771"/>
                    </a:lnTo>
                    <a:close/>
                    <a:moveTo>
                      <a:pt x="242012" y="48813"/>
                    </a:moveTo>
                    <a:lnTo>
                      <a:pt x="241844" y="48939"/>
                    </a:lnTo>
                    <a:lnTo>
                      <a:pt x="241760" y="49107"/>
                    </a:lnTo>
                    <a:lnTo>
                      <a:pt x="241718" y="49275"/>
                    </a:lnTo>
                    <a:lnTo>
                      <a:pt x="241760" y="49484"/>
                    </a:lnTo>
                    <a:lnTo>
                      <a:pt x="241844" y="49652"/>
                    </a:lnTo>
                    <a:lnTo>
                      <a:pt x="242012" y="49778"/>
                    </a:lnTo>
                    <a:lnTo>
                      <a:pt x="242222" y="49820"/>
                    </a:lnTo>
                    <a:lnTo>
                      <a:pt x="245241" y="49904"/>
                    </a:lnTo>
                    <a:lnTo>
                      <a:pt x="245283" y="49904"/>
                    </a:lnTo>
                    <a:lnTo>
                      <a:pt x="245451" y="49862"/>
                    </a:lnTo>
                    <a:lnTo>
                      <a:pt x="245618" y="49736"/>
                    </a:lnTo>
                    <a:lnTo>
                      <a:pt x="245744" y="49568"/>
                    </a:lnTo>
                    <a:lnTo>
                      <a:pt x="245786" y="49400"/>
                    </a:lnTo>
                    <a:lnTo>
                      <a:pt x="245744" y="49191"/>
                    </a:lnTo>
                    <a:lnTo>
                      <a:pt x="245618" y="49023"/>
                    </a:lnTo>
                    <a:lnTo>
                      <a:pt x="245493" y="48897"/>
                    </a:lnTo>
                    <a:lnTo>
                      <a:pt x="245283" y="48855"/>
                    </a:lnTo>
                    <a:lnTo>
                      <a:pt x="242222" y="48813"/>
                    </a:lnTo>
                    <a:close/>
                    <a:moveTo>
                      <a:pt x="220834" y="48897"/>
                    </a:moveTo>
                    <a:lnTo>
                      <a:pt x="217773" y="48981"/>
                    </a:lnTo>
                    <a:lnTo>
                      <a:pt x="217563" y="49023"/>
                    </a:lnTo>
                    <a:lnTo>
                      <a:pt x="217438" y="49149"/>
                    </a:lnTo>
                    <a:lnTo>
                      <a:pt x="217312" y="49316"/>
                    </a:lnTo>
                    <a:lnTo>
                      <a:pt x="217270" y="49526"/>
                    </a:lnTo>
                    <a:lnTo>
                      <a:pt x="217354" y="49694"/>
                    </a:lnTo>
                    <a:lnTo>
                      <a:pt x="217438" y="49862"/>
                    </a:lnTo>
                    <a:lnTo>
                      <a:pt x="217605" y="49987"/>
                    </a:lnTo>
                    <a:lnTo>
                      <a:pt x="217815" y="49987"/>
                    </a:lnTo>
                    <a:lnTo>
                      <a:pt x="220876" y="49904"/>
                    </a:lnTo>
                    <a:lnTo>
                      <a:pt x="221044" y="49862"/>
                    </a:lnTo>
                    <a:lnTo>
                      <a:pt x="221212" y="49736"/>
                    </a:lnTo>
                    <a:lnTo>
                      <a:pt x="221338" y="49568"/>
                    </a:lnTo>
                    <a:lnTo>
                      <a:pt x="221380" y="49400"/>
                    </a:lnTo>
                    <a:lnTo>
                      <a:pt x="221296" y="49191"/>
                    </a:lnTo>
                    <a:lnTo>
                      <a:pt x="221212" y="49023"/>
                    </a:lnTo>
                    <a:lnTo>
                      <a:pt x="221044" y="48939"/>
                    </a:lnTo>
                    <a:lnTo>
                      <a:pt x="220834" y="48897"/>
                    </a:lnTo>
                    <a:close/>
                    <a:moveTo>
                      <a:pt x="248302" y="48981"/>
                    </a:moveTo>
                    <a:lnTo>
                      <a:pt x="248134" y="49023"/>
                    </a:lnTo>
                    <a:lnTo>
                      <a:pt x="247967" y="49107"/>
                    </a:lnTo>
                    <a:lnTo>
                      <a:pt x="247841" y="49275"/>
                    </a:lnTo>
                    <a:lnTo>
                      <a:pt x="247799" y="49442"/>
                    </a:lnTo>
                    <a:lnTo>
                      <a:pt x="247841" y="49652"/>
                    </a:lnTo>
                    <a:lnTo>
                      <a:pt x="247925" y="49820"/>
                    </a:lnTo>
                    <a:lnTo>
                      <a:pt x="248093" y="49946"/>
                    </a:lnTo>
                    <a:lnTo>
                      <a:pt x="248302" y="49987"/>
                    </a:lnTo>
                    <a:lnTo>
                      <a:pt x="251364" y="50113"/>
                    </a:lnTo>
                    <a:lnTo>
                      <a:pt x="251573" y="50071"/>
                    </a:lnTo>
                    <a:lnTo>
                      <a:pt x="251699" y="49946"/>
                    </a:lnTo>
                    <a:lnTo>
                      <a:pt x="251825" y="49820"/>
                    </a:lnTo>
                    <a:lnTo>
                      <a:pt x="251867" y="49610"/>
                    </a:lnTo>
                    <a:lnTo>
                      <a:pt x="251825" y="49400"/>
                    </a:lnTo>
                    <a:lnTo>
                      <a:pt x="251741" y="49233"/>
                    </a:lnTo>
                    <a:lnTo>
                      <a:pt x="251573" y="49149"/>
                    </a:lnTo>
                    <a:lnTo>
                      <a:pt x="251405" y="49065"/>
                    </a:lnTo>
                    <a:lnTo>
                      <a:pt x="248344" y="48981"/>
                    </a:lnTo>
                    <a:close/>
                    <a:moveTo>
                      <a:pt x="214712" y="49107"/>
                    </a:moveTo>
                    <a:lnTo>
                      <a:pt x="211650" y="49233"/>
                    </a:lnTo>
                    <a:lnTo>
                      <a:pt x="211483" y="49316"/>
                    </a:lnTo>
                    <a:lnTo>
                      <a:pt x="211315" y="49400"/>
                    </a:lnTo>
                    <a:lnTo>
                      <a:pt x="211231" y="49568"/>
                    </a:lnTo>
                    <a:lnTo>
                      <a:pt x="211189" y="49778"/>
                    </a:lnTo>
                    <a:lnTo>
                      <a:pt x="211231" y="49987"/>
                    </a:lnTo>
                    <a:lnTo>
                      <a:pt x="211357" y="50113"/>
                    </a:lnTo>
                    <a:lnTo>
                      <a:pt x="211483" y="50239"/>
                    </a:lnTo>
                    <a:lnTo>
                      <a:pt x="211692" y="50281"/>
                    </a:lnTo>
                    <a:lnTo>
                      <a:pt x="211734" y="50281"/>
                    </a:lnTo>
                    <a:lnTo>
                      <a:pt x="214754" y="50113"/>
                    </a:lnTo>
                    <a:lnTo>
                      <a:pt x="214963" y="50071"/>
                    </a:lnTo>
                    <a:lnTo>
                      <a:pt x="215131" y="49946"/>
                    </a:lnTo>
                    <a:lnTo>
                      <a:pt x="215215" y="49778"/>
                    </a:lnTo>
                    <a:lnTo>
                      <a:pt x="215257" y="49610"/>
                    </a:lnTo>
                    <a:lnTo>
                      <a:pt x="215215" y="49400"/>
                    </a:lnTo>
                    <a:lnTo>
                      <a:pt x="215089" y="49233"/>
                    </a:lnTo>
                    <a:lnTo>
                      <a:pt x="214921" y="49149"/>
                    </a:lnTo>
                    <a:lnTo>
                      <a:pt x="214712" y="49107"/>
                    </a:lnTo>
                    <a:close/>
                    <a:moveTo>
                      <a:pt x="254425" y="49233"/>
                    </a:moveTo>
                    <a:lnTo>
                      <a:pt x="254215" y="49275"/>
                    </a:lnTo>
                    <a:lnTo>
                      <a:pt x="254047" y="49358"/>
                    </a:lnTo>
                    <a:lnTo>
                      <a:pt x="253964" y="49526"/>
                    </a:lnTo>
                    <a:lnTo>
                      <a:pt x="253922" y="49694"/>
                    </a:lnTo>
                    <a:lnTo>
                      <a:pt x="253922" y="49904"/>
                    </a:lnTo>
                    <a:lnTo>
                      <a:pt x="254047" y="50071"/>
                    </a:lnTo>
                    <a:lnTo>
                      <a:pt x="254173" y="50197"/>
                    </a:lnTo>
                    <a:lnTo>
                      <a:pt x="254383" y="50239"/>
                    </a:lnTo>
                    <a:lnTo>
                      <a:pt x="257444" y="50407"/>
                    </a:lnTo>
                    <a:lnTo>
                      <a:pt x="257654" y="50365"/>
                    </a:lnTo>
                    <a:lnTo>
                      <a:pt x="257822" y="50281"/>
                    </a:lnTo>
                    <a:lnTo>
                      <a:pt x="257906" y="50113"/>
                    </a:lnTo>
                    <a:lnTo>
                      <a:pt x="257947" y="49946"/>
                    </a:lnTo>
                    <a:lnTo>
                      <a:pt x="257947" y="49736"/>
                    </a:lnTo>
                    <a:lnTo>
                      <a:pt x="257822" y="49568"/>
                    </a:lnTo>
                    <a:lnTo>
                      <a:pt x="257696" y="49442"/>
                    </a:lnTo>
                    <a:lnTo>
                      <a:pt x="257486" y="49400"/>
                    </a:lnTo>
                    <a:lnTo>
                      <a:pt x="254425" y="49233"/>
                    </a:lnTo>
                    <a:close/>
                    <a:moveTo>
                      <a:pt x="208631" y="49400"/>
                    </a:moveTo>
                    <a:lnTo>
                      <a:pt x="205570" y="49568"/>
                    </a:lnTo>
                    <a:lnTo>
                      <a:pt x="205360" y="49610"/>
                    </a:lnTo>
                    <a:lnTo>
                      <a:pt x="205192" y="49736"/>
                    </a:lnTo>
                    <a:lnTo>
                      <a:pt x="205108" y="49904"/>
                    </a:lnTo>
                    <a:lnTo>
                      <a:pt x="205067" y="50113"/>
                    </a:lnTo>
                    <a:lnTo>
                      <a:pt x="205108" y="50323"/>
                    </a:lnTo>
                    <a:lnTo>
                      <a:pt x="205234" y="50449"/>
                    </a:lnTo>
                    <a:lnTo>
                      <a:pt x="205402" y="50575"/>
                    </a:lnTo>
                    <a:lnTo>
                      <a:pt x="205612" y="50575"/>
                    </a:lnTo>
                    <a:lnTo>
                      <a:pt x="208673" y="50407"/>
                    </a:lnTo>
                    <a:lnTo>
                      <a:pt x="208841" y="50365"/>
                    </a:lnTo>
                    <a:lnTo>
                      <a:pt x="209008" y="50239"/>
                    </a:lnTo>
                    <a:lnTo>
                      <a:pt x="209134" y="50071"/>
                    </a:lnTo>
                    <a:lnTo>
                      <a:pt x="209134" y="49904"/>
                    </a:lnTo>
                    <a:lnTo>
                      <a:pt x="209092" y="49694"/>
                    </a:lnTo>
                    <a:lnTo>
                      <a:pt x="208967" y="49526"/>
                    </a:lnTo>
                    <a:lnTo>
                      <a:pt x="208799" y="49442"/>
                    </a:lnTo>
                    <a:lnTo>
                      <a:pt x="208631" y="49400"/>
                    </a:lnTo>
                    <a:close/>
                    <a:moveTo>
                      <a:pt x="260506" y="49568"/>
                    </a:moveTo>
                    <a:lnTo>
                      <a:pt x="260296" y="49610"/>
                    </a:lnTo>
                    <a:lnTo>
                      <a:pt x="260170" y="49736"/>
                    </a:lnTo>
                    <a:lnTo>
                      <a:pt x="260044" y="49862"/>
                    </a:lnTo>
                    <a:lnTo>
                      <a:pt x="260002" y="50071"/>
                    </a:lnTo>
                    <a:lnTo>
                      <a:pt x="260044" y="50281"/>
                    </a:lnTo>
                    <a:lnTo>
                      <a:pt x="260128" y="50449"/>
                    </a:lnTo>
                    <a:lnTo>
                      <a:pt x="260296" y="50533"/>
                    </a:lnTo>
                    <a:lnTo>
                      <a:pt x="260464" y="50616"/>
                    </a:lnTo>
                    <a:lnTo>
                      <a:pt x="263525" y="50826"/>
                    </a:lnTo>
                    <a:lnTo>
                      <a:pt x="263567" y="50826"/>
                    </a:lnTo>
                    <a:lnTo>
                      <a:pt x="263735" y="50784"/>
                    </a:lnTo>
                    <a:lnTo>
                      <a:pt x="263902" y="50700"/>
                    </a:lnTo>
                    <a:lnTo>
                      <a:pt x="263986" y="50533"/>
                    </a:lnTo>
                    <a:lnTo>
                      <a:pt x="264070" y="50365"/>
                    </a:lnTo>
                    <a:lnTo>
                      <a:pt x="264028" y="50155"/>
                    </a:lnTo>
                    <a:lnTo>
                      <a:pt x="263944" y="49987"/>
                    </a:lnTo>
                    <a:lnTo>
                      <a:pt x="263777" y="49862"/>
                    </a:lnTo>
                    <a:lnTo>
                      <a:pt x="263567" y="49820"/>
                    </a:lnTo>
                    <a:lnTo>
                      <a:pt x="260547" y="49568"/>
                    </a:lnTo>
                    <a:close/>
                    <a:moveTo>
                      <a:pt x="202508" y="49778"/>
                    </a:moveTo>
                    <a:lnTo>
                      <a:pt x="199447" y="49987"/>
                    </a:lnTo>
                    <a:lnTo>
                      <a:pt x="199279" y="50029"/>
                    </a:lnTo>
                    <a:lnTo>
                      <a:pt x="199112" y="50155"/>
                    </a:lnTo>
                    <a:lnTo>
                      <a:pt x="199028" y="50323"/>
                    </a:lnTo>
                    <a:lnTo>
                      <a:pt x="198986" y="50533"/>
                    </a:lnTo>
                    <a:lnTo>
                      <a:pt x="199028" y="50700"/>
                    </a:lnTo>
                    <a:lnTo>
                      <a:pt x="199154" y="50868"/>
                    </a:lnTo>
                    <a:lnTo>
                      <a:pt x="199279" y="50952"/>
                    </a:lnTo>
                    <a:lnTo>
                      <a:pt x="199489" y="50994"/>
                    </a:lnTo>
                    <a:lnTo>
                      <a:pt x="199531" y="50994"/>
                    </a:lnTo>
                    <a:lnTo>
                      <a:pt x="202550" y="50784"/>
                    </a:lnTo>
                    <a:lnTo>
                      <a:pt x="202760" y="50742"/>
                    </a:lnTo>
                    <a:lnTo>
                      <a:pt x="202928" y="50616"/>
                    </a:lnTo>
                    <a:lnTo>
                      <a:pt x="203012" y="50449"/>
                    </a:lnTo>
                    <a:lnTo>
                      <a:pt x="203054" y="50239"/>
                    </a:lnTo>
                    <a:lnTo>
                      <a:pt x="203012" y="50071"/>
                    </a:lnTo>
                    <a:lnTo>
                      <a:pt x="202886" y="49904"/>
                    </a:lnTo>
                    <a:lnTo>
                      <a:pt x="202718" y="49820"/>
                    </a:lnTo>
                    <a:lnTo>
                      <a:pt x="202550" y="49778"/>
                    </a:lnTo>
                    <a:close/>
                    <a:moveTo>
                      <a:pt x="277657" y="46968"/>
                    </a:moveTo>
                    <a:lnTo>
                      <a:pt x="277448" y="47010"/>
                    </a:lnTo>
                    <a:lnTo>
                      <a:pt x="277322" y="47094"/>
                    </a:lnTo>
                    <a:lnTo>
                      <a:pt x="277196" y="47262"/>
                    </a:lnTo>
                    <a:lnTo>
                      <a:pt x="277154" y="47471"/>
                    </a:lnTo>
                    <a:lnTo>
                      <a:pt x="277154" y="50533"/>
                    </a:lnTo>
                    <a:lnTo>
                      <a:pt x="277196" y="50700"/>
                    </a:lnTo>
                    <a:lnTo>
                      <a:pt x="277322" y="50868"/>
                    </a:lnTo>
                    <a:lnTo>
                      <a:pt x="277448" y="50994"/>
                    </a:lnTo>
                    <a:lnTo>
                      <a:pt x="277657" y="51036"/>
                    </a:lnTo>
                    <a:lnTo>
                      <a:pt x="277867" y="50994"/>
                    </a:lnTo>
                    <a:lnTo>
                      <a:pt x="278035" y="50868"/>
                    </a:lnTo>
                    <a:lnTo>
                      <a:pt x="278119" y="50700"/>
                    </a:lnTo>
                    <a:lnTo>
                      <a:pt x="278160" y="50533"/>
                    </a:lnTo>
                    <a:lnTo>
                      <a:pt x="278160" y="47471"/>
                    </a:lnTo>
                    <a:lnTo>
                      <a:pt x="278119" y="47262"/>
                    </a:lnTo>
                    <a:lnTo>
                      <a:pt x="278035" y="47094"/>
                    </a:lnTo>
                    <a:lnTo>
                      <a:pt x="277867" y="47010"/>
                    </a:lnTo>
                    <a:lnTo>
                      <a:pt x="277657" y="46968"/>
                    </a:lnTo>
                    <a:close/>
                    <a:moveTo>
                      <a:pt x="266586" y="50029"/>
                    </a:moveTo>
                    <a:lnTo>
                      <a:pt x="266418" y="50071"/>
                    </a:lnTo>
                    <a:lnTo>
                      <a:pt x="266251" y="50155"/>
                    </a:lnTo>
                    <a:lnTo>
                      <a:pt x="266125" y="50323"/>
                    </a:lnTo>
                    <a:lnTo>
                      <a:pt x="266083" y="50491"/>
                    </a:lnTo>
                    <a:lnTo>
                      <a:pt x="266125" y="50700"/>
                    </a:lnTo>
                    <a:lnTo>
                      <a:pt x="266209" y="50868"/>
                    </a:lnTo>
                    <a:lnTo>
                      <a:pt x="266335" y="50994"/>
                    </a:lnTo>
                    <a:lnTo>
                      <a:pt x="266544" y="51036"/>
                    </a:lnTo>
                    <a:lnTo>
                      <a:pt x="269606" y="51329"/>
                    </a:lnTo>
                    <a:lnTo>
                      <a:pt x="269648" y="51329"/>
                    </a:lnTo>
                    <a:lnTo>
                      <a:pt x="269815" y="51287"/>
                    </a:lnTo>
                    <a:lnTo>
                      <a:pt x="269983" y="51162"/>
                    </a:lnTo>
                    <a:lnTo>
                      <a:pt x="270067" y="51036"/>
                    </a:lnTo>
                    <a:lnTo>
                      <a:pt x="270151" y="50868"/>
                    </a:lnTo>
                    <a:lnTo>
                      <a:pt x="270109" y="50658"/>
                    </a:lnTo>
                    <a:lnTo>
                      <a:pt x="270025" y="50491"/>
                    </a:lnTo>
                    <a:lnTo>
                      <a:pt x="269857" y="50365"/>
                    </a:lnTo>
                    <a:lnTo>
                      <a:pt x="269689" y="50281"/>
                    </a:lnTo>
                    <a:lnTo>
                      <a:pt x="266628" y="50029"/>
                    </a:lnTo>
                    <a:close/>
                    <a:moveTo>
                      <a:pt x="196386" y="50197"/>
                    </a:moveTo>
                    <a:lnTo>
                      <a:pt x="193366" y="50449"/>
                    </a:lnTo>
                    <a:lnTo>
                      <a:pt x="193157" y="50491"/>
                    </a:lnTo>
                    <a:lnTo>
                      <a:pt x="192989" y="50616"/>
                    </a:lnTo>
                    <a:lnTo>
                      <a:pt x="192905" y="50784"/>
                    </a:lnTo>
                    <a:lnTo>
                      <a:pt x="192905" y="50994"/>
                    </a:lnTo>
                    <a:lnTo>
                      <a:pt x="192947" y="51162"/>
                    </a:lnTo>
                    <a:lnTo>
                      <a:pt x="193031" y="51329"/>
                    </a:lnTo>
                    <a:lnTo>
                      <a:pt x="193199" y="51413"/>
                    </a:lnTo>
                    <a:lnTo>
                      <a:pt x="193408" y="51455"/>
                    </a:lnTo>
                    <a:lnTo>
                      <a:pt x="193450" y="51455"/>
                    </a:lnTo>
                    <a:lnTo>
                      <a:pt x="196470" y="51204"/>
                    </a:lnTo>
                    <a:lnTo>
                      <a:pt x="196679" y="51162"/>
                    </a:lnTo>
                    <a:lnTo>
                      <a:pt x="196847" y="51036"/>
                    </a:lnTo>
                    <a:lnTo>
                      <a:pt x="196931" y="50868"/>
                    </a:lnTo>
                    <a:lnTo>
                      <a:pt x="196931" y="50658"/>
                    </a:lnTo>
                    <a:lnTo>
                      <a:pt x="196889" y="50491"/>
                    </a:lnTo>
                    <a:lnTo>
                      <a:pt x="196805" y="50323"/>
                    </a:lnTo>
                    <a:lnTo>
                      <a:pt x="196637" y="50239"/>
                    </a:lnTo>
                    <a:lnTo>
                      <a:pt x="196428" y="50197"/>
                    </a:lnTo>
                    <a:close/>
                    <a:moveTo>
                      <a:pt x="272667" y="50575"/>
                    </a:moveTo>
                    <a:lnTo>
                      <a:pt x="272499" y="50616"/>
                    </a:lnTo>
                    <a:lnTo>
                      <a:pt x="272331" y="50700"/>
                    </a:lnTo>
                    <a:lnTo>
                      <a:pt x="272206" y="50868"/>
                    </a:lnTo>
                    <a:lnTo>
                      <a:pt x="272164" y="51036"/>
                    </a:lnTo>
                    <a:lnTo>
                      <a:pt x="272164" y="51246"/>
                    </a:lnTo>
                    <a:lnTo>
                      <a:pt x="272289" y="51413"/>
                    </a:lnTo>
                    <a:lnTo>
                      <a:pt x="272415" y="51539"/>
                    </a:lnTo>
                    <a:lnTo>
                      <a:pt x="272625" y="51581"/>
                    </a:lnTo>
                    <a:lnTo>
                      <a:pt x="275644" y="51916"/>
                    </a:lnTo>
                    <a:lnTo>
                      <a:pt x="275686" y="51916"/>
                    </a:lnTo>
                    <a:lnTo>
                      <a:pt x="275896" y="51875"/>
                    </a:lnTo>
                    <a:lnTo>
                      <a:pt x="276064" y="51749"/>
                    </a:lnTo>
                    <a:lnTo>
                      <a:pt x="276148" y="51623"/>
                    </a:lnTo>
                    <a:lnTo>
                      <a:pt x="276231" y="51455"/>
                    </a:lnTo>
                    <a:lnTo>
                      <a:pt x="276190" y="51246"/>
                    </a:lnTo>
                    <a:lnTo>
                      <a:pt x="276106" y="51078"/>
                    </a:lnTo>
                    <a:lnTo>
                      <a:pt x="275938" y="50952"/>
                    </a:lnTo>
                    <a:lnTo>
                      <a:pt x="275770" y="50868"/>
                    </a:lnTo>
                    <a:lnTo>
                      <a:pt x="272709" y="50575"/>
                    </a:lnTo>
                    <a:close/>
                    <a:moveTo>
                      <a:pt x="190347" y="50658"/>
                    </a:moveTo>
                    <a:lnTo>
                      <a:pt x="190305" y="50700"/>
                    </a:lnTo>
                    <a:lnTo>
                      <a:pt x="187244" y="50952"/>
                    </a:lnTo>
                    <a:lnTo>
                      <a:pt x="187076" y="50994"/>
                    </a:lnTo>
                    <a:lnTo>
                      <a:pt x="186908" y="51120"/>
                    </a:lnTo>
                    <a:lnTo>
                      <a:pt x="186824" y="51287"/>
                    </a:lnTo>
                    <a:lnTo>
                      <a:pt x="186783" y="51497"/>
                    </a:lnTo>
                    <a:lnTo>
                      <a:pt x="186866" y="51665"/>
                    </a:lnTo>
                    <a:lnTo>
                      <a:pt x="186950" y="51833"/>
                    </a:lnTo>
                    <a:lnTo>
                      <a:pt x="187118" y="51916"/>
                    </a:lnTo>
                    <a:lnTo>
                      <a:pt x="187286" y="51958"/>
                    </a:lnTo>
                    <a:lnTo>
                      <a:pt x="187370" y="51958"/>
                    </a:lnTo>
                    <a:lnTo>
                      <a:pt x="190389" y="51707"/>
                    </a:lnTo>
                    <a:lnTo>
                      <a:pt x="190599" y="51623"/>
                    </a:lnTo>
                    <a:lnTo>
                      <a:pt x="190724" y="51497"/>
                    </a:lnTo>
                    <a:lnTo>
                      <a:pt x="190850" y="51329"/>
                    </a:lnTo>
                    <a:lnTo>
                      <a:pt x="190850" y="51162"/>
                    </a:lnTo>
                    <a:lnTo>
                      <a:pt x="190808" y="50952"/>
                    </a:lnTo>
                    <a:lnTo>
                      <a:pt x="190683" y="50826"/>
                    </a:lnTo>
                    <a:lnTo>
                      <a:pt x="190557" y="50700"/>
                    </a:lnTo>
                    <a:lnTo>
                      <a:pt x="190347" y="50658"/>
                    </a:lnTo>
                    <a:close/>
                    <a:moveTo>
                      <a:pt x="184224" y="51204"/>
                    </a:moveTo>
                    <a:lnTo>
                      <a:pt x="181163" y="51497"/>
                    </a:lnTo>
                    <a:lnTo>
                      <a:pt x="180995" y="51539"/>
                    </a:lnTo>
                    <a:lnTo>
                      <a:pt x="180828" y="51665"/>
                    </a:lnTo>
                    <a:lnTo>
                      <a:pt x="180744" y="51833"/>
                    </a:lnTo>
                    <a:lnTo>
                      <a:pt x="180702" y="52042"/>
                    </a:lnTo>
                    <a:lnTo>
                      <a:pt x="180786" y="52252"/>
                    </a:lnTo>
                    <a:lnTo>
                      <a:pt x="180870" y="52378"/>
                    </a:lnTo>
                    <a:lnTo>
                      <a:pt x="181037" y="52462"/>
                    </a:lnTo>
                    <a:lnTo>
                      <a:pt x="181205" y="52504"/>
                    </a:lnTo>
                    <a:lnTo>
                      <a:pt x="181289" y="52504"/>
                    </a:lnTo>
                    <a:lnTo>
                      <a:pt x="184308" y="52210"/>
                    </a:lnTo>
                    <a:lnTo>
                      <a:pt x="184518" y="52168"/>
                    </a:lnTo>
                    <a:lnTo>
                      <a:pt x="184644" y="52042"/>
                    </a:lnTo>
                    <a:lnTo>
                      <a:pt x="184770" y="51875"/>
                    </a:lnTo>
                    <a:lnTo>
                      <a:pt x="184770" y="51665"/>
                    </a:lnTo>
                    <a:lnTo>
                      <a:pt x="184728" y="51497"/>
                    </a:lnTo>
                    <a:lnTo>
                      <a:pt x="184602" y="51329"/>
                    </a:lnTo>
                    <a:lnTo>
                      <a:pt x="184434" y="51246"/>
                    </a:lnTo>
                    <a:lnTo>
                      <a:pt x="184266" y="51204"/>
                    </a:lnTo>
                    <a:close/>
                    <a:moveTo>
                      <a:pt x="178144" y="51791"/>
                    </a:moveTo>
                    <a:lnTo>
                      <a:pt x="175082" y="52084"/>
                    </a:lnTo>
                    <a:lnTo>
                      <a:pt x="174915" y="52126"/>
                    </a:lnTo>
                    <a:lnTo>
                      <a:pt x="174747" y="52252"/>
                    </a:lnTo>
                    <a:lnTo>
                      <a:pt x="174663" y="52462"/>
                    </a:lnTo>
                    <a:lnTo>
                      <a:pt x="174621" y="52629"/>
                    </a:lnTo>
                    <a:lnTo>
                      <a:pt x="174705" y="52839"/>
                    </a:lnTo>
                    <a:lnTo>
                      <a:pt x="174789" y="52965"/>
                    </a:lnTo>
                    <a:lnTo>
                      <a:pt x="174957" y="53049"/>
                    </a:lnTo>
                    <a:lnTo>
                      <a:pt x="175124" y="53091"/>
                    </a:lnTo>
                    <a:lnTo>
                      <a:pt x="175208" y="53091"/>
                    </a:lnTo>
                    <a:lnTo>
                      <a:pt x="178228" y="52797"/>
                    </a:lnTo>
                    <a:lnTo>
                      <a:pt x="178437" y="52755"/>
                    </a:lnTo>
                    <a:lnTo>
                      <a:pt x="178563" y="52629"/>
                    </a:lnTo>
                    <a:lnTo>
                      <a:pt x="178689" y="52462"/>
                    </a:lnTo>
                    <a:lnTo>
                      <a:pt x="178689" y="52252"/>
                    </a:lnTo>
                    <a:lnTo>
                      <a:pt x="178647" y="52042"/>
                    </a:lnTo>
                    <a:lnTo>
                      <a:pt x="178521" y="51916"/>
                    </a:lnTo>
                    <a:lnTo>
                      <a:pt x="178353" y="51833"/>
                    </a:lnTo>
                    <a:lnTo>
                      <a:pt x="178186" y="51791"/>
                    </a:lnTo>
                    <a:close/>
                    <a:moveTo>
                      <a:pt x="3523" y="50533"/>
                    </a:moveTo>
                    <a:lnTo>
                      <a:pt x="3314" y="50575"/>
                    </a:lnTo>
                    <a:lnTo>
                      <a:pt x="3146" y="50700"/>
                    </a:lnTo>
                    <a:lnTo>
                      <a:pt x="1301" y="52671"/>
                    </a:lnTo>
                    <a:lnTo>
                      <a:pt x="1217" y="52755"/>
                    </a:lnTo>
                    <a:lnTo>
                      <a:pt x="1175" y="52881"/>
                    </a:lnTo>
                    <a:lnTo>
                      <a:pt x="1175" y="53049"/>
                    </a:lnTo>
                    <a:lnTo>
                      <a:pt x="1175" y="53175"/>
                    </a:lnTo>
                    <a:lnTo>
                      <a:pt x="1259" y="53300"/>
                    </a:lnTo>
                    <a:lnTo>
                      <a:pt x="1343" y="53384"/>
                    </a:lnTo>
                    <a:lnTo>
                      <a:pt x="1469" y="53468"/>
                    </a:lnTo>
                    <a:lnTo>
                      <a:pt x="1594" y="53510"/>
                    </a:lnTo>
                    <a:lnTo>
                      <a:pt x="1930" y="53552"/>
                    </a:lnTo>
                    <a:lnTo>
                      <a:pt x="2014" y="53594"/>
                    </a:lnTo>
                    <a:lnTo>
                      <a:pt x="2181" y="53552"/>
                    </a:lnTo>
                    <a:lnTo>
                      <a:pt x="2349" y="53468"/>
                    </a:lnTo>
                    <a:lnTo>
                      <a:pt x="2475" y="53342"/>
                    </a:lnTo>
                    <a:lnTo>
                      <a:pt x="2517" y="53175"/>
                    </a:lnTo>
                    <a:lnTo>
                      <a:pt x="2517" y="53007"/>
                    </a:lnTo>
                    <a:lnTo>
                      <a:pt x="2475" y="52881"/>
                    </a:lnTo>
                    <a:lnTo>
                      <a:pt x="3901" y="51371"/>
                    </a:lnTo>
                    <a:lnTo>
                      <a:pt x="3985" y="51204"/>
                    </a:lnTo>
                    <a:lnTo>
                      <a:pt x="4027" y="51036"/>
                    </a:lnTo>
                    <a:lnTo>
                      <a:pt x="3985" y="50826"/>
                    </a:lnTo>
                    <a:lnTo>
                      <a:pt x="3859" y="50658"/>
                    </a:lnTo>
                    <a:lnTo>
                      <a:pt x="3691" y="50575"/>
                    </a:lnTo>
                    <a:lnTo>
                      <a:pt x="3523" y="50533"/>
                    </a:lnTo>
                    <a:close/>
                    <a:moveTo>
                      <a:pt x="172063" y="52378"/>
                    </a:moveTo>
                    <a:lnTo>
                      <a:pt x="169002" y="52713"/>
                    </a:lnTo>
                    <a:lnTo>
                      <a:pt x="168834" y="52755"/>
                    </a:lnTo>
                    <a:lnTo>
                      <a:pt x="168666" y="52881"/>
                    </a:lnTo>
                    <a:lnTo>
                      <a:pt x="168582" y="53049"/>
                    </a:lnTo>
                    <a:lnTo>
                      <a:pt x="168540" y="53258"/>
                    </a:lnTo>
                    <a:lnTo>
                      <a:pt x="168624" y="53426"/>
                    </a:lnTo>
                    <a:lnTo>
                      <a:pt x="168708" y="53594"/>
                    </a:lnTo>
                    <a:lnTo>
                      <a:pt x="168876" y="53678"/>
                    </a:lnTo>
                    <a:lnTo>
                      <a:pt x="169086" y="53720"/>
                    </a:lnTo>
                    <a:lnTo>
                      <a:pt x="169128" y="53720"/>
                    </a:lnTo>
                    <a:lnTo>
                      <a:pt x="172147" y="53384"/>
                    </a:lnTo>
                    <a:lnTo>
                      <a:pt x="172357" y="53342"/>
                    </a:lnTo>
                    <a:lnTo>
                      <a:pt x="172482" y="53216"/>
                    </a:lnTo>
                    <a:lnTo>
                      <a:pt x="172608" y="53049"/>
                    </a:lnTo>
                    <a:lnTo>
                      <a:pt x="172608" y="52839"/>
                    </a:lnTo>
                    <a:lnTo>
                      <a:pt x="172566" y="52671"/>
                    </a:lnTo>
                    <a:lnTo>
                      <a:pt x="172441" y="52504"/>
                    </a:lnTo>
                    <a:lnTo>
                      <a:pt x="172315" y="52420"/>
                    </a:lnTo>
                    <a:lnTo>
                      <a:pt x="172105" y="52378"/>
                    </a:lnTo>
                    <a:close/>
                    <a:moveTo>
                      <a:pt x="165982" y="53007"/>
                    </a:moveTo>
                    <a:lnTo>
                      <a:pt x="162921" y="53342"/>
                    </a:lnTo>
                    <a:lnTo>
                      <a:pt x="162753" y="53384"/>
                    </a:lnTo>
                    <a:lnTo>
                      <a:pt x="162586" y="53510"/>
                    </a:lnTo>
                    <a:lnTo>
                      <a:pt x="162502" y="53678"/>
                    </a:lnTo>
                    <a:lnTo>
                      <a:pt x="162502" y="53887"/>
                    </a:lnTo>
                    <a:lnTo>
                      <a:pt x="162544" y="54097"/>
                    </a:lnTo>
                    <a:lnTo>
                      <a:pt x="162669" y="54223"/>
                    </a:lnTo>
                    <a:lnTo>
                      <a:pt x="162795" y="54307"/>
                    </a:lnTo>
                    <a:lnTo>
                      <a:pt x="163005" y="54349"/>
                    </a:lnTo>
                    <a:lnTo>
                      <a:pt x="163047" y="54349"/>
                    </a:lnTo>
                    <a:lnTo>
                      <a:pt x="166066" y="54013"/>
                    </a:lnTo>
                    <a:lnTo>
                      <a:pt x="166276" y="53971"/>
                    </a:lnTo>
                    <a:lnTo>
                      <a:pt x="166444" y="53846"/>
                    </a:lnTo>
                    <a:lnTo>
                      <a:pt x="166528" y="53678"/>
                    </a:lnTo>
                    <a:lnTo>
                      <a:pt x="166528" y="53468"/>
                    </a:lnTo>
                    <a:lnTo>
                      <a:pt x="166486" y="53300"/>
                    </a:lnTo>
                    <a:lnTo>
                      <a:pt x="166360" y="53133"/>
                    </a:lnTo>
                    <a:lnTo>
                      <a:pt x="166234" y="53049"/>
                    </a:lnTo>
                    <a:lnTo>
                      <a:pt x="166024" y="53007"/>
                    </a:lnTo>
                    <a:close/>
                    <a:moveTo>
                      <a:pt x="5033" y="53049"/>
                    </a:moveTo>
                    <a:lnTo>
                      <a:pt x="4865" y="53091"/>
                    </a:lnTo>
                    <a:lnTo>
                      <a:pt x="4698" y="53175"/>
                    </a:lnTo>
                    <a:lnTo>
                      <a:pt x="4572" y="53300"/>
                    </a:lnTo>
                    <a:lnTo>
                      <a:pt x="4530" y="53468"/>
                    </a:lnTo>
                    <a:lnTo>
                      <a:pt x="4530" y="53678"/>
                    </a:lnTo>
                    <a:lnTo>
                      <a:pt x="4614" y="53846"/>
                    </a:lnTo>
                    <a:lnTo>
                      <a:pt x="4740" y="54013"/>
                    </a:lnTo>
                    <a:lnTo>
                      <a:pt x="4949" y="54055"/>
                    </a:lnTo>
                    <a:lnTo>
                      <a:pt x="7969" y="54558"/>
                    </a:lnTo>
                    <a:lnTo>
                      <a:pt x="8052" y="54558"/>
                    </a:lnTo>
                    <a:lnTo>
                      <a:pt x="8220" y="54516"/>
                    </a:lnTo>
                    <a:lnTo>
                      <a:pt x="8346" y="54433"/>
                    </a:lnTo>
                    <a:lnTo>
                      <a:pt x="8472" y="54307"/>
                    </a:lnTo>
                    <a:lnTo>
                      <a:pt x="8556" y="54139"/>
                    </a:lnTo>
                    <a:lnTo>
                      <a:pt x="8514" y="53929"/>
                    </a:lnTo>
                    <a:lnTo>
                      <a:pt x="8430" y="53762"/>
                    </a:lnTo>
                    <a:lnTo>
                      <a:pt x="8304" y="53636"/>
                    </a:lnTo>
                    <a:lnTo>
                      <a:pt x="8136" y="53552"/>
                    </a:lnTo>
                    <a:lnTo>
                      <a:pt x="5117" y="53049"/>
                    </a:lnTo>
                    <a:close/>
                    <a:moveTo>
                      <a:pt x="159902" y="53678"/>
                    </a:moveTo>
                    <a:lnTo>
                      <a:pt x="156882" y="53971"/>
                    </a:lnTo>
                    <a:lnTo>
                      <a:pt x="156673" y="54055"/>
                    </a:lnTo>
                    <a:lnTo>
                      <a:pt x="156547" y="54181"/>
                    </a:lnTo>
                    <a:lnTo>
                      <a:pt x="156421" y="54349"/>
                    </a:lnTo>
                    <a:lnTo>
                      <a:pt x="156421" y="54558"/>
                    </a:lnTo>
                    <a:lnTo>
                      <a:pt x="156463" y="54726"/>
                    </a:lnTo>
                    <a:lnTo>
                      <a:pt x="156589" y="54852"/>
                    </a:lnTo>
                    <a:lnTo>
                      <a:pt x="156757" y="54978"/>
                    </a:lnTo>
                    <a:lnTo>
                      <a:pt x="156966" y="54978"/>
                    </a:lnTo>
                    <a:lnTo>
                      <a:pt x="160028" y="54684"/>
                    </a:lnTo>
                    <a:lnTo>
                      <a:pt x="160195" y="54600"/>
                    </a:lnTo>
                    <a:lnTo>
                      <a:pt x="160363" y="54475"/>
                    </a:lnTo>
                    <a:lnTo>
                      <a:pt x="160447" y="54307"/>
                    </a:lnTo>
                    <a:lnTo>
                      <a:pt x="160447" y="54097"/>
                    </a:lnTo>
                    <a:lnTo>
                      <a:pt x="160405" y="53929"/>
                    </a:lnTo>
                    <a:lnTo>
                      <a:pt x="160279" y="53804"/>
                    </a:lnTo>
                    <a:lnTo>
                      <a:pt x="160153" y="53678"/>
                    </a:lnTo>
                    <a:close/>
                    <a:moveTo>
                      <a:pt x="10862" y="54013"/>
                    </a:moveTo>
                    <a:lnTo>
                      <a:pt x="10736" y="54139"/>
                    </a:lnTo>
                    <a:lnTo>
                      <a:pt x="10611" y="54265"/>
                    </a:lnTo>
                    <a:lnTo>
                      <a:pt x="10527" y="54433"/>
                    </a:lnTo>
                    <a:lnTo>
                      <a:pt x="10569" y="54642"/>
                    </a:lnTo>
                    <a:lnTo>
                      <a:pt x="10653" y="54810"/>
                    </a:lnTo>
                    <a:lnTo>
                      <a:pt x="10778" y="54936"/>
                    </a:lnTo>
                    <a:lnTo>
                      <a:pt x="10988" y="55020"/>
                    </a:lnTo>
                    <a:lnTo>
                      <a:pt x="14007" y="55439"/>
                    </a:lnTo>
                    <a:lnTo>
                      <a:pt x="14049" y="55481"/>
                    </a:lnTo>
                    <a:lnTo>
                      <a:pt x="14259" y="55439"/>
                    </a:lnTo>
                    <a:lnTo>
                      <a:pt x="14385" y="55355"/>
                    </a:lnTo>
                    <a:lnTo>
                      <a:pt x="14511" y="55187"/>
                    </a:lnTo>
                    <a:lnTo>
                      <a:pt x="14553" y="55020"/>
                    </a:lnTo>
                    <a:lnTo>
                      <a:pt x="14553" y="54810"/>
                    </a:lnTo>
                    <a:lnTo>
                      <a:pt x="14469" y="54642"/>
                    </a:lnTo>
                    <a:lnTo>
                      <a:pt x="14343" y="54516"/>
                    </a:lnTo>
                    <a:lnTo>
                      <a:pt x="14133" y="54433"/>
                    </a:lnTo>
                    <a:lnTo>
                      <a:pt x="11114" y="54013"/>
                    </a:lnTo>
                    <a:close/>
                    <a:moveTo>
                      <a:pt x="153821" y="54307"/>
                    </a:moveTo>
                    <a:lnTo>
                      <a:pt x="150802" y="54642"/>
                    </a:lnTo>
                    <a:lnTo>
                      <a:pt x="150634" y="54684"/>
                    </a:lnTo>
                    <a:lnTo>
                      <a:pt x="150466" y="54810"/>
                    </a:lnTo>
                    <a:lnTo>
                      <a:pt x="150382" y="54978"/>
                    </a:lnTo>
                    <a:lnTo>
                      <a:pt x="150340" y="55187"/>
                    </a:lnTo>
                    <a:lnTo>
                      <a:pt x="150424" y="55355"/>
                    </a:lnTo>
                    <a:lnTo>
                      <a:pt x="150508" y="55523"/>
                    </a:lnTo>
                    <a:lnTo>
                      <a:pt x="150676" y="55607"/>
                    </a:lnTo>
                    <a:lnTo>
                      <a:pt x="150844" y="55649"/>
                    </a:lnTo>
                    <a:lnTo>
                      <a:pt x="150927" y="55649"/>
                    </a:lnTo>
                    <a:lnTo>
                      <a:pt x="153947" y="55313"/>
                    </a:lnTo>
                    <a:lnTo>
                      <a:pt x="154157" y="55271"/>
                    </a:lnTo>
                    <a:lnTo>
                      <a:pt x="154282" y="55146"/>
                    </a:lnTo>
                    <a:lnTo>
                      <a:pt x="154366" y="54978"/>
                    </a:lnTo>
                    <a:lnTo>
                      <a:pt x="154408" y="54768"/>
                    </a:lnTo>
                    <a:lnTo>
                      <a:pt x="154324" y="54558"/>
                    </a:lnTo>
                    <a:lnTo>
                      <a:pt x="154240" y="54433"/>
                    </a:lnTo>
                    <a:lnTo>
                      <a:pt x="154073" y="54349"/>
                    </a:lnTo>
                    <a:lnTo>
                      <a:pt x="153905" y="54307"/>
                    </a:lnTo>
                    <a:close/>
                    <a:moveTo>
                      <a:pt x="17069" y="54852"/>
                    </a:moveTo>
                    <a:lnTo>
                      <a:pt x="16901" y="54894"/>
                    </a:lnTo>
                    <a:lnTo>
                      <a:pt x="16733" y="54978"/>
                    </a:lnTo>
                    <a:lnTo>
                      <a:pt x="16649" y="55146"/>
                    </a:lnTo>
                    <a:lnTo>
                      <a:pt x="16565" y="55313"/>
                    </a:lnTo>
                    <a:lnTo>
                      <a:pt x="16607" y="55523"/>
                    </a:lnTo>
                    <a:lnTo>
                      <a:pt x="16691" y="55691"/>
                    </a:lnTo>
                    <a:lnTo>
                      <a:pt x="16817" y="55816"/>
                    </a:lnTo>
                    <a:lnTo>
                      <a:pt x="17027" y="55900"/>
                    </a:lnTo>
                    <a:lnTo>
                      <a:pt x="20046" y="56278"/>
                    </a:lnTo>
                    <a:lnTo>
                      <a:pt x="20298" y="56278"/>
                    </a:lnTo>
                    <a:lnTo>
                      <a:pt x="20424" y="56152"/>
                    </a:lnTo>
                    <a:lnTo>
                      <a:pt x="20549" y="56026"/>
                    </a:lnTo>
                    <a:lnTo>
                      <a:pt x="20591" y="55858"/>
                    </a:lnTo>
                    <a:lnTo>
                      <a:pt x="20591" y="55649"/>
                    </a:lnTo>
                    <a:lnTo>
                      <a:pt x="20507" y="55481"/>
                    </a:lnTo>
                    <a:lnTo>
                      <a:pt x="20340" y="55355"/>
                    </a:lnTo>
                    <a:lnTo>
                      <a:pt x="20172" y="55271"/>
                    </a:lnTo>
                    <a:lnTo>
                      <a:pt x="17153" y="54894"/>
                    </a:lnTo>
                    <a:lnTo>
                      <a:pt x="17069" y="54852"/>
                    </a:lnTo>
                    <a:close/>
                    <a:moveTo>
                      <a:pt x="147782" y="54936"/>
                    </a:moveTo>
                    <a:lnTo>
                      <a:pt x="144763" y="55271"/>
                    </a:lnTo>
                    <a:lnTo>
                      <a:pt x="144553" y="55313"/>
                    </a:lnTo>
                    <a:lnTo>
                      <a:pt x="144386" y="55439"/>
                    </a:lnTo>
                    <a:lnTo>
                      <a:pt x="144302" y="55607"/>
                    </a:lnTo>
                    <a:lnTo>
                      <a:pt x="144302" y="55816"/>
                    </a:lnTo>
                    <a:lnTo>
                      <a:pt x="144344" y="55984"/>
                    </a:lnTo>
                    <a:lnTo>
                      <a:pt x="144469" y="56152"/>
                    </a:lnTo>
                    <a:lnTo>
                      <a:pt x="144595" y="56236"/>
                    </a:lnTo>
                    <a:lnTo>
                      <a:pt x="144805" y="56278"/>
                    </a:lnTo>
                    <a:lnTo>
                      <a:pt x="144847" y="56278"/>
                    </a:lnTo>
                    <a:lnTo>
                      <a:pt x="147866" y="55942"/>
                    </a:lnTo>
                    <a:lnTo>
                      <a:pt x="148076" y="55900"/>
                    </a:lnTo>
                    <a:lnTo>
                      <a:pt x="148244" y="55775"/>
                    </a:lnTo>
                    <a:lnTo>
                      <a:pt x="148327" y="55607"/>
                    </a:lnTo>
                    <a:lnTo>
                      <a:pt x="148327" y="55397"/>
                    </a:lnTo>
                    <a:lnTo>
                      <a:pt x="148286" y="55229"/>
                    </a:lnTo>
                    <a:lnTo>
                      <a:pt x="148160" y="55062"/>
                    </a:lnTo>
                    <a:lnTo>
                      <a:pt x="148034" y="54978"/>
                    </a:lnTo>
                    <a:lnTo>
                      <a:pt x="147824" y="54936"/>
                    </a:lnTo>
                    <a:close/>
                    <a:moveTo>
                      <a:pt x="141702" y="55565"/>
                    </a:moveTo>
                    <a:lnTo>
                      <a:pt x="138682" y="55858"/>
                    </a:lnTo>
                    <a:lnTo>
                      <a:pt x="138473" y="55942"/>
                    </a:lnTo>
                    <a:lnTo>
                      <a:pt x="138347" y="56068"/>
                    </a:lnTo>
                    <a:lnTo>
                      <a:pt x="138263" y="56236"/>
                    </a:lnTo>
                    <a:lnTo>
                      <a:pt x="138221" y="56404"/>
                    </a:lnTo>
                    <a:lnTo>
                      <a:pt x="138263" y="56613"/>
                    </a:lnTo>
                    <a:lnTo>
                      <a:pt x="138389" y="56739"/>
                    </a:lnTo>
                    <a:lnTo>
                      <a:pt x="138556" y="56865"/>
                    </a:lnTo>
                    <a:lnTo>
                      <a:pt x="138766" y="56865"/>
                    </a:lnTo>
                    <a:lnTo>
                      <a:pt x="141827" y="56571"/>
                    </a:lnTo>
                    <a:lnTo>
                      <a:pt x="141995" y="56529"/>
                    </a:lnTo>
                    <a:lnTo>
                      <a:pt x="142163" y="56404"/>
                    </a:lnTo>
                    <a:lnTo>
                      <a:pt x="142247" y="56236"/>
                    </a:lnTo>
                    <a:lnTo>
                      <a:pt x="142289" y="56026"/>
                    </a:lnTo>
                    <a:lnTo>
                      <a:pt x="142205" y="55858"/>
                    </a:lnTo>
                    <a:lnTo>
                      <a:pt x="142121" y="55691"/>
                    </a:lnTo>
                    <a:lnTo>
                      <a:pt x="141953" y="55607"/>
                    </a:lnTo>
                    <a:lnTo>
                      <a:pt x="141786" y="55565"/>
                    </a:lnTo>
                    <a:close/>
                    <a:moveTo>
                      <a:pt x="23107" y="55649"/>
                    </a:moveTo>
                    <a:lnTo>
                      <a:pt x="22940" y="55691"/>
                    </a:lnTo>
                    <a:lnTo>
                      <a:pt x="22772" y="55775"/>
                    </a:lnTo>
                    <a:lnTo>
                      <a:pt x="22688" y="55942"/>
                    </a:lnTo>
                    <a:lnTo>
                      <a:pt x="22604" y="56110"/>
                    </a:lnTo>
                    <a:lnTo>
                      <a:pt x="22646" y="56320"/>
                    </a:lnTo>
                    <a:lnTo>
                      <a:pt x="22730" y="56487"/>
                    </a:lnTo>
                    <a:lnTo>
                      <a:pt x="22856" y="56613"/>
                    </a:lnTo>
                    <a:lnTo>
                      <a:pt x="23065" y="56697"/>
                    </a:lnTo>
                    <a:lnTo>
                      <a:pt x="26085" y="57033"/>
                    </a:lnTo>
                    <a:lnTo>
                      <a:pt x="26336" y="57033"/>
                    </a:lnTo>
                    <a:lnTo>
                      <a:pt x="26504" y="56907"/>
                    </a:lnTo>
                    <a:lnTo>
                      <a:pt x="26588" y="56781"/>
                    </a:lnTo>
                    <a:lnTo>
                      <a:pt x="26672" y="56613"/>
                    </a:lnTo>
                    <a:lnTo>
                      <a:pt x="26630" y="56404"/>
                    </a:lnTo>
                    <a:lnTo>
                      <a:pt x="26546" y="56236"/>
                    </a:lnTo>
                    <a:lnTo>
                      <a:pt x="26420" y="56110"/>
                    </a:lnTo>
                    <a:lnTo>
                      <a:pt x="26211" y="56026"/>
                    </a:lnTo>
                    <a:lnTo>
                      <a:pt x="23191" y="55649"/>
                    </a:lnTo>
                    <a:close/>
                    <a:moveTo>
                      <a:pt x="135663" y="56152"/>
                    </a:moveTo>
                    <a:lnTo>
                      <a:pt x="132602" y="56446"/>
                    </a:lnTo>
                    <a:lnTo>
                      <a:pt x="132434" y="56487"/>
                    </a:lnTo>
                    <a:lnTo>
                      <a:pt x="132266" y="56613"/>
                    </a:lnTo>
                    <a:lnTo>
                      <a:pt x="132182" y="56823"/>
                    </a:lnTo>
                    <a:lnTo>
                      <a:pt x="132140" y="56991"/>
                    </a:lnTo>
                    <a:lnTo>
                      <a:pt x="132224" y="57200"/>
                    </a:lnTo>
                    <a:lnTo>
                      <a:pt x="132308" y="57326"/>
                    </a:lnTo>
                    <a:lnTo>
                      <a:pt x="132476" y="57410"/>
                    </a:lnTo>
                    <a:lnTo>
                      <a:pt x="132685" y="57452"/>
                    </a:lnTo>
                    <a:lnTo>
                      <a:pt x="132727" y="57452"/>
                    </a:lnTo>
                    <a:lnTo>
                      <a:pt x="135747" y="57158"/>
                    </a:lnTo>
                    <a:lnTo>
                      <a:pt x="135956" y="57117"/>
                    </a:lnTo>
                    <a:lnTo>
                      <a:pt x="136082" y="56991"/>
                    </a:lnTo>
                    <a:lnTo>
                      <a:pt x="136166" y="56823"/>
                    </a:lnTo>
                    <a:lnTo>
                      <a:pt x="136208" y="56613"/>
                    </a:lnTo>
                    <a:lnTo>
                      <a:pt x="136166" y="56446"/>
                    </a:lnTo>
                    <a:lnTo>
                      <a:pt x="136040" y="56278"/>
                    </a:lnTo>
                    <a:lnTo>
                      <a:pt x="135873" y="56194"/>
                    </a:lnTo>
                    <a:lnTo>
                      <a:pt x="135705" y="56152"/>
                    </a:lnTo>
                    <a:close/>
                    <a:moveTo>
                      <a:pt x="29188" y="56362"/>
                    </a:moveTo>
                    <a:lnTo>
                      <a:pt x="28978" y="56404"/>
                    </a:lnTo>
                    <a:lnTo>
                      <a:pt x="28853" y="56529"/>
                    </a:lnTo>
                    <a:lnTo>
                      <a:pt x="28727" y="56655"/>
                    </a:lnTo>
                    <a:lnTo>
                      <a:pt x="28685" y="56823"/>
                    </a:lnTo>
                    <a:lnTo>
                      <a:pt x="28685" y="57033"/>
                    </a:lnTo>
                    <a:lnTo>
                      <a:pt x="28769" y="57200"/>
                    </a:lnTo>
                    <a:lnTo>
                      <a:pt x="28936" y="57326"/>
                    </a:lnTo>
                    <a:lnTo>
                      <a:pt x="29104" y="57410"/>
                    </a:lnTo>
                    <a:lnTo>
                      <a:pt x="32166" y="57746"/>
                    </a:lnTo>
                    <a:lnTo>
                      <a:pt x="32207" y="57746"/>
                    </a:lnTo>
                    <a:lnTo>
                      <a:pt x="32375" y="57704"/>
                    </a:lnTo>
                    <a:lnTo>
                      <a:pt x="32543" y="57620"/>
                    </a:lnTo>
                    <a:lnTo>
                      <a:pt x="32669" y="57452"/>
                    </a:lnTo>
                    <a:lnTo>
                      <a:pt x="32711" y="57284"/>
                    </a:lnTo>
                    <a:lnTo>
                      <a:pt x="32711" y="57075"/>
                    </a:lnTo>
                    <a:lnTo>
                      <a:pt x="32585" y="56907"/>
                    </a:lnTo>
                    <a:lnTo>
                      <a:pt x="32459" y="56781"/>
                    </a:lnTo>
                    <a:lnTo>
                      <a:pt x="32249" y="56697"/>
                    </a:lnTo>
                    <a:lnTo>
                      <a:pt x="29230" y="56404"/>
                    </a:lnTo>
                    <a:lnTo>
                      <a:pt x="29188" y="56362"/>
                    </a:lnTo>
                    <a:close/>
                    <a:moveTo>
                      <a:pt x="129582" y="56739"/>
                    </a:moveTo>
                    <a:lnTo>
                      <a:pt x="126563" y="56991"/>
                    </a:lnTo>
                    <a:lnTo>
                      <a:pt x="126353" y="57033"/>
                    </a:lnTo>
                    <a:lnTo>
                      <a:pt x="126227" y="57158"/>
                    </a:lnTo>
                    <a:lnTo>
                      <a:pt x="126102" y="57326"/>
                    </a:lnTo>
                    <a:lnTo>
                      <a:pt x="126102" y="57536"/>
                    </a:lnTo>
                    <a:lnTo>
                      <a:pt x="126143" y="57746"/>
                    </a:lnTo>
                    <a:lnTo>
                      <a:pt x="126269" y="57871"/>
                    </a:lnTo>
                    <a:lnTo>
                      <a:pt x="126395" y="57955"/>
                    </a:lnTo>
                    <a:lnTo>
                      <a:pt x="126605" y="57997"/>
                    </a:lnTo>
                    <a:lnTo>
                      <a:pt x="126647" y="57997"/>
                    </a:lnTo>
                    <a:lnTo>
                      <a:pt x="129666" y="57746"/>
                    </a:lnTo>
                    <a:lnTo>
                      <a:pt x="129876" y="57704"/>
                    </a:lnTo>
                    <a:lnTo>
                      <a:pt x="130002" y="57578"/>
                    </a:lnTo>
                    <a:lnTo>
                      <a:pt x="130127" y="57368"/>
                    </a:lnTo>
                    <a:lnTo>
                      <a:pt x="130127" y="57200"/>
                    </a:lnTo>
                    <a:lnTo>
                      <a:pt x="130085" y="56991"/>
                    </a:lnTo>
                    <a:lnTo>
                      <a:pt x="129960" y="56865"/>
                    </a:lnTo>
                    <a:lnTo>
                      <a:pt x="129834" y="56781"/>
                    </a:lnTo>
                    <a:lnTo>
                      <a:pt x="129624" y="56739"/>
                    </a:lnTo>
                    <a:close/>
                    <a:moveTo>
                      <a:pt x="35227" y="57033"/>
                    </a:moveTo>
                    <a:lnTo>
                      <a:pt x="35059" y="57075"/>
                    </a:lnTo>
                    <a:lnTo>
                      <a:pt x="34891" y="57158"/>
                    </a:lnTo>
                    <a:lnTo>
                      <a:pt x="34807" y="57284"/>
                    </a:lnTo>
                    <a:lnTo>
                      <a:pt x="34724" y="57494"/>
                    </a:lnTo>
                    <a:lnTo>
                      <a:pt x="34766" y="57662"/>
                    </a:lnTo>
                    <a:lnTo>
                      <a:pt x="34849" y="57871"/>
                    </a:lnTo>
                    <a:lnTo>
                      <a:pt x="35017" y="57997"/>
                    </a:lnTo>
                    <a:lnTo>
                      <a:pt x="35185" y="58039"/>
                    </a:lnTo>
                    <a:lnTo>
                      <a:pt x="38246" y="58333"/>
                    </a:lnTo>
                    <a:lnTo>
                      <a:pt x="38288" y="58333"/>
                    </a:lnTo>
                    <a:lnTo>
                      <a:pt x="38456" y="58291"/>
                    </a:lnTo>
                    <a:lnTo>
                      <a:pt x="38624" y="58207"/>
                    </a:lnTo>
                    <a:lnTo>
                      <a:pt x="38749" y="58039"/>
                    </a:lnTo>
                    <a:lnTo>
                      <a:pt x="38791" y="57871"/>
                    </a:lnTo>
                    <a:lnTo>
                      <a:pt x="38749" y="57662"/>
                    </a:lnTo>
                    <a:lnTo>
                      <a:pt x="38666" y="57494"/>
                    </a:lnTo>
                    <a:lnTo>
                      <a:pt x="38498" y="57368"/>
                    </a:lnTo>
                    <a:lnTo>
                      <a:pt x="38330" y="57326"/>
                    </a:lnTo>
                    <a:lnTo>
                      <a:pt x="35311" y="57033"/>
                    </a:lnTo>
                    <a:close/>
                    <a:moveTo>
                      <a:pt x="123502" y="57242"/>
                    </a:moveTo>
                    <a:lnTo>
                      <a:pt x="120482" y="57494"/>
                    </a:lnTo>
                    <a:lnTo>
                      <a:pt x="120272" y="57536"/>
                    </a:lnTo>
                    <a:lnTo>
                      <a:pt x="120147" y="57662"/>
                    </a:lnTo>
                    <a:lnTo>
                      <a:pt x="120021" y="57829"/>
                    </a:lnTo>
                    <a:lnTo>
                      <a:pt x="120021" y="58039"/>
                    </a:lnTo>
                    <a:lnTo>
                      <a:pt x="120063" y="58207"/>
                    </a:lnTo>
                    <a:lnTo>
                      <a:pt x="120189" y="58375"/>
                    </a:lnTo>
                    <a:lnTo>
                      <a:pt x="120356" y="58458"/>
                    </a:lnTo>
                    <a:lnTo>
                      <a:pt x="120524" y="58500"/>
                    </a:lnTo>
                    <a:lnTo>
                      <a:pt x="120566" y="58500"/>
                    </a:lnTo>
                    <a:lnTo>
                      <a:pt x="123585" y="58249"/>
                    </a:lnTo>
                    <a:lnTo>
                      <a:pt x="123795" y="58207"/>
                    </a:lnTo>
                    <a:lnTo>
                      <a:pt x="123963" y="58081"/>
                    </a:lnTo>
                    <a:lnTo>
                      <a:pt x="124047" y="57913"/>
                    </a:lnTo>
                    <a:lnTo>
                      <a:pt x="124089" y="57704"/>
                    </a:lnTo>
                    <a:lnTo>
                      <a:pt x="124005" y="57536"/>
                    </a:lnTo>
                    <a:lnTo>
                      <a:pt x="123921" y="57368"/>
                    </a:lnTo>
                    <a:lnTo>
                      <a:pt x="123753" y="57284"/>
                    </a:lnTo>
                    <a:lnTo>
                      <a:pt x="123585" y="57242"/>
                    </a:lnTo>
                    <a:close/>
                    <a:moveTo>
                      <a:pt x="41308" y="57578"/>
                    </a:moveTo>
                    <a:lnTo>
                      <a:pt x="41140" y="57620"/>
                    </a:lnTo>
                    <a:lnTo>
                      <a:pt x="40972" y="57704"/>
                    </a:lnTo>
                    <a:lnTo>
                      <a:pt x="40846" y="57871"/>
                    </a:lnTo>
                    <a:lnTo>
                      <a:pt x="40804" y="58039"/>
                    </a:lnTo>
                    <a:lnTo>
                      <a:pt x="40846" y="58249"/>
                    </a:lnTo>
                    <a:lnTo>
                      <a:pt x="40930" y="58417"/>
                    </a:lnTo>
                    <a:lnTo>
                      <a:pt x="41098" y="58542"/>
                    </a:lnTo>
                    <a:lnTo>
                      <a:pt x="41266" y="58584"/>
                    </a:lnTo>
                    <a:lnTo>
                      <a:pt x="44327" y="58836"/>
                    </a:lnTo>
                    <a:lnTo>
                      <a:pt x="44369" y="58836"/>
                    </a:lnTo>
                    <a:lnTo>
                      <a:pt x="44537" y="58794"/>
                    </a:lnTo>
                    <a:lnTo>
                      <a:pt x="44704" y="58710"/>
                    </a:lnTo>
                    <a:lnTo>
                      <a:pt x="44830" y="58584"/>
                    </a:lnTo>
                    <a:lnTo>
                      <a:pt x="44872" y="58375"/>
                    </a:lnTo>
                    <a:lnTo>
                      <a:pt x="44830" y="58165"/>
                    </a:lnTo>
                    <a:lnTo>
                      <a:pt x="44746" y="57997"/>
                    </a:lnTo>
                    <a:lnTo>
                      <a:pt x="44579" y="57871"/>
                    </a:lnTo>
                    <a:lnTo>
                      <a:pt x="44411" y="57829"/>
                    </a:lnTo>
                    <a:lnTo>
                      <a:pt x="41349" y="57578"/>
                    </a:lnTo>
                    <a:close/>
                    <a:moveTo>
                      <a:pt x="117463" y="57704"/>
                    </a:moveTo>
                    <a:lnTo>
                      <a:pt x="114401" y="57955"/>
                    </a:lnTo>
                    <a:lnTo>
                      <a:pt x="114234" y="57997"/>
                    </a:lnTo>
                    <a:lnTo>
                      <a:pt x="114066" y="58123"/>
                    </a:lnTo>
                    <a:lnTo>
                      <a:pt x="113982" y="58291"/>
                    </a:lnTo>
                    <a:lnTo>
                      <a:pt x="113940" y="58500"/>
                    </a:lnTo>
                    <a:lnTo>
                      <a:pt x="113982" y="58668"/>
                    </a:lnTo>
                    <a:lnTo>
                      <a:pt x="114108" y="58836"/>
                    </a:lnTo>
                    <a:lnTo>
                      <a:pt x="114276" y="58920"/>
                    </a:lnTo>
                    <a:lnTo>
                      <a:pt x="114443" y="58962"/>
                    </a:lnTo>
                    <a:lnTo>
                      <a:pt x="114485" y="58962"/>
                    </a:lnTo>
                    <a:lnTo>
                      <a:pt x="117505" y="58752"/>
                    </a:lnTo>
                    <a:lnTo>
                      <a:pt x="117714" y="58668"/>
                    </a:lnTo>
                    <a:lnTo>
                      <a:pt x="117882" y="58542"/>
                    </a:lnTo>
                    <a:lnTo>
                      <a:pt x="117966" y="58375"/>
                    </a:lnTo>
                    <a:lnTo>
                      <a:pt x="118008" y="58207"/>
                    </a:lnTo>
                    <a:lnTo>
                      <a:pt x="117924" y="57997"/>
                    </a:lnTo>
                    <a:lnTo>
                      <a:pt x="117840" y="57871"/>
                    </a:lnTo>
                    <a:lnTo>
                      <a:pt x="117672" y="57746"/>
                    </a:lnTo>
                    <a:lnTo>
                      <a:pt x="117505" y="57704"/>
                    </a:lnTo>
                    <a:close/>
                    <a:moveTo>
                      <a:pt x="47220" y="58081"/>
                    </a:moveTo>
                    <a:lnTo>
                      <a:pt x="47053" y="58207"/>
                    </a:lnTo>
                    <a:lnTo>
                      <a:pt x="46927" y="58333"/>
                    </a:lnTo>
                    <a:lnTo>
                      <a:pt x="46885" y="58542"/>
                    </a:lnTo>
                    <a:lnTo>
                      <a:pt x="46927" y="58752"/>
                    </a:lnTo>
                    <a:lnTo>
                      <a:pt x="47011" y="58920"/>
                    </a:lnTo>
                    <a:lnTo>
                      <a:pt x="47179" y="59004"/>
                    </a:lnTo>
                    <a:lnTo>
                      <a:pt x="47346" y="59087"/>
                    </a:lnTo>
                    <a:lnTo>
                      <a:pt x="50408" y="59297"/>
                    </a:lnTo>
                    <a:lnTo>
                      <a:pt x="50450" y="59297"/>
                    </a:lnTo>
                    <a:lnTo>
                      <a:pt x="50617" y="59255"/>
                    </a:lnTo>
                    <a:lnTo>
                      <a:pt x="50785" y="59129"/>
                    </a:lnTo>
                    <a:lnTo>
                      <a:pt x="50911" y="59004"/>
                    </a:lnTo>
                    <a:lnTo>
                      <a:pt x="50953" y="58794"/>
                    </a:lnTo>
                    <a:lnTo>
                      <a:pt x="50911" y="58626"/>
                    </a:lnTo>
                    <a:lnTo>
                      <a:pt x="50827" y="58458"/>
                    </a:lnTo>
                    <a:lnTo>
                      <a:pt x="50659" y="58333"/>
                    </a:lnTo>
                    <a:lnTo>
                      <a:pt x="50491" y="58291"/>
                    </a:lnTo>
                    <a:lnTo>
                      <a:pt x="47430" y="58081"/>
                    </a:lnTo>
                    <a:close/>
                    <a:moveTo>
                      <a:pt x="111382" y="58123"/>
                    </a:moveTo>
                    <a:lnTo>
                      <a:pt x="108321" y="58333"/>
                    </a:lnTo>
                    <a:lnTo>
                      <a:pt x="108153" y="58375"/>
                    </a:lnTo>
                    <a:lnTo>
                      <a:pt x="107985" y="58500"/>
                    </a:lnTo>
                    <a:lnTo>
                      <a:pt x="107901" y="58668"/>
                    </a:lnTo>
                    <a:lnTo>
                      <a:pt x="107860" y="58878"/>
                    </a:lnTo>
                    <a:lnTo>
                      <a:pt x="107901" y="59046"/>
                    </a:lnTo>
                    <a:lnTo>
                      <a:pt x="108027" y="59213"/>
                    </a:lnTo>
                    <a:lnTo>
                      <a:pt x="108195" y="59297"/>
                    </a:lnTo>
                    <a:lnTo>
                      <a:pt x="108363" y="59339"/>
                    </a:lnTo>
                    <a:lnTo>
                      <a:pt x="108405" y="59339"/>
                    </a:lnTo>
                    <a:lnTo>
                      <a:pt x="111424" y="59171"/>
                    </a:lnTo>
                    <a:lnTo>
                      <a:pt x="111634" y="59087"/>
                    </a:lnTo>
                    <a:lnTo>
                      <a:pt x="111801" y="59004"/>
                    </a:lnTo>
                    <a:lnTo>
                      <a:pt x="111885" y="58794"/>
                    </a:lnTo>
                    <a:lnTo>
                      <a:pt x="111927" y="58626"/>
                    </a:lnTo>
                    <a:lnTo>
                      <a:pt x="111885" y="58417"/>
                    </a:lnTo>
                    <a:lnTo>
                      <a:pt x="111760" y="58291"/>
                    </a:lnTo>
                    <a:lnTo>
                      <a:pt x="111592" y="58165"/>
                    </a:lnTo>
                    <a:lnTo>
                      <a:pt x="111424" y="58123"/>
                    </a:lnTo>
                    <a:close/>
                    <a:moveTo>
                      <a:pt x="53469" y="58458"/>
                    </a:moveTo>
                    <a:lnTo>
                      <a:pt x="53301" y="58500"/>
                    </a:lnTo>
                    <a:lnTo>
                      <a:pt x="53133" y="58584"/>
                    </a:lnTo>
                    <a:lnTo>
                      <a:pt x="53008" y="58752"/>
                    </a:lnTo>
                    <a:lnTo>
                      <a:pt x="52966" y="58920"/>
                    </a:lnTo>
                    <a:lnTo>
                      <a:pt x="53008" y="59129"/>
                    </a:lnTo>
                    <a:lnTo>
                      <a:pt x="53091" y="59297"/>
                    </a:lnTo>
                    <a:lnTo>
                      <a:pt x="53259" y="59423"/>
                    </a:lnTo>
                    <a:lnTo>
                      <a:pt x="53469" y="59465"/>
                    </a:lnTo>
                    <a:lnTo>
                      <a:pt x="56488" y="59633"/>
                    </a:lnTo>
                    <a:lnTo>
                      <a:pt x="56530" y="59633"/>
                    </a:lnTo>
                    <a:lnTo>
                      <a:pt x="56698" y="59591"/>
                    </a:lnTo>
                    <a:lnTo>
                      <a:pt x="56866" y="59507"/>
                    </a:lnTo>
                    <a:lnTo>
                      <a:pt x="56991" y="59339"/>
                    </a:lnTo>
                    <a:lnTo>
                      <a:pt x="57033" y="59171"/>
                    </a:lnTo>
                    <a:lnTo>
                      <a:pt x="56991" y="58962"/>
                    </a:lnTo>
                    <a:lnTo>
                      <a:pt x="56908" y="58794"/>
                    </a:lnTo>
                    <a:lnTo>
                      <a:pt x="56740" y="58668"/>
                    </a:lnTo>
                    <a:lnTo>
                      <a:pt x="56572" y="58626"/>
                    </a:lnTo>
                    <a:lnTo>
                      <a:pt x="53511" y="58458"/>
                    </a:lnTo>
                    <a:close/>
                    <a:moveTo>
                      <a:pt x="105301" y="58500"/>
                    </a:moveTo>
                    <a:lnTo>
                      <a:pt x="102240" y="58668"/>
                    </a:lnTo>
                    <a:lnTo>
                      <a:pt x="102072" y="58710"/>
                    </a:lnTo>
                    <a:lnTo>
                      <a:pt x="101905" y="58794"/>
                    </a:lnTo>
                    <a:lnTo>
                      <a:pt x="101779" y="58962"/>
                    </a:lnTo>
                    <a:lnTo>
                      <a:pt x="101779" y="59171"/>
                    </a:lnTo>
                    <a:lnTo>
                      <a:pt x="101821" y="59381"/>
                    </a:lnTo>
                    <a:lnTo>
                      <a:pt x="101905" y="59507"/>
                    </a:lnTo>
                    <a:lnTo>
                      <a:pt x="102072" y="59633"/>
                    </a:lnTo>
                    <a:lnTo>
                      <a:pt x="102282" y="59675"/>
                    </a:lnTo>
                    <a:lnTo>
                      <a:pt x="105343" y="59507"/>
                    </a:lnTo>
                    <a:lnTo>
                      <a:pt x="105553" y="59465"/>
                    </a:lnTo>
                    <a:lnTo>
                      <a:pt x="105679" y="59339"/>
                    </a:lnTo>
                    <a:lnTo>
                      <a:pt x="105805" y="59171"/>
                    </a:lnTo>
                    <a:lnTo>
                      <a:pt x="105847" y="58962"/>
                    </a:lnTo>
                    <a:lnTo>
                      <a:pt x="105763" y="58794"/>
                    </a:lnTo>
                    <a:lnTo>
                      <a:pt x="105679" y="58626"/>
                    </a:lnTo>
                    <a:lnTo>
                      <a:pt x="105511" y="58542"/>
                    </a:lnTo>
                    <a:lnTo>
                      <a:pt x="105301" y="58500"/>
                    </a:lnTo>
                    <a:close/>
                    <a:moveTo>
                      <a:pt x="59591" y="58752"/>
                    </a:moveTo>
                    <a:lnTo>
                      <a:pt x="59382" y="58794"/>
                    </a:lnTo>
                    <a:lnTo>
                      <a:pt x="59214" y="58920"/>
                    </a:lnTo>
                    <a:lnTo>
                      <a:pt x="59130" y="59046"/>
                    </a:lnTo>
                    <a:lnTo>
                      <a:pt x="59046" y="59255"/>
                    </a:lnTo>
                    <a:lnTo>
                      <a:pt x="59088" y="59465"/>
                    </a:lnTo>
                    <a:lnTo>
                      <a:pt x="59214" y="59633"/>
                    </a:lnTo>
                    <a:lnTo>
                      <a:pt x="59340" y="59758"/>
                    </a:lnTo>
                    <a:lnTo>
                      <a:pt x="59550" y="59800"/>
                    </a:lnTo>
                    <a:lnTo>
                      <a:pt x="62611" y="59926"/>
                    </a:lnTo>
                    <a:lnTo>
                      <a:pt x="62821" y="59884"/>
                    </a:lnTo>
                    <a:lnTo>
                      <a:pt x="62988" y="59758"/>
                    </a:lnTo>
                    <a:lnTo>
                      <a:pt x="63072" y="59633"/>
                    </a:lnTo>
                    <a:lnTo>
                      <a:pt x="63114" y="59423"/>
                    </a:lnTo>
                    <a:lnTo>
                      <a:pt x="63114" y="59213"/>
                    </a:lnTo>
                    <a:lnTo>
                      <a:pt x="62988" y="59046"/>
                    </a:lnTo>
                    <a:lnTo>
                      <a:pt x="62821" y="58962"/>
                    </a:lnTo>
                    <a:lnTo>
                      <a:pt x="62653" y="58878"/>
                    </a:lnTo>
                    <a:lnTo>
                      <a:pt x="59591" y="58752"/>
                    </a:lnTo>
                    <a:close/>
                    <a:moveTo>
                      <a:pt x="99221" y="58794"/>
                    </a:moveTo>
                    <a:lnTo>
                      <a:pt x="96159" y="58920"/>
                    </a:lnTo>
                    <a:lnTo>
                      <a:pt x="95950" y="58962"/>
                    </a:lnTo>
                    <a:lnTo>
                      <a:pt x="95782" y="59046"/>
                    </a:lnTo>
                    <a:lnTo>
                      <a:pt x="95698" y="59213"/>
                    </a:lnTo>
                    <a:lnTo>
                      <a:pt x="95656" y="59423"/>
                    </a:lnTo>
                    <a:lnTo>
                      <a:pt x="95698" y="59633"/>
                    </a:lnTo>
                    <a:lnTo>
                      <a:pt x="95824" y="59758"/>
                    </a:lnTo>
                    <a:lnTo>
                      <a:pt x="95992" y="59884"/>
                    </a:lnTo>
                    <a:lnTo>
                      <a:pt x="96159" y="59926"/>
                    </a:lnTo>
                    <a:lnTo>
                      <a:pt x="96201" y="59926"/>
                    </a:lnTo>
                    <a:lnTo>
                      <a:pt x="99263" y="59800"/>
                    </a:lnTo>
                    <a:lnTo>
                      <a:pt x="99430" y="59758"/>
                    </a:lnTo>
                    <a:lnTo>
                      <a:pt x="99598" y="59633"/>
                    </a:lnTo>
                    <a:lnTo>
                      <a:pt x="99682" y="59465"/>
                    </a:lnTo>
                    <a:lnTo>
                      <a:pt x="99724" y="59255"/>
                    </a:lnTo>
                    <a:lnTo>
                      <a:pt x="99682" y="59087"/>
                    </a:lnTo>
                    <a:lnTo>
                      <a:pt x="99598" y="58920"/>
                    </a:lnTo>
                    <a:lnTo>
                      <a:pt x="99430" y="58836"/>
                    </a:lnTo>
                    <a:lnTo>
                      <a:pt x="99221" y="58794"/>
                    </a:lnTo>
                    <a:close/>
                    <a:moveTo>
                      <a:pt x="65630" y="59004"/>
                    </a:moveTo>
                    <a:lnTo>
                      <a:pt x="65462" y="59046"/>
                    </a:lnTo>
                    <a:lnTo>
                      <a:pt x="65295" y="59129"/>
                    </a:lnTo>
                    <a:lnTo>
                      <a:pt x="65211" y="59297"/>
                    </a:lnTo>
                    <a:lnTo>
                      <a:pt x="65169" y="59507"/>
                    </a:lnTo>
                    <a:lnTo>
                      <a:pt x="65211" y="59675"/>
                    </a:lnTo>
                    <a:lnTo>
                      <a:pt x="65295" y="59842"/>
                    </a:lnTo>
                    <a:lnTo>
                      <a:pt x="65462" y="59968"/>
                    </a:lnTo>
                    <a:lnTo>
                      <a:pt x="65672" y="60010"/>
                    </a:lnTo>
                    <a:lnTo>
                      <a:pt x="68692" y="60094"/>
                    </a:lnTo>
                    <a:lnTo>
                      <a:pt x="68733" y="60094"/>
                    </a:lnTo>
                    <a:lnTo>
                      <a:pt x="68901" y="60052"/>
                    </a:lnTo>
                    <a:lnTo>
                      <a:pt x="69069" y="59968"/>
                    </a:lnTo>
                    <a:lnTo>
                      <a:pt x="69195" y="59800"/>
                    </a:lnTo>
                    <a:lnTo>
                      <a:pt x="69237" y="59591"/>
                    </a:lnTo>
                    <a:lnTo>
                      <a:pt x="69195" y="59423"/>
                    </a:lnTo>
                    <a:lnTo>
                      <a:pt x="69069" y="59255"/>
                    </a:lnTo>
                    <a:lnTo>
                      <a:pt x="68943" y="59129"/>
                    </a:lnTo>
                    <a:lnTo>
                      <a:pt x="68733" y="59087"/>
                    </a:lnTo>
                    <a:lnTo>
                      <a:pt x="65672" y="59004"/>
                    </a:lnTo>
                    <a:close/>
                    <a:moveTo>
                      <a:pt x="93098" y="59004"/>
                    </a:moveTo>
                    <a:lnTo>
                      <a:pt x="90079" y="59087"/>
                    </a:lnTo>
                    <a:lnTo>
                      <a:pt x="89869" y="59129"/>
                    </a:lnTo>
                    <a:lnTo>
                      <a:pt x="89701" y="59255"/>
                    </a:lnTo>
                    <a:lnTo>
                      <a:pt x="89617" y="59423"/>
                    </a:lnTo>
                    <a:lnTo>
                      <a:pt x="89576" y="59591"/>
                    </a:lnTo>
                    <a:lnTo>
                      <a:pt x="89617" y="59800"/>
                    </a:lnTo>
                    <a:lnTo>
                      <a:pt x="89701" y="59968"/>
                    </a:lnTo>
                    <a:lnTo>
                      <a:pt x="89869" y="60052"/>
                    </a:lnTo>
                    <a:lnTo>
                      <a:pt x="90079" y="60094"/>
                    </a:lnTo>
                    <a:lnTo>
                      <a:pt x="93140" y="60010"/>
                    </a:lnTo>
                    <a:lnTo>
                      <a:pt x="93350" y="59968"/>
                    </a:lnTo>
                    <a:lnTo>
                      <a:pt x="93476" y="59842"/>
                    </a:lnTo>
                    <a:lnTo>
                      <a:pt x="93601" y="59675"/>
                    </a:lnTo>
                    <a:lnTo>
                      <a:pt x="93643" y="59507"/>
                    </a:lnTo>
                    <a:lnTo>
                      <a:pt x="93601" y="59297"/>
                    </a:lnTo>
                    <a:lnTo>
                      <a:pt x="93476" y="59129"/>
                    </a:lnTo>
                    <a:lnTo>
                      <a:pt x="93350" y="59046"/>
                    </a:lnTo>
                    <a:lnTo>
                      <a:pt x="93140" y="59004"/>
                    </a:lnTo>
                    <a:close/>
                    <a:moveTo>
                      <a:pt x="71753" y="59129"/>
                    </a:moveTo>
                    <a:lnTo>
                      <a:pt x="71585" y="59171"/>
                    </a:lnTo>
                    <a:lnTo>
                      <a:pt x="71417" y="59297"/>
                    </a:lnTo>
                    <a:lnTo>
                      <a:pt x="71292" y="59465"/>
                    </a:lnTo>
                    <a:lnTo>
                      <a:pt x="71250" y="59633"/>
                    </a:lnTo>
                    <a:lnTo>
                      <a:pt x="71292" y="59842"/>
                    </a:lnTo>
                    <a:lnTo>
                      <a:pt x="71417" y="60010"/>
                    </a:lnTo>
                    <a:lnTo>
                      <a:pt x="71543" y="60136"/>
                    </a:lnTo>
                    <a:lnTo>
                      <a:pt x="71753" y="60178"/>
                    </a:lnTo>
                    <a:lnTo>
                      <a:pt x="74814" y="60220"/>
                    </a:lnTo>
                    <a:lnTo>
                      <a:pt x="75024" y="60178"/>
                    </a:lnTo>
                    <a:lnTo>
                      <a:pt x="75192" y="60052"/>
                    </a:lnTo>
                    <a:lnTo>
                      <a:pt x="75275" y="59884"/>
                    </a:lnTo>
                    <a:lnTo>
                      <a:pt x="75317" y="59717"/>
                    </a:lnTo>
                    <a:lnTo>
                      <a:pt x="75275" y="59507"/>
                    </a:lnTo>
                    <a:lnTo>
                      <a:pt x="75192" y="59339"/>
                    </a:lnTo>
                    <a:lnTo>
                      <a:pt x="75024" y="59213"/>
                    </a:lnTo>
                    <a:lnTo>
                      <a:pt x="74814" y="59171"/>
                    </a:lnTo>
                    <a:lnTo>
                      <a:pt x="71795" y="59129"/>
                    </a:lnTo>
                    <a:close/>
                    <a:moveTo>
                      <a:pt x="77875" y="59213"/>
                    </a:moveTo>
                    <a:lnTo>
                      <a:pt x="77666" y="59255"/>
                    </a:lnTo>
                    <a:lnTo>
                      <a:pt x="77498" y="59339"/>
                    </a:lnTo>
                    <a:lnTo>
                      <a:pt x="77414" y="59507"/>
                    </a:lnTo>
                    <a:lnTo>
                      <a:pt x="77372" y="59717"/>
                    </a:lnTo>
                    <a:lnTo>
                      <a:pt x="77414" y="59926"/>
                    </a:lnTo>
                    <a:lnTo>
                      <a:pt x="77498" y="60094"/>
                    </a:lnTo>
                    <a:lnTo>
                      <a:pt x="77666" y="60178"/>
                    </a:lnTo>
                    <a:lnTo>
                      <a:pt x="77875" y="60220"/>
                    </a:lnTo>
                    <a:lnTo>
                      <a:pt x="80937" y="60220"/>
                    </a:lnTo>
                    <a:lnTo>
                      <a:pt x="81105" y="60178"/>
                    </a:lnTo>
                    <a:lnTo>
                      <a:pt x="81272" y="60094"/>
                    </a:lnTo>
                    <a:lnTo>
                      <a:pt x="81398" y="59926"/>
                    </a:lnTo>
                    <a:lnTo>
                      <a:pt x="81440" y="59717"/>
                    </a:lnTo>
                    <a:lnTo>
                      <a:pt x="81398" y="59507"/>
                    </a:lnTo>
                    <a:lnTo>
                      <a:pt x="81272" y="59339"/>
                    </a:lnTo>
                    <a:lnTo>
                      <a:pt x="81105" y="59255"/>
                    </a:lnTo>
                    <a:lnTo>
                      <a:pt x="80937" y="59213"/>
                    </a:lnTo>
                    <a:close/>
                    <a:moveTo>
                      <a:pt x="87017" y="59129"/>
                    </a:moveTo>
                    <a:lnTo>
                      <a:pt x="83956" y="59171"/>
                    </a:lnTo>
                    <a:lnTo>
                      <a:pt x="83788" y="59213"/>
                    </a:lnTo>
                    <a:lnTo>
                      <a:pt x="83621" y="59339"/>
                    </a:lnTo>
                    <a:lnTo>
                      <a:pt x="83495" y="59507"/>
                    </a:lnTo>
                    <a:lnTo>
                      <a:pt x="83453" y="59717"/>
                    </a:lnTo>
                    <a:lnTo>
                      <a:pt x="83495" y="59884"/>
                    </a:lnTo>
                    <a:lnTo>
                      <a:pt x="83621" y="60052"/>
                    </a:lnTo>
                    <a:lnTo>
                      <a:pt x="83788" y="60178"/>
                    </a:lnTo>
                    <a:lnTo>
                      <a:pt x="83956" y="60220"/>
                    </a:lnTo>
                    <a:lnTo>
                      <a:pt x="83998" y="60220"/>
                    </a:lnTo>
                    <a:lnTo>
                      <a:pt x="87017" y="60178"/>
                    </a:lnTo>
                    <a:lnTo>
                      <a:pt x="87227" y="60136"/>
                    </a:lnTo>
                    <a:lnTo>
                      <a:pt x="87395" y="60010"/>
                    </a:lnTo>
                    <a:lnTo>
                      <a:pt x="87479" y="59842"/>
                    </a:lnTo>
                    <a:lnTo>
                      <a:pt x="87521" y="59633"/>
                    </a:lnTo>
                    <a:lnTo>
                      <a:pt x="87479" y="59465"/>
                    </a:lnTo>
                    <a:lnTo>
                      <a:pt x="87395" y="59297"/>
                    </a:lnTo>
                    <a:lnTo>
                      <a:pt x="87227" y="59171"/>
                    </a:lnTo>
                    <a:lnTo>
                      <a:pt x="87017" y="59129"/>
                    </a:lnTo>
                    <a:close/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236;p17">
                <a:extLst>
                  <a:ext uri="{FF2B5EF4-FFF2-40B4-BE49-F238E27FC236}">
                    <a16:creationId xmlns:a16="http://schemas.microsoft.com/office/drawing/2014/main" id="{2E639750-4259-F972-15E0-43E2ADBB3195}"/>
                  </a:ext>
                </a:extLst>
              </p:cNvPr>
              <p:cNvSpPr/>
              <p:nvPr/>
            </p:nvSpPr>
            <p:spPr>
              <a:xfrm>
                <a:off x="3466677" y="4034635"/>
                <a:ext cx="79031" cy="19563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007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65" y="0"/>
                    </a:lnTo>
                    <a:lnTo>
                      <a:pt x="1929" y="0"/>
                    </a:lnTo>
                    <a:lnTo>
                      <a:pt x="1929" y="0"/>
                    </a:lnTo>
                    <a:lnTo>
                      <a:pt x="503" y="0"/>
                    </a:lnTo>
                    <a:lnTo>
                      <a:pt x="503" y="0"/>
                    </a:lnTo>
                    <a:lnTo>
                      <a:pt x="503" y="0"/>
                    </a:lnTo>
                    <a:lnTo>
                      <a:pt x="294" y="42"/>
                    </a:lnTo>
                    <a:lnTo>
                      <a:pt x="126" y="126"/>
                    </a:lnTo>
                    <a:lnTo>
                      <a:pt x="42" y="294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42" y="713"/>
                    </a:lnTo>
                    <a:lnTo>
                      <a:pt x="126" y="881"/>
                    </a:lnTo>
                    <a:lnTo>
                      <a:pt x="294" y="965"/>
                    </a:lnTo>
                    <a:lnTo>
                      <a:pt x="503" y="1007"/>
                    </a:lnTo>
                    <a:lnTo>
                      <a:pt x="503" y="1007"/>
                    </a:lnTo>
                    <a:lnTo>
                      <a:pt x="1971" y="1007"/>
                    </a:lnTo>
                    <a:lnTo>
                      <a:pt x="1971" y="1007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33" y="965"/>
                    </a:lnTo>
                    <a:lnTo>
                      <a:pt x="3900" y="881"/>
                    </a:lnTo>
                    <a:lnTo>
                      <a:pt x="4026" y="713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294"/>
                    </a:lnTo>
                    <a:lnTo>
                      <a:pt x="3900" y="126"/>
                    </a:lnTo>
                    <a:lnTo>
                      <a:pt x="3733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237;p17">
                <a:extLst>
                  <a:ext uri="{FF2B5EF4-FFF2-40B4-BE49-F238E27FC236}">
                    <a16:creationId xmlns:a16="http://schemas.microsoft.com/office/drawing/2014/main" id="{F9B7F8EB-AE5F-7F7F-0EF2-23DA4AFA54B0}"/>
                  </a:ext>
                </a:extLst>
              </p:cNvPr>
              <p:cNvSpPr/>
              <p:nvPr/>
            </p:nvSpPr>
            <p:spPr>
              <a:xfrm>
                <a:off x="3347726" y="4033003"/>
                <a:ext cx="79050" cy="2119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91" fill="none" extrusionOk="0">
                    <a:moveTo>
                      <a:pt x="546" y="0"/>
                    </a:moveTo>
                    <a:lnTo>
                      <a:pt x="504" y="0"/>
                    </a:lnTo>
                    <a:lnTo>
                      <a:pt x="504" y="0"/>
                    </a:lnTo>
                    <a:lnTo>
                      <a:pt x="336" y="42"/>
                    </a:lnTo>
                    <a:lnTo>
                      <a:pt x="168" y="168"/>
                    </a:lnTo>
                    <a:lnTo>
                      <a:pt x="43" y="336"/>
                    </a:lnTo>
                    <a:lnTo>
                      <a:pt x="1" y="504"/>
                    </a:lnTo>
                    <a:lnTo>
                      <a:pt x="1" y="504"/>
                    </a:lnTo>
                    <a:lnTo>
                      <a:pt x="43" y="713"/>
                    </a:lnTo>
                    <a:lnTo>
                      <a:pt x="168" y="881"/>
                    </a:lnTo>
                    <a:lnTo>
                      <a:pt x="294" y="1007"/>
                    </a:lnTo>
                    <a:lnTo>
                      <a:pt x="504" y="1049"/>
                    </a:lnTo>
                    <a:lnTo>
                      <a:pt x="504" y="1049"/>
                    </a:lnTo>
                    <a:lnTo>
                      <a:pt x="3565" y="1091"/>
                    </a:lnTo>
                    <a:lnTo>
                      <a:pt x="3565" y="1091"/>
                    </a:lnTo>
                    <a:lnTo>
                      <a:pt x="3565" y="1091"/>
                    </a:lnTo>
                    <a:lnTo>
                      <a:pt x="3775" y="1049"/>
                    </a:lnTo>
                    <a:lnTo>
                      <a:pt x="3943" y="923"/>
                    </a:lnTo>
                    <a:lnTo>
                      <a:pt x="4026" y="755"/>
                    </a:lnTo>
                    <a:lnTo>
                      <a:pt x="4068" y="588"/>
                    </a:lnTo>
                    <a:lnTo>
                      <a:pt x="4068" y="588"/>
                    </a:lnTo>
                    <a:lnTo>
                      <a:pt x="4026" y="378"/>
                    </a:lnTo>
                    <a:lnTo>
                      <a:pt x="3943" y="210"/>
                    </a:lnTo>
                    <a:lnTo>
                      <a:pt x="3775" y="84"/>
                    </a:lnTo>
                    <a:lnTo>
                      <a:pt x="3565" y="42"/>
                    </a:lnTo>
                    <a:lnTo>
                      <a:pt x="3565" y="42"/>
                    </a:lnTo>
                    <a:lnTo>
                      <a:pt x="546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238;p17">
                <a:extLst>
                  <a:ext uri="{FF2B5EF4-FFF2-40B4-BE49-F238E27FC236}">
                    <a16:creationId xmlns:a16="http://schemas.microsoft.com/office/drawing/2014/main" id="{3FBA6954-4EB2-D87D-160A-D25828D59866}"/>
                  </a:ext>
                </a:extLst>
              </p:cNvPr>
              <p:cNvSpPr/>
              <p:nvPr/>
            </p:nvSpPr>
            <p:spPr>
              <a:xfrm>
                <a:off x="3584794" y="4033003"/>
                <a:ext cx="79050" cy="2119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91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65" y="0"/>
                    </a:lnTo>
                    <a:lnTo>
                      <a:pt x="3565" y="0"/>
                    </a:lnTo>
                    <a:lnTo>
                      <a:pt x="504" y="42"/>
                    </a:lnTo>
                    <a:lnTo>
                      <a:pt x="504" y="42"/>
                    </a:lnTo>
                    <a:lnTo>
                      <a:pt x="336" y="84"/>
                    </a:lnTo>
                    <a:lnTo>
                      <a:pt x="169" y="210"/>
                    </a:lnTo>
                    <a:lnTo>
                      <a:pt x="43" y="378"/>
                    </a:lnTo>
                    <a:lnTo>
                      <a:pt x="1" y="588"/>
                    </a:lnTo>
                    <a:lnTo>
                      <a:pt x="1" y="588"/>
                    </a:lnTo>
                    <a:lnTo>
                      <a:pt x="43" y="755"/>
                    </a:lnTo>
                    <a:lnTo>
                      <a:pt x="169" y="923"/>
                    </a:lnTo>
                    <a:lnTo>
                      <a:pt x="336" y="1049"/>
                    </a:lnTo>
                    <a:lnTo>
                      <a:pt x="504" y="1091"/>
                    </a:lnTo>
                    <a:lnTo>
                      <a:pt x="546" y="1091"/>
                    </a:lnTo>
                    <a:lnTo>
                      <a:pt x="546" y="1091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75" y="1007"/>
                    </a:lnTo>
                    <a:lnTo>
                      <a:pt x="3943" y="881"/>
                    </a:lnTo>
                    <a:lnTo>
                      <a:pt x="4027" y="713"/>
                    </a:lnTo>
                    <a:lnTo>
                      <a:pt x="4069" y="504"/>
                    </a:lnTo>
                    <a:lnTo>
                      <a:pt x="4069" y="504"/>
                    </a:lnTo>
                    <a:lnTo>
                      <a:pt x="4027" y="336"/>
                    </a:lnTo>
                    <a:lnTo>
                      <a:pt x="3943" y="168"/>
                    </a:lnTo>
                    <a:lnTo>
                      <a:pt x="3775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239;p17">
                <a:extLst>
                  <a:ext uri="{FF2B5EF4-FFF2-40B4-BE49-F238E27FC236}">
                    <a16:creationId xmlns:a16="http://schemas.microsoft.com/office/drawing/2014/main" id="{DA80DF00-C3BB-9025-A5B8-DD8F63774377}"/>
                  </a:ext>
                </a:extLst>
              </p:cNvPr>
              <p:cNvSpPr/>
              <p:nvPr/>
            </p:nvSpPr>
            <p:spPr>
              <a:xfrm>
                <a:off x="3703745" y="4030555"/>
                <a:ext cx="79050" cy="2119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91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504" y="84"/>
                    </a:lnTo>
                    <a:lnTo>
                      <a:pt x="504" y="84"/>
                    </a:lnTo>
                    <a:lnTo>
                      <a:pt x="294" y="126"/>
                    </a:lnTo>
                    <a:lnTo>
                      <a:pt x="126" y="252"/>
                    </a:lnTo>
                    <a:lnTo>
                      <a:pt x="42" y="420"/>
                    </a:lnTo>
                    <a:lnTo>
                      <a:pt x="1" y="588"/>
                    </a:lnTo>
                    <a:lnTo>
                      <a:pt x="1" y="588"/>
                    </a:lnTo>
                    <a:lnTo>
                      <a:pt x="42" y="797"/>
                    </a:lnTo>
                    <a:lnTo>
                      <a:pt x="126" y="965"/>
                    </a:lnTo>
                    <a:lnTo>
                      <a:pt x="294" y="1049"/>
                    </a:lnTo>
                    <a:lnTo>
                      <a:pt x="504" y="1091"/>
                    </a:lnTo>
                    <a:lnTo>
                      <a:pt x="504" y="1091"/>
                    </a:lnTo>
                    <a:lnTo>
                      <a:pt x="504" y="1091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01" y="839"/>
                    </a:lnTo>
                    <a:lnTo>
                      <a:pt x="4026" y="672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294"/>
                    </a:lnTo>
                    <a:lnTo>
                      <a:pt x="3901" y="126"/>
                    </a:lnTo>
                    <a:lnTo>
                      <a:pt x="3775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240;p17">
                <a:extLst>
                  <a:ext uri="{FF2B5EF4-FFF2-40B4-BE49-F238E27FC236}">
                    <a16:creationId xmlns:a16="http://schemas.microsoft.com/office/drawing/2014/main" id="{AC7AC2DC-8D5A-8D36-2D20-9FDA699F81AF}"/>
                  </a:ext>
                </a:extLst>
              </p:cNvPr>
              <p:cNvSpPr/>
              <p:nvPr/>
            </p:nvSpPr>
            <p:spPr>
              <a:xfrm>
                <a:off x="3229590" y="4030555"/>
                <a:ext cx="79050" cy="2119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91" fill="none" extrusionOk="0">
                    <a:moveTo>
                      <a:pt x="462" y="1"/>
                    </a:moveTo>
                    <a:lnTo>
                      <a:pt x="462" y="1"/>
                    </a:lnTo>
                    <a:lnTo>
                      <a:pt x="294" y="43"/>
                    </a:lnTo>
                    <a:lnTo>
                      <a:pt x="127" y="126"/>
                    </a:lnTo>
                    <a:lnTo>
                      <a:pt x="43" y="294"/>
                    </a:lnTo>
                    <a:lnTo>
                      <a:pt x="1" y="504"/>
                    </a:lnTo>
                    <a:lnTo>
                      <a:pt x="1" y="504"/>
                    </a:lnTo>
                    <a:lnTo>
                      <a:pt x="43" y="672"/>
                    </a:lnTo>
                    <a:lnTo>
                      <a:pt x="127" y="839"/>
                    </a:lnTo>
                    <a:lnTo>
                      <a:pt x="294" y="965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3524" y="1091"/>
                    </a:lnTo>
                    <a:lnTo>
                      <a:pt x="3565" y="1091"/>
                    </a:lnTo>
                    <a:lnTo>
                      <a:pt x="3565" y="1091"/>
                    </a:lnTo>
                    <a:lnTo>
                      <a:pt x="3733" y="1049"/>
                    </a:lnTo>
                    <a:lnTo>
                      <a:pt x="3901" y="965"/>
                    </a:lnTo>
                    <a:lnTo>
                      <a:pt x="4027" y="797"/>
                    </a:lnTo>
                    <a:lnTo>
                      <a:pt x="4069" y="588"/>
                    </a:lnTo>
                    <a:lnTo>
                      <a:pt x="4069" y="588"/>
                    </a:lnTo>
                    <a:lnTo>
                      <a:pt x="4027" y="420"/>
                    </a:lnTo>
                    <a:lnTo>
                      <a:pt x="3901" y="252"/>
                    </a:lnTo>
                    <a:lnTo>
                      <a:pt x="3775" y="126"/>
                    </a:lnTo>
                    <a:lnTo>
                      <a:pt x="3565" y="84"/>
                    </a:lnTo>
                    <a:lnTo>
                      <a:pt x="3565" y="84"/>
                    </a:lnTo>
                    <a:lnTo>
                      <a:pt x="504" y="1"/>
                    </a:lnTo>
                    <a:lnTo>
                      <a:pt x="504" y="1"/>
                    </a:lnTo>
                    <a:lnTo>
                      <a:pt x="462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241;p17">
                <a:extLst>
                  <a:ext uri="{FF2B5EF4-FFF2-40B4-BE49-F238E27FC236}">
                    <a16:creationId xmlns:a16="http://schemas.microsoft.com/office/drawing/2014/main" id="{85D64A95-F10A-3A75-FD72-6B08D9CCABEC}"/>
                  </a:ext>
                </a:extLst>
              </p:cNvPr>
              <p:cNvSpPr/>
              <p:nvPr/>
            </p:nvSpPr>
            <p:spPr>
              <a:xfrm>
                <a:off x="3821881" y="4026476"/>
                <a:ext cx="79031" cy="22031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134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65" y="1"/>
                    </a:lnTo>
                    <a:lnTo>
                      <a:pt x="3565" y="1"/>
                    </a:lnTo>
                    <a:lnTo>
                      <a:pt x="503" y="127"/>
                    </a:lnTo>
                    <a:lnTo>
                      <a:pt x="503" y="127"/>
                    </a:lnTo>
                    <a:lnTo>
                      <a:pt x="294" y="169"/>
                    </a:lnTo>
                    <a:lnTo>
                      <a:pt x="126" y="253"/>
                    </a:lnTo>
                    <a:lnTo>
                      <a:pt x="42" y="420"/>
                    </a:lnTo>
                    <a:lnTo>
                      <a:pt x="0" y="630"/>
                    </a:lnTo>
                    <a:lnTo>
                      <a:pt x="0" y="630"/>
                    </a:lnTo>
                    <a:lnTo>
                      <a:pt x="42" y="840"/>
                    </a:lnTo>
                    <a:lnTo>
                      <a:pt x="168" y="965"/>
                    </a:lnTo>
                    <a:lnTo>
                      <a:pt x="336" y="1091"/>
                    </a:lnTo>
                    <a:lnTo>
                      <a:pt x="503" y="1133"/>
                    </a:lnTo>
                    <a:lnTo>
                      <a:pt x="545" y="1133"/>
                    </a:lnTo>
                    <a:lnTo>
                      <a:pt x="545" y="1133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4" y="965"/>
                    </a:lnTo>
                    <a:lnTo>
                      <a:pt x="3942" y="840"/>
                    </a:lnTo>
                    <a:lnTo>
                      <a:pt x="4026" y="672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4026" y="294"/>
                    </a:lnTo>
                    <a:lnTo>
                      <a:pt x="3942" y="127"/>
                    </a:lnTo>
                    <a:lnTo>
                      <a:pt x="3774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242;p17">
                <a:extLst>
                  <a:ext uri="{FF2B5EF4-FFF2-40B4-BE49-F238E27FC236}">
                    <a16:creationId xmlns:a16="http://schemas.microsoft.com/office/drawing/2014/main" id="{45710FC5-D59D-CFD6-EB01-A4C6B74B5A0B}"/>
                  </a:ext>
                </a:extLst>
              </p:cNvPr>
              <p:cNvSpPr/>
              <p:nvPr/>
            </p:nvSpPr>
            <p:spPr>
              <a:xfrm>
                <a:off x="3110657" y="4025660"/>
                <a:ext cx="79050" cy="22847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76" fill="none" extrusionOk="0">
                    <a:moveTo>
                      <a:pt x="545" y="1"/>
                    </a:moveTo>
                    <a:lnTo>
                      <a:pt x="545" y="1"/>
                    </a:lnTo>
                    <a:lnTo>
                      <a:pt x="336" y="43"/>
                    </a:lnTo>
                    <a:lnTo>
                      <a:pt x="168" y="169"/>
                    </a:lnTo>
                    <a:lnTo>
                      <a:pt x="84" y="295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42" y="714"/>
                    </a:lnTo>
                    <a:lnTo>
                      <a:pt x="168" y="882"/>
                    </a:lnTo>
                    <a:lnTo>
                      <a:pt x="294" y="1007"/>
                    </a:lnTo>
                    <a:lnTo>
                      <a:pt x="504" y="1049"/>
                    </a:lnTo>
                    <a:lnTo>
                      <a:pt x="504" y="1049"/>
                    </a:lnTo>
                    <a:lnTo>
                      <a:pt x="3565" y="1175"/>
                    </a:lnTo>
                    <a:lnTo>
                      <a:pt x="3565" y="1175"/>
                    </a:lnTo>
                    <a:lnTo>
                      <a:pt x="3565" y="1175"/>
                    </a:lnTo>
                    <a:lnTo>
                      <a:pt x="3775" y="1133"/>
                    </a:lnTo>
                    <a:lnTo>
                      <a:pt x="3942" y="1007"/>
                    </a:lnTo>
                    <a:lnTo>
                      <a:pt x="4026" y="882"/>
                    </a:lnTo>
                    <a:lnTo>
                      <a:pt x="4068" y="672"/>
                    </a:lnTo>
                    <a:lnTo>
                      <a:pt x="4068" y="672"/>
                    </a:lnTo>
                    <a:lnTo>
                      <a:pt x="4068" y="462"/>
                    </a:lnTo>
                    <a:lnTo>
                      <a:pt x="3942" y="295"/>
                    </a:lnTo>
                    <a:lnTo>
                      <a:pt x="3775" y="211"/>
                    </a:lnTo>
                    <a:lnTo>
                      <a:pt x="3607" y="127"/>
                    </a:lnTo>
                    <a:lnTo>
                      <a:pt x="3607" y="127"/>
                    </a:lnTo>
                    <a:lnTo>
                      <a:pt x="545" y="1"/>
                    </a:lnTo>
                    <a:lnTo>
                      <a:pt x="545" y="1"/>
                    </a:lnTo>
                    <a:lnTo>
                      <a:pt x="54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243;p17">
                <a:extLst>
                  <a:ext uri="{FF2B5EF4-FFF2-40B4-BE49-F238E27FC236}">
                    <a16:creationId xmlns:a16="http://schemas.microsoft.com/office/drawing/2014/main" id="{BE3E5F0E-3BBD-2575-AB28-A385D5010BD7}"/>
                  </a:ext>
                </a:extLst>
              </p:cNvPr>
              <p:cNvSpPr/>
              <p:nvPr/>
            </p:nvSpPr>
            <p:spPr>
              <a:xfrm>
                <a:off x="3940813" y="4020784"/>
                <a:ext cx="79050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75" fill="none" extrusionOk="0">
                    <a:moveTo>
                      <a:pt x="3523" y="0"/>
                    </a:moveTo>
                    <a:lnTo>
                      <a:pt x="3523" y="0"/>
                    </a:lnTo>
                    <a:lnTo>
                      <a:pt x="3523" y="0"/>
                    </a:lnTo>
                    <a:lnTo>
                      <a:pt x="3523" y="0"/>
                    </a:lnTo>
                    <a:lnTo>
                      <a:pt x="462" y="168"/>
                    </a:lnTo>
                    <a:lnTo>
                      <a:pt x="462" y="168"/>
                    </a:lnTo>
                    <a:lnTo>
                      <a:pt x="294" y="210"/>
                    </a:lnTo>
                    <a:lnTo>
                      <a:pt x="127" y="294"/>
                    </a:lnTo>
                    <a:lnTo>
                      <a:pt x="1" y="462"/>
                    </a:lnTo>
                    <a:lnTo>
                      <a:pt x="1" y="671"/>
                    </a:lnTo>
                    <a:lnTo>
                      <a:pt x="1" y="671"/>
                    </a:lnTo>
                    <a:lnTo>
                      <a:pt x="43" y="881"/>
                    </a:lnTo>
                    <a:lnTo>
                      <a:pt x="127" y="1007"/>
                    </a:lnTo>
                    <a:lnTo>
                      <a:pt x="294" y="1133"/>
                    </a:lnTo>
                    <a:lnTo>
                      <a:pt x="504" y="1175"/>
                    </a:lnTo>
                    <a:lnTo>
                      <a:pt x="504" y="1175"/>
                    </a:lnTo>
                    <a:lnTo>
                      <a:pt x="504" y="1175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01" y="839"/>
                    </a:lnTo>
                    <a:lnTo>
                      <a:pt x="4027" y="671"/>
                    </a:lnTo>
                    <a:lnTo>
                      <a:pt x="4069" y="462"/>
                    </a:lnTo>
                    <a:lnTo>
                      <a:pt x="4069" y="462"/>
                    </a:lnTo>
                    <a:lnTo>
                      <a:pt x="3985" y="294"/>
                    </a:lnTo>
                    <a:lnTo>
                      <a:pt x="3901" y="126"/>
                    </a:lnTo>
                    <a:lnTo>
                      <a:pt x="3733" y="42"/>
                    </a:lnTo>
                    <a:lnTo>
                      <a:pt x="352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244;p17">
                <a:extLst>
                  <a:ext uri="{FF2B5EF4-FFF2-40B4-BE49-F238E27FC236}">
                    <a16:creationId xmlns:a16="http://schemas.microsoft.com/office/drawing/2014/main" id="{9BEEBE8E-F2E2-B1F6-8B9E-929C7D2BD9C0}"/>
                  </a:ext>
                </a:extLst>
              </p:cNvPr>
              <p:cNvSpPr/>
              <p:nvPr/>
            </p:nvSpPr>
            <p:spPr>
              <a:xfrm>
                <a:off x="2992522" y="4019968"/>
                <a:ext cx="79050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75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43" y="294"/>
                    </a:lnTo>
                    <a:lnTo>
                      <a:pt x="1" y="462"/>
                    </a:lnTo>
                    <a:lnTo>
                      <a:pt x="1" y="462"/>
                    </a:lnTo>
                    <a:lnTo>
                      <a:pt x="43" y="671"/>
                    </a:lnTo>
                    <a:lnTo>
                      <a:pt x="126" y="839"/>
                    </a:lnTo>
                    <a:lnTo>
                      <a:pt x="294" y="965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3523" y="1175"/>
                    </a:lnTo>
                    <a:lnTo>
                      <a:pt x="3565" y="1175"/>
                    </a:lnTo>
                    <a:lnTo>
                      <a:pt x="3565" y="1175"/>
                    </a:lnTo>
                    <a:lnTo>
                      <a:pt x="3733" y="1133"/>
                    </a:lnTo>
                    <a:lnTo>
                      <a:pt x="3901" y="1049"/>
                    </a:lnTo>
                    <a:lnTo>
                      <a:pt x="4026" y="881"/>
                    </a:lnTo>
                    <a:lnTo>
                      <a:pt x="4068" y="713"/>
                    </a:lnTo>
                    <a:lnTo>
                      <a:pt x="4068" y="713"/>
                    </a:lnTo>
                    <a:lnTo>
                      <a:pt x="4026" y="504"/>
                    </a:lnTo>
                    <a:lnTo>
                      <a:pt x="3943" y="336"/>
                    </a:lnTo>
                    <a:lnTo>
                      <a:pt x="3775" y="210"/>
                    </a:lnTo>
                    <a:lnTo>
                      <a:pt x="3607" y="168"/>
                    </a:lnTo>
                    <a:lnTo>
                      <a:pt x="3607" y="168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245;p17">
                <a:extLst>
                  <a:ext uri="{FF2B5EF4-FFF2-40B4-BE49-F238E27FC236}">
                    <a16:creationId xmlns:a16="http://schemas.microsoft.com/office/drawing/2014/main" id="{BCA3F435-C836-0A63-AE71-E74B03574D40}"/>
                  </a:ext>
                </a:extLst>
              </p:cNvPr>
              <p:cNvSpPr/>
              <p:nvPr/>
            </p:nvSpPr>
            <p:spPr>
              <a:xfrm>
                <a:off x="4058949" y="4013440"/>
                <a:ext cx="79050" cy="23663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18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462" y="211"/>
                    </a:lnTo>
                    <a:lnTo>
                      <a:pt x="462" y="211"/>
                    </a:lnTo>
                    <a:lnTo>
                      <a:pt x="294" y="253"/>
                    </a:lnTo>
                    <a:lnTo>
                      <a:pt x="126" y="378"/>
                    </a:lnTo>
                    <a:lnTo>
                      <a:pt x="42" y="546"/>
                    </a:lnTo>
                    <a:lnTo>
                      <a:pt x="1" y="756"/>
                    </a:lnTo>
                    <a:lnTo>
                      <a:pt x="1" y="756"/>
                    </a:lnTo>
                    <a:lnTo>
                      <a:pt x="42" y="924"/>
                    </a:lnTo>
                    <a:lnTo>
                      <a:pt x="168" y="1091"/>
                    </a:lnTo>
                    <a:lnTo>
                      <a:pt x="336" y="1175"/>
                    </a:lnTo>
                    <a:lnTo>
                      <a:pt x="504" y="1217"/>
                    </a:lnTo>
                    <a:lnTo>
                      <a:pt x="546" y="1217"/>
                    </a:lnTo>
                    <a:lnTo>
                      <a:pt x="546" y="1217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75" y="965"/>
                    </a:lnTo>
                    <a:lnTo>
                      <a:pt x="3942" y="882"/>
                    </a:lnTo>
                    <a:lnTo>
                      <a:pt x="4026" y="672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295"/>
                    </a:lnTo>
                    <a:lnTo>
                      <a:pt x="3901" y="169"/>
                    </a:lnTo>
                    <a:lnTo>
                      <a:pt x="3733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246;p17">
                <a:extLst>
                  <a:ext uri="{FF2B5EF4-FFF2-40B4-BE49-F238E27FC236}">
                    <a16:creationId xmlns:a16="http://schemas.microsoft.com/office/drawing/2014/main" id="{9CE150AD-447B-4191-801F-3F03F154B2B0}"/>
                  </a:ext>
                </a:extLst>
              </p:cNvPr>
              <p:cNvSpPr/>
              <p:nvPr/>
            </p:nvSpPr>
            <p:spPr>
              <a:xfrm>
                <a:off x="2874386" y="4012644"/>
                <a:ext cx="79050" cy="23643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17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0"/>
                    </a:lnTo>
                    <a:lnTo>
                      <a:pt x="169" y="126"/>
                    </a:lnTo>
                    <a:lnTo>
                      <a:pt x="43" y="252"/>
                    </a:lnTo>
                    <a:lnTo>
                      <a:pt x="1" y="461"/>
                    </a:lnTo>
                    <a:lnTo>
                      <a:pt x="1" y="461"/>
                    </a:lnTo>
                    <a:lnTo>
                      <a:pt x="43" y="671"/>
                    </a:lnTo>
                    <a:lnTo>
                      <a:pt x="127" y="839"/>
                    </a:lnTo>
                    <a:lnTo>
                      <a:pt x="295" y="923"/>
                    </a:lnTo>
                    <a:lnTo>
                      <a:pt x="462" y="1006"/>
                    </a:lnTo>
                    <a:lnTo>
                      <a:pt x="462" y="1006"/>
                    </a:lnTo>
                    <a:lnTo>
                      <a:pt x="3524" y="1216"/>
                    </a:lnTo>
                    <a:lnTo>
                      <a:pt x="3566" y="1216"/>
                    </a:lnTo>
                    <a:lnTo>
                      <a:pt x="3566" y="1216"/>
                    </a:lnTo>
                    <a:lnTo>
                      <a:pt x="3733" y="1174"/>
                    </a:lnTo>
                    <a:lnTo>
                      <a:pt x="3901" y="1048"/>
                    </a:lnTo>
                    <a:lnTo>
                      <a:pt x="4027" y="923"/>
                    </a:lnTo>
                    <a:lnTo>
                      <a:pt x="4069" y="713"/>
                    </a:lnTo>
                    <a:lnTo>
                      <a:pt x="4069" y="713"/>
                    </a:lnTo>
                    <a:lnTo>
                      <a:pt x="4027" y="545"/>
                    </a:lnTo>
                    <a:lnTo>
                      <a:pt x="3943" y="377"/>
                    </a:lnTo>
                    <a:lnTo>
                      <a:pt x="3775" y="252"/>
                    </a:lnTo>
                    <a:lnTo>
                      <a:pt x="3607" y="210"/>
                    </a:lnTo>
                    <a:lnTo>
                      <a:pt x="3607" y="210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247;p17">
                <a:extLst>
                  <a:ext uri="{FF2B5EF4-FFF2-40B4-BE49-F238E27FC236}">
                    <a16:creationId xmlns:a16="http://schemas.microsoft.com/office/drawing/2014/main" id="{4BB30AAE-95E0-903A-DB95-5DB639A3EE72}"/>
                  </a:ext>
                </a:extLst>
              </p:cNvPr>
              <p:cNvSpPr/>
              <p:nvPr/>
            </p:nvSpPr>
            <p:spPr>
              <a:xfrm>
                <a:off x="4177085" y="4005300"/>
                <a:ext cx="79031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259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461" y="252"/>
                    </a:lnTo>
                    <a:lnTo>
                      <a:pt x="461" y="252"/>
                    </a:lnTo>
                    <a:lnTo>
                      <a:pt x="294" y="294"/>
                    </a:lnTo>
                    <a:lnTo>
                      <a:pt x="126" y="420"/>
                    </a:lnTo>
                    <a:lnTo>
                      <a:pt x="42" y="588"/>
                    </a:lnTo>
                    <a:lnTo>
                      <a:pt x="0" y="797"/>
                    </a:lnTo>
                    <a:lnTo>
                      <a:pt x="0" y="797"/>
                    </a:lnTo>
                    <a:lnTo>
                      <a:pt x="42" y="965"/>
                    </a:lnTo>
                    <a:lnTo>
                      <a:pt x="168" y="1133"/>
                    </a:lnTo>
                    <a:lnTo>
                      <a:pt x="336" y="1217"/>
                    </a:lnTo>
                    <a:lnTo>
                      <a:pt x="503" y="1259"/>
                    </a:lnTo>
                    <a:lnTo>
                      <a:pt x="545" y="1259"/>
                    </a:lnTo>
                    <a:lnTo>
                      <a:pt x="545" y="1259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74" y="965"/>
                    </a:lnTo>
                    <a:lnTo>
                      <a:pt x="3942" y="839"/>
                    </a:lnTo>
                    <a:lnTo>
                      <a:pt x="4026" y="672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3984" y="294"/>
                    </a:lnTo>
                    <a:lnTo>
                      <a:pt x="3900" y="168"/>
                    </a:lnTo>
                    <a:lnTo>
                      <a:pt x="3732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248;p17">
                <a:extLst>
                  <a:ext uri="{FF2B5EF4-FFF2-40B4-BE49-F238E27FC236}">
                    <a16:creationId xmlns:a16="http://schemas.microsoft.com/office/drawing/2014/main" id="{04582191-2590-E15B-C46F-3E8AECC3E38F}"/>
                  </a:ext>
                </a:extLst>
              </p:cNvPr>
              <p:cNvSpPr/>
              <p:nvPr/>
            </p:nvSpPr>
            <p:spPr>
              <a:xfrm>
                <a:off x="2756270" y="4002852"/>
                <a:ext cx="79050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59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3"/>
                    </a:lnTo>
                    <a:lnTo>
                      <a:pt x="168" y="127"/>
                    </a:lnTo>
                    <a:lnTo>
                      <a:pt x="42" y="294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72"/>
                    </a:lnTo>
                    <a:lnTo>
                      <a:pt x="126" y="840"/>
                    </a:lnTo>
                    <a:lnTo>
                      <a:pt x="294" y="965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523" y="1259"/>
                    </a:lnTo>
                    <a:lnTo>
                      <a:pt x="3565" y="1259"/>
                    </a:lnTo>
                    <a:lnTo>
                      <a:pt x="3565" y="1259"/>
                    </a:lnTo>
                    <a:lnTo>
                      <a:pt x="3733" y="1217"/>
                    </a:lnTo>
                    <a:lnTo>
                      <a:pt x="3900" y="1133"/>
                    </a:lnTo>
                    <a:lnTo>
                      <a:pt x="4026" y="1007"/>
                    </a:lnTo>
                    <a:lnTo>
                      <a:pt x="4068" y="798"/>
                    </a:lnTo>
                    <a:lnTo>
                      <a:pt x="4068" y="798"/>
                    </a:lnTo>
                    <a:lnTo>
                      <a:pt x="4026" y="588"/>
                    </a:lnTo>
                    <a:lnTo>
                      <a:pt x="3942" y="420"/>
                    </a:lnTo>
                    <a:lnTo>
                      <a:pt x="3775" y="294"/>
                    </a:lnTo>
                    <a:lnTo>
                      <a:pt x="3607" y="252"/>
                    </a:lnTo>
                    <a:lnTo>
                      <a:pt x="3607" y="252"/>
                    </a:lnTo>
                    <a:lnTo>
                      <a:pt x="545" y="1"/>
                    </a:lnTo>
                    <a:lnTo>
                      <a:pt x="545" y="1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249;p17">
                <a:extLst>
                  <a:ext uri="{FF2B5EF4-FFF2-40B4-BE49-F238E27FC236}">
                    <a16:creationId xmlns:a16="http://schemas.microsoft.com/office/drawing/2014/main" id="{1A1A8A0C-BDE1-83EC-7E0E-5D5290A7BA0C}"/>
                  </a:ext>
                </a:extLst>
              </p:cNvPr>
              <p:cNvSpPr/>
              <p:nvPr/>
            </p:nvSpPr>
            <p:spPr>
              <a:xfrm>
                <a:off x="4295201" y="3996344"/>
                <a:ext cx="79050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59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482" y="0"/>
                    </a:lnTo>
                    <a:lnTo>
                      <a:pt x="3482" y="0"/>
                    </a:lnTo>
                    <a:lnTo>
                      <a:pt x="462" y="252"/>
                    </a:lnTo>
                    <a:lnTo>
                      <a:pt x="462" y="252"/>
                    </a:lnTo>
                    <a:lnTo>
                      <a:pt x="252" y="294"/>
                    </a:lnTo>
                    <a:lnTo>
                      <a:pt x="127" y="420"/>
                    </a:lnTo>
                    <a:lnTo>
                      <a:pt x="1" y="587"/>
                    </a:lnTo>
                    <a:lnTo>
                      <a:pt x="1" y="797"/>
                    </a:lnTo>
                    <a:lnTo>
                      <a:pt x="1" y="797"/>
                    </a:lnTo>
                    <a:lnTo>
                      <a:pt x="43" y="965"/>
                    </a:lnTo>
                    <a:lnTo>
                      <a:pt x="169" y="1133"/>
                    </a:lnTo>
                    <a:lnTo>
                      <a:pt x="336" y="1216"/>
                    </a:lnTo>
                    <a:lnTo>
                      <a:pt x="504" y="1258"/>
                    </a:lnTo>
                    <a:lnTo>
                      <a:pt x="546" y="1258"/>
                    </a:lnTo>
                    <a:lnTo>
                      <a:pt x="546" y="1258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27" y="671"/>
                    </a:lnTo>
                    <a:lnTo>
                      <a:pt x="4069" y="462"/>
                    </a:lnTo>
                    <a:lnTo>
                      <a:pt x="4069" y="462"/>
                    </a:lnTo>
                    <a:lnTo>
                      <a:pt x="3985" y="294"/>
                    </a:lnTo>
                    <a:lnTo>
                      <a:pt x="3901" y="126"/>
                    </a:lnTo>
                    <a:lnTo>
                      <a:pt x="3733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250;p17">
                <a:extLst>
                  <a:ext uri="{FF2B5EF4-FFF2-40B4-BE49-F238E27FC236}">
                    <a16:creationId xmlns:a16="http://schemas.microsoft.com/office/drawing/2014/main" id="{58AEE01D-5136-103D-CFB9-E5C931A67539}"/>
                  </a:ext>
                </a:extLst>
              </p:cNvPr>
              <p:cNvSpPr/>
              <p:nvPr/>
            </p:nvSpPr>
            <p:spPr>
              <a:xfrm>
                <a:off x="2638134" y="3992265"/>
                <a:ext cx="79050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01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3"/>
                    </a:lnTo>
                    <a:lnTo>
                      <a:pt x="168" y="126"/>
                    </a:lnTo>
                    <a:lnTo>
                      <a:pt x="84" y="252"/>
                    </a:lnTo>
                    <a:lnTo>
                      <a:pt x="1" y="462"/>
                    </a:lnTo>
                    <a:lnTo>
                      <a:pt x="1" y="462"/>
                    </a:lnTo>
                    <a:lnTo>
                      <a:pt x="43" y="630"/>
                    </a:lnTo>
                    <a:lnTo>
                      <a:pt x="126" y="839"/>
                    </a:lnTo>
                    <a:lnTo>
                      <a:pt x="294" y="965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523" y="1301"/>
                    </a:lnTo>
                    <a:lnTo>
                      <a:pt x="3523" y="1301"/>
                    </a:lnTo>
                    <a:lnTo>
                      <a:pt x="3565" y="1301"/>
                    </a:lnTo>
                    <a:lnTo>
                      <a:pt x="3565" y="1301"/>
                    </a:lnTo>
                    <a:lnTo>
                      <a:pt x="3733" y="1259"/>
                    </a:lnTo>
                    <a:lnTo>
                      <a:pt x="3901" y="1175"/>
                    </a:lnTo>
                    <a:lnTo>
                      <a:pt x="4026" y="1007"/>
                    </a:lnTo>
                    <a:lnTo>
                      <a:pt x="4068" y="839"/>
                    </a:lnTo>
                    <a:lnTo>
                      <a:pt x="4068" y="839"/>
                    </a:lnTo>
                    <a:lnTo>
                      <a:pt x="4026" y="630"/>
                    </a:lnTo>
                    <a:lnTo>
                      <a:pt x="3943" y="462"/>
                    </a:lnTo>
                    <a:lnTo>
                      <a:pt x="3775" y="336"/>
                    </a:lnTo>
                    <a:lnTo>
                      <a:pt x="3607" y="294"/>
                    </a:lnTo>
                    <a:lnTo>
                      <a:pt x="3607" y="294"/>
                    </a:lnTo>
                    <a:lnTo>
                      <a:pt x="588" y="1"/>
                    </a:lnTo>
                    <a:lnTo>
                      <a:pt x="588" y="1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251;p17">
                <a:extLst>
                  <a:ext uri="{FF2B5EF4-FFF2-40B4-BE49-F238E27FC236}">
                    <a16:creationId xmlns:a16="http://schemas.microsoft.com/office/drawing/2014/main" id="{60D52A97-0054-C7D8-C1B7-FE3C496A7241}"/>
                  </a:ext>
                </a:extLst>
              </p:cNvPr>
              <p:cNvSpPr/>
              <p:nvPr/>
            </p:nvSpPr>
            <p:spPr>
              <a:xfrm>
                <a:off x="4413337" y="3986573"/>
                <a:ext cx="78235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259" fill="none" extrusionOk="0">
                    <a:moveTo>
                      <a:pt x="3523" y="0"/>
                    </a:moveTo>
                    <a:lnTo>
                      <a:pt x="3523" y="0"/>
                    </a:lnTo>
                    <a:lnTo>
                      <a:pt x="3481" y="0"/>
                    </a:lnTo>
                    <a:lnTo>
                      <a:pt x="3481" y="0"/>
                    </a:lnTo>
                    <a:lnTo>
                      <a:pt x="462" y="252"/>
                    </a:lnTo>
                    <a:lnTo>
                      <a:pt x="462" y="252"/>
                    </a:lnTo>
                    <a:lnTo>
                      <a:pt x="252" y="294"/>
                    </a:lnTo>
                    <a:lnTo>
                      <a:pt x="126" y="419"/>
                    </a:lnTo>
                    <a:lnTo>
                      <a:pt x="1" y="587"/>
                    </a:lnTo>
                    <a:lnTo>
                      <a:pt x="1" y="797"/>
                    </a:lnTo>
                    <a:lnTo>
                      <a:pt x="1" y="797"/>
                    </a:lnTo>
                    <a:lnTo>
                      <a:pt x="42" y="1007"/>
                    </a:lnTo>
                    <a:lnTo>
                      <a:pt x="168" y="1132"/>
                    </a:lnTo>
                    <a:lnTo>
                      <a:pt x="294" y="1216"/>
                    </a:lnTo>
                    <a:lnTo>
                      <a:pt x="504" y="1258"/>
                    </a:lnTo>
                    <a:lnTo>
                      <a:pt x="546" y="1258"/>
                    </a:lnTo>
                    <a:lnTo>
                      <a:pt x="546" y="1258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01" y="839"/>
                    </a:lnTo>
                    <a:lnTo>
                      <a:pt x="4026" y="629"/>
                    </a:lnTo>
                    <a:lnTo>
                      <a:pt x="4026" y="461"/>
                    </a:lnTo>
                    <a:lnTo>
                      <a:pt x="4026" y="461"/>
                    </a:lnTo>
                    <a:lnTo>
                      <a:pt x="3984" y="252"/>
                    </a:lnTo>
                    <a:lnTo>
                      <a:pt x="3859" y="126"/>
                    </a:lnTo>
                    <a:lnTo>
                      <a:pt x="3733" y="42"/>
                    </a:lnTo>
                    <a:lnTo>
                      <a:pt x="352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252;p17">
                <a:extLst>
                  <a:ext uri="{FF2B5EF4-FFF2-40B4-BE49-F238E27FC236}">
                    <a16:creationId xmlns:a16="http://schemas.microsoft.com/office/drawing/2014/main" id="{C53EF27B-71F8-BEB8-BC70-D1B00295DB98}"/>
                  </a:ext>
                </a:extLst>
              </p:cNvPr>
              <p:cNvSpPr/>
              <p:nvPr/>
            </p:nvSpPr>
            <p:spPr>
              <a:xfrm>
                <a:off x="2520814" y="3979229"/>
                <a:ext cx="78235" cy="26907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85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294" y="43"/>
                    </a:lnTo>
                    <a:lnTo>
                      <a:pt x="169" y="168"/>
                    </a:lnTo>
                    <a:lnTo>
                      <a:pt x="43" y="294"/>
                    </a:lnTo>
                    <a:lnTo>
                      <a:pt x="1" y="462"/>
                    </a:lnTo>
                    <a:lnTo>
                      <a:pt x="1" y="462"/>
                    </a:lnTo>
                    <a:lnTo>
                      <a:pt x="1" y="672"/>
                    </a:lnTo>
                    <a:lnTo>
                      <a:pt x="85" y="839"/>
                    </a:lnTo>
                    <a:lnTo>
                      <a:pt x="252" y="965"/>
                    </a:lnTo>
                    <a:lnTo>
                      <a:pt x="420" y="1049"/>
                    </a:lnTo>
                    <a:lnTo>
                      <a:pt x="420" y="1049"/>
                    </a:lnTo>
                    <a:lnTo>
                      <a:pt x="3482" y="1385"/>
                    </a:lnTo>
                    <a:lnTo>
                      <a:pt x="3482" y="1385"/>
                    </a:lnTo>
                    <a:lnTo>
                      <a:pt x="3523" y="1385"/>
                    </a:lnTo>
                    <a:lnTo>
                      <a:pt x="3523" y="1385"/>
                    </a:lnTo>
                    <a:lnTo>
                      <a:pt x="3691" y="1343"/>
                    </a:lnTo>
                    <a:lnTo>
                      <a:pt x="3859" y="1259"/>
                    </a:lnTo>
                    <a:lnTo>
                      <a:pt x="3985" y="1091"/>
                    </a:lnTo>
                    <a:lnTo>
                      <a:pt x="4027" y="923"/>
                    </a:lnTo>
                    <a:lnTo>
                      <a:pt x="4027" y="923"/>
                    </a:lnTo>
                    <a:lnTo>
                      <a:pt x="4027" y="714"/>
                    </a:lnTo>
                    <a:lnTo>
                      <a:pt x="3901" y="546"/>
                    </a:lnTo>
                    <a:lnTo>
                      <a:pt x="3775" y="420"/>
                    </a:lnTo>
                    <a:lnTo>
                      <a:pt x="3565" y="336"/>
                    </a:lnTo>
                    <a:lnTo>
                      <a:pt x="3565" y="336"/>
                    </a:lnTo>
                    <a:lnTo>
                      <a:pt x="546" y="43"/>
                    </a:lnTo>
                    <a:lnTo>
                      <a:pt x="546" y="43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253;p17">
                <a:extLst>
                  <a:ext uri="{FF2B5EF4-FFF2-40B4-BE49-F238E27FC236}">
                    <a16:creationId xmlns:a16="http://schemas.microsoft.com/office/drawing/2014/main" id="{613721BE-032C-8CC9-17AE-78E7C9CA2C24}"/>
                  </a:ext>
                </a:extLst>
              </p:cNvPr>
              <p:cNvSpPr/>
              <p:nvPr/>
            </p:nvSpPr>
            <p:spPr>
              <a:xfrm>
                <a:off x="4530657" y="3975149"/>
                <a:ext cx="79050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01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462" y="295"/>
                    </a:lnTo>
                    <a:lnTo>
                      <a:pt x="462" y="295"/>
                    </a:lnTo>
                    <a:lnTo>
                      <a:pt x="294" y="336"/>
                    </a:lnTo>
                    <a:lnTo>
                      <a:pt x="126" y="462"/>
                    </a:lnTo>
                    <a:lnTo>
                      <a:pt x="42" y="672"/>
                    </a:lnTo>
                    <a:lnTo>
                      <a:pt x="0" y="840"/>
                    </a:lnTo>
                    <a:lnTo>
                      <a:pt x="0" y="840"/>
                    </a:lnTo>
                    <a:lnTo>
                      <a:pt x="84" y="1049"/>
                    </a:lnTo>
                    <a:lnTo>
                      <a:pt x="168" y="1175"/>
                    </a:lnTo>
                    <a:lnTo>
                      <a:pt x="336" y="1259"/>
                    </a:lnTo>
                    <a:lnTo>
                      <a:pt x="545" y="1301"/>
                    </a:lnTo>
                    <a:lnTo>
                      <a:pt x="545" y="1301"/>
                    </a:lnTo>
                    <a:lnTo>
                      <a:pt x="587" y="1301"/>
                    </a:lnTo>
                    <a:lnTo>
                      <a:pt x="587" y="1301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816" y="966"/>
                    </a:lnTo>
                    <a:lnTo>
                      <a:pt x="3942" y="840"/>
                    </a:lnTo>
                    <a:lnTo>
                      <a:pt x="4026" y="672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4026" y="295"/>
                    </a:lnTo>
                    <a:lnTo>
                      <a:pt x="3900" y="127"/>
                    </a:lnTo>
                    <a:lnTo>
                      <a:pt x="3733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254;p17">
                <a:extLst>
                  <a:ext uri="{FF2B5EF4-FFF2-40B4-BE49-F238E27FC236}">
                    <a16:creationId xmlns:a16="http://schemas.microsoft.com/office/drawing/2014/main" id="{E9BE1F3F-1A55-44E1-6C74-0493757C78CD}"/>
                  </a:ext>
                </a:extLst>
              </p:cNvPr>
              <p:cNvSpPr/>
              <p:nvPr/>
            </p:nvSpPr>
            <p:spPr>
              <a:xfrm>
                <a:off x="2402697" y="3965378"/>
                <a:ext cx="79031" cy="26907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385" fill="none" extrusionOk="0">
                    <a:moveTo>
                      <a:pt x="503" y="1"/>
                    </a:moveTo>
                    <a:lnTo>
                      <a:pt x="503" y="1"/>
                    </a:lnTo>
                    <a:lnTo>
                      <a:pt x="336" y="43"/>
                    </a:lnTo>
                    <a:lnTo>
                      <a:pt x="168" y="127"/>
                    </a:lnTo>
                    <a:lnTo>
                      <a:pt x="84" y="294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72"/>
                    </a:lnTo>
                    <a:lnTo>
                      <a:pt x="126" y="839"/>
                    </a:lnTo>
                    <a:lnTo>
                      <a:pt x="252" y="965"/>
                    </a:lnTo>
                    <a:lnTo>
                      <a:pt x="461" y="1049"/>
                    </a:lnTo>
                    <a:lnTo>
                      <a:pt x="461" y="1049"/>
                    </a:lnTo>
                    <a:lnTo>
                      <a:pt x="3481" y="1385"/>
                    </a:lnTo>
                    <a:lnTo>
                      <a:pt x="3481" y="1385"/>
                    </a:lnTo>
                    <a:lnTo>
                      <a:pt x="3565" y="1385"/>
                    </a:lnTo>
                    <a:lnTo>
                      <a:pt x="3565" y="1385"/>
                    </a:lnTo>
                    <a:lnTo>
                      <a:pt x="3732" y="1385"/>
                    </a:lnTo>
                    <a:lnTo>
                      <a:pt x="3900" y="1259"/>
                    </a:lnTo>
                    <a:lnTo>
                      <a:pt x="3984" y="1133"/>
                    </a:lnTo>
                    <a:lnTo>
                      <a:pt x="4068" y="965"/>
                    </a:lnTo>
                    <a:lnTo>
                      <a:pt x="4068" y="965"/>
                    </a:lnTo>
                    <a:lnTo>
                      <a:pt x="4026" y="756"/>
                    </a:lnTo>
                    <a:lnTo>
                      <a:pt x="3942" y="588"/>
                    </a:lnTo>
                    <a:lnTo>
                      <a:pt x="3816" y="462"/>
                    </a:lnTo>
                    <a:lnTo>
                      <a:pt x="3607" y="378"/>
                    </a:lnTo>
                    <a:lnTo>
                      <a:pt x="3607" y="378"/>
                    </a:lnTo>
                    <a:lnTo>
                      <a:pt x="587" y="1"/>
                    </a:lnTo>
                    <a:lnTo>
                      <a:pt x="587" y="1"/>
                    </a:lnTo>
                    <a:lnTo>
                      <a:pt x="50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255;p17">
                <a:extLst>
                  <a:ext uri="{FF2B5EF4-FFF2-40B4-BE49-F238E27FC236}">
                    <a16:creationId xmlns:a16="http://schemas.microsoft.com/office/drawing/2014/main" id="{41774A15-4A73-1F27-8EB5-E513C9E2CC93}"/>
                  </a:ext>
                </a:extLst>
              </p:cNvPr>
              <p:cNvSpPr/>
              <p:nvPr/>
            </p:nvSpPr>
            <p:spPr>
              <a:xfrm>
                <a:off x="4648773" y="3963746"/>
                <a:ext cx="79050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01" fill="none" extrusionOk="0">
                    <a:moveTo>
                      <a:pt x="3566" y="1"/>
                    </a:moveTo>
                    <a:lnTo>
                      <a:pt x="3566" y="1"/>
                    </a:lnTo>
                    <a:lnTo>
                      <a:pt x="3482" y="1"/>
                    </a:lnTo>
                    <a:lnTo>
                      <a:pt x="3482" y="1"/>
                    </a:lnTo>
                    <a:lnTo>
                      <a:pt x="462" y="294"/>
                    </a:lnTo>
                    <a:lnTo>
                      <a:pt x="462" y="294"/>
                    </a:lnTo>
                    <a:lnTo>
                      <a:pt x="253" y="378"/>
                    </a:lnTo>
                    <a:lnTo>
                      <a:pt x="127" y="504"/>
                    </a:lnTo>
                    <a:lnTo>
                      <a:pt x="43" y="672"/>
                    </a:lnTo>
                    <a:lnTo>
                      <a:pt x="1" y="840"/>
                    </a:lnTo>
                    <a:lnTo>
                      <a:pt x="1" y="840"/>
                    </a:lnTo>
                    <a:lnTo>
                      <a:pt x="43" y="1049"/>
                    </a:lnTo>
                    <a:lnTo>
                      <a:pt x="169" y="1175"/>
                    </a:lnTo>
                    <a:lnTo>
                      <a:pt x="336" y="1301"/>
                    </a:lnTo>
                    <a:lnTo>
                      <a:pt x="504" y="1301"/>
                    </a:lnTo>
                    <a:lnTo>
                      <a:pt x="504" y="1301"/>
                    </a:lnTo>
                    <a:lnTo>
                      <a:pt x="546" y="1301"/>
                    </a:lnTo>
                    <a:lnTo>
                      <a:pt x="546" y="1301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5" y="965"/>
                    </a:lnTo>
                    <a:lnTo>
                      <a:pt x="3943" y="840"/>
                    </a:lnTo>
                    <a:lnTo>
                      <a:pt x="4027" y="672"/>
                    </a:lnTo>
                    <a:lnTo>
                      <a:pt x="4069" y="462"/>
                    </a:lnTo>
                    <a:lnTo>
                      <a:pt x="4069" y="462"/>
                    </a:lnTo>
                    <a:lnTo>
                      <a:pt x="3985" y="294"/>
                    </a:lnTo>
                    <a:lnTo>
                      <a:pt x="3901" y="127"/>
                    </a:lnTo>
                    <a:lnTo>
                      <a:pt x="3733" y="43"/>
                    </a:lnTo>
                    <a:lnTo>
                      <a:pt x="3566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256;p17">
                <a:extLst>
                  <a:ext uri="{FF2B5EF4-FFF2-40B4-BE49-F238E27FC236}">
                    <a16:creationId xmlns:a16="http://schemas.microsoft.com/office/drawing/2014/main" id="{119FFA35-E277-842D-22B8-82E9192474D0}"/>
                  </a:ext>
                </a:extLst>
              </p:cNvPr>
              <p:cNvSpPr/>
              <p:nvPr/>
            </p:nvSpPr>
            <p:spPr>
              <a:xfrm>
                <a:off x="4766909" y="3951526"/>
                <a:ext cx="78235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43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481" y="1"/>
                    </a:lnTo>
                    <a:lnTo>
                      <a:pt x="462" y="336"/>
                    </a:lnTo>
                    <a:lnTo>
                      <a:pt x="462" y="336"/>
                    </a:lnTo>
                    <a:lnTo>
                      <a:pt x="252" y="378"/>
                    </a:lnTo>
                    <a:lnTo>
                      <a:pt x="85" y="504"/>
                    </a:lnTo>
                    <a:lnTo>
                      <a:pt x="1" y="672"/>
                    </a:lnTo>
                    <a:lnTo>
                      <a:pt x="1" y="881"/>
                    </a:lnTo>
                    <a:lnTo>
                      <a:pt x="1" y="881"/>
                    </a:lnTo>
                    <a:lnTo>
                      <a:pt x="43" y="1049"/>
                    </a:lnTo>
                    <a:lnTo>
                      <a:pt x="168" y="1217"/>
                    </a:lnTo>
                    <a:lnTo>
                      <a:pt x="294" y="1301"/>
                    </a:lnTo>
                    <a:lnTo>
                      <a:pt x="504" y="1343"/>
                    </a:lnTo>
                    <a:lnTo>
                      <a:pt x="504" y="1343"/>
                    </a:lnTo>
                    <a:lnTo>
                      <a:pt x="546" y="1343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43" y="840"/>
                    </a:lnTo>
                    <a:lnTo>
                      <a:pt x="4026" y="672"/>
                    </a:lnTo>
                    <a:lnTo>
                      <a:pt x="4026" y="462"/>
                    </a:lnTo>
                    <a:lnTo>
                      <a:pt x="4026" y="462"/>
                    </a:lnTo>
                    <a:lnTo>
                      <a:pt x="3985" y="294"/>
                    </a:lnTo>
                    <a:lnTo>
                      <a:pt x="3859" y="127"/>
                    </a:lnTo>
                    <a:lnTo>
                      <a:pt x="3733" y="43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257;p17">
                <a:extLst>
                  <a:ext uri="{FF2B5EF4-FFF2-40B4-BE49-F238E27FC236}">
                    <a16:creationId xmlns:a16="http://schemas.microsoft.com/office/drawing/2014/main" id="{0178F0C2-5EAC-3B94-EB0F-FF9A5F27C880}"/>
                  </a:ext>
                </a:extLst>
              </p:cNvPr>
              <p:cNvSpPr/>
              <p:nvPr/>
            </p:nvSpPr>
            <p:spPr>
              <a:xfrm>
                <a:off x="2285378" y="3949894"/>
                <a:ext cx="78235" cy="27723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427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3"/>
                    </a:lnTo>
                    <a:lnTo>
                      <a:pt x="168" y="127"/>
                    </a:lnTo>
                    <a:lnTo>
                      <a:pt x="84" y="295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72"/>
                    </a:lnTo>
                    <a:lnTo>
                      <a:pt x="126" y="840"/>
                    </a:lnTo>
                    <a:lnTo>
                      <a:pt x="252" y="965"/>
                    </a:lnTo>
                    <a:lnTo>
                      <a:pt x="462" y="1049"/>
                    </a:lnTo>
                    <a:lnTo>
                      <a:pt x="462" y="1049"/>
                    </a:lnTo>
                    <a:lnTo>
                      <a:pt x="3481" y="1427"/>
                    </a:lnTo>
                    <a:lnTo>
                      <a:pt x="3481" y="1427"/>
                    </a:lnTo>
                    <a:lnTo>
                      <a:pt x="3523" y="1427"/>
                    </a:lnTo>
                    <a:lnTo>
                      <a:pt x="3523" y="1427"/>
                    </a:lnTo>
                    <a:lnTo>
                      <a:pt x="3733" y="1427"/>
                    </a:lnTo>
                    <a:lnTo>
                      <a:pt x="3859" y="1301"/>
                    </a:lnTo>
                    <a:lnTo>
                      <a:pt x="3984" y="1175"/>
                    </a:lnTo>
                    <a:lnTo>
                      <a:pt x="4026" y="1007"/>
                    </a:lnTo>
                    <a:lnTo>
                      <a:pt x="4026" y="1007"/>
                    </a:lnTo>
                    <a:lnTo>
                      <a:pt x="4026" y="798"/>
                    </a:lnTo>
                    <a:lnTo>
                      <a:pt x="3942" y="630"/>
                    </a:lnTo>
                    <a:lnTo>
                      <a:pt x="3775" y="504"/>
                    </a:lnTo>
                    <a:lnTo>
                      <a:pt x="3607" y="420"/>
                    </a:lnTo>
                    <a:lnTo>
                      <a:pt x="3607" y="420"/>
                    </a:lnTo>
                    <a:lnTo>
                      <a:pt x="588" y="43"/>
                    </a:lnTo>
                    <a:lnTo>
                      <a:pt x="588" y="43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258;p17">
                <a:extLst>
                  <a:ext uri="{FF2B5EF4-FFF2-40B4-BE49-F238E27FC236}">
                    <a16:creationId xmlns:a16="http://schemas.microsoft.com/office/drawing/2014/main" id="{0BA0F501-6878-0BC1-B5FB-FE0DD218C009}"/>
                  </a:ext>
                </a:extLst>
              </p:cNvPr>
              <p:cNvSpPr/>
              <p:nvPr/>
            </p:nvSpPr>
            <p:spPr>
              <a:xfrm>
                <a:off x="4884229" y="3939306"/>
                <a:ext cx="79050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43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481" y="1"/>
                    </a:lnTo>
                    <a:lnTo>
                      <a:pt x="462" y="336"/>
                    </a:lnTo>
                    <a:lnTo>
                      <a:pt x="462" y="336"/>
                    </a:lnTo>
                    <a:lnTo>
                      <a:pt x="294" y="378"/>
                    </a:lnTo>
                    <a:lnTo>
                      <a:pt x="126" y="504"/>
                    </a:lnTo>
                    <a:lnTo>
                      <a:pt x="42" y="672"/>
                    </a:lnTo>
                    <a:lnTo>
                      <a:pt x="0" y="881"/>
                    </a:lnTo>
                    <a:lnTo>
                      <a:pt x="0" y="881"/>
                    </a:lnTo>
                    <a:lnTo>
                      <a:pt x="84" y="1049"/>
                    </a:lnTo>
                    <a:lnTo>
                      <a:pt x="168" y="1217"/>
                    </a:lnTo>
                    <a:lnTo>
                      <a:pt x="336" y="1301"/>
                    </a:lnTo>
                    <a:lnTo>
                      <a:pt x="504" y="1343"/>
                    </a:lnTo>
                    <a:lnTo>
                      <a:pt x="504" y="1343"/>
                    </a:lnTo>
                    <a:lnTo>
                      <a:pt x="587" y="1343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817" y="965"/>
                    </a:lnTo>
                    <a:lnTo>
                      <a:pt x="3942" y="840"/>
                    </a:lnTo>
                    <a:lnTo>
                      <a:pt x="4026" y="672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3984" y="252"/>
                    </a:lnTo>
                    <a:lnTo>
                      <a:pt x="3900" y="127"/>
                    </a:lnTo>
                    <a:lnTo>
                      <a:pt x="3733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259;p17">
                <a:extLst>
                  <a:ext uri="{FF2B5EF4-FFF2-40B4-BE49-F238E27FC236}">
                    <a16:creationId xmlns:a16="http://schemas.microsoft.com/office/drawing/2014/main" id="{5CBC431B-A326-C67A-0FBD-B7BDECDB8E56}"/>
                  </a:ext>
                </a:extLst>
              </p:cNvPr>
              <p:cNvSpPr/>
              <p:nvPr/>
            </p:nvSpPr>
            <p:spPr>
              <a:xfrm>
                <a:off x="2168058" y="3933614"/>
                <a:ext cx="78235" cy="28520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468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0"/>
                    </a:lnTo>
                    <a:lnTo>
                      <a:pt x="210" y="126"/>
                    </a:lnTo>
                    <a:lnTo>
                      <a:pt x="85" y="252"/>
                    </a:lnTo>
                    <a:lnTo>
                      <a:pt x="1" y="420"/>
                    </a:lnTo>
                    <a:lnTo>
                      <a:pt x="1" y="420"/>
                    </a:lnTo>
                    <a:lnTo>
                      <a:pt x="43" y="629"/>
                    </a:lnTo>
                    <a:lnTo>
                      <a:pt x="127" y="797"/>
                    </a:lnTo>
                    <a:lnTo>
                      <a:pt x="252" y="923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481" y="1426"/>
                    </a:lnTo>
                    <a:lnTo>
                      <a:pt x="3481" y="1426"/>
                    </a:lnTo>
                    <a:lnTo>
                      <a:pt x="3523" y="1468"/>
                    </a:lnTo>
                    <a:lnTo>
                      <a:pt x="3523" y="1468"/>
                    </a:lnTo>
                    <a:lnTo>
                      <a:pt x="3733" y="1426"/>
                    </a:lnTo>
                    <a:lnTo>
                      <a:pt x="3859" y="1342"/>
                    </a:lnTo>
                    <a:lnTo>
                      <a:pt x="3985" y="1174"/>
                    </a:lnTo>
                    <a:lnTo>
                      <a:pt x="4027" y="1007"/>
                    </a:lnTo>
                    <a:lnTo>
                      <a:pt x="4027" y="1007"/>
                    </a:lnTo>
                    <a:lnTo>
                      <a:pt x="4027" y="797"/>
                    </a:lnTo>
                    <a:lnTo>
                      <a:pt x="3943" y="629"/>
                    </a:lnTo>
                    <a:lnTo>
                      <a:pt x="3817" y="503"/>
                    </a:lnTo>
                    <a:lnTo>
                      <a:pt x="3607" y="420"/>
                    </a:lnTo>
                    <a:lnTo>
                      <a:pt x="3607" y="420"/>
                    </a:lnTo>
                    <a:lnTo>
                      <a:pt x="588" y="0"/>
                    </a:lnTo>
                    <a:lnTo>
                      <a:pt x="588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260;p17">
                <a:extLst>
                  <a:ext uri="{FF2B5EF4-FFF2-40B4-BE49-F238E27FC236}">
                    <a16:creationId xmlns:a16="http://schemas.microsoft.com/office/drawing/2014/main" id="{C72D4B9B-E27F-6252-2920-C3751E05A889}"/>
                  </a:ext>
                </a:extLst>
              </p:cNvPr>
              <p:cNvSpPr/>
              <p:nvPr/>
            </p:nvSpPr>
            <p:spPr>
              <a:xfrm>
                <a:off x="5002365" y="3927087"/>
                <a:ext cx="78215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1301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481" y="1"/>
                    </a:lnTo>
                    <a:lnTo>
                      <a:pt x="461" y="294"/>
                    </a:lnTo>
                    <a:lnTo>
                      <a:pt x="461" y="294"/>
                    </a:lnTo>
                    <a:lnTo>
                      <a:pt x="252" y="378"/>
                    </a:lnTo>
                    <a:lnTo>
                      <a:pt x="126" y="504"/>
                    </a:lnTo>
                    <a:lnTo>
                      <a:pt x="0" y="672"/>
                    </a:lnTo>
                    <a:lnTo>
                      <a:pt x="0" y="881"/>
                    </a:lnTo>
                    <a:lnTo>
                      <a:pt x="0" y="881"/>
                    </a:lnTo>
                    <a:lnTo>
                      <a:pt x="42" y="1049"/>
                    </a:lnTo>
                    <a:lnTo>
                      <a:pt x="168" y="1175"/>
                    </a:lnTo>
                    <a:lnTo>
                      <a:pt x="336" y="1301"/>
                    </a:lnTo>
                    <a:lnTo>
                      <a:pt x="503" y="1301"/>
                    </a:lnTo>
                    <a:lnTo>
                      <a:pt x="503" y="1301"/>
                    </a:lnTo>
                    <a:lnTo>
                      <a:pt x="545" y="1301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4" y="923"/>
                    </a:lnTo>
                    <a:lnTo>
                      <a:pt x="3942" y="798"/>
                    </a:lnTo>
                    <a:lnTo>
                      <a:pt x="4026" y="630"/>
                    </a:lnTo>
                    <a:lnTo>
                      <a:pt x="4026" y="420"/>
                    </a:lnTo>
                    <a:lnTo>
                      <a:pt x="4026" y="420"/>
                    </a:lnTo>
                    <a:lnTo>
                      <a:pt x="3984" y="252"/>
                    </a:lnTo>
                    <a:lnTo>
                      <a:pt x="3858" y="127"/>
                    </a:lnTo>
                    <a:lnTo>
                      <a:pt x="3732" y="1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261;p17">
                <a:extLst>
                  <a:ext uri="{FF2B5EF4-FFF2-40B4-BE49-F238E27FC236}">
                    <a16:creationId xmlns:a16="http://schemas.microsoft.com/office/drawing/2014/main" id="{0219C6A7-A726-EB90-E1AA-F7D84CEE84EB}"/>
                  </a:ext>
                </a:extLst>
              </p:cNvPr>
              <p:cNvSpPr/>
              <p:nvPr/>
            </p:nvSpPr>
            <p:spPr>
              <a:xfrm>
                <a:off x="2051554" y="3914867"/>
                <a:ext cx="78235" cy="29355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511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3"/>
                    </a:lnTo>
                    <a:lnTo>
                      <a:pt x="169" y="127"/>
                    </a:lnTo>
                    <a:lnTo>
                      <a:pt x="43" y="252"/>
                    </a:lnTo>
                    <a:lnTo>
                      <a:pt x="1" y="420"/>
                    </a:lnTo>
                    <a:lnTo>
                      <a:pt x="1" y="420"/>
                    </a:lnTo>
                    <a:lnTo>
                      <a:pt x="1" y="630"/>
                    </a:lnTo>
                    <a:lnTo>
                      <a:pt x="85" y="798"/>
                    </a:lnTo>
                    <a:lnTo>
                      <a:pt x="211" y="965"/>
                    </a:lnTo>
                    <a:lnTo>
                      <a:pt x="420" y="1007"/>
                    </a:lnTo>
                    <a:lnTo>
                      <a:pt x="420" y="1007"/>
                    </a:lnTo>
                    <a:lnTo>
                      <a:pt x="3440" y="1510"/>
                    </a:lnTo>
                    <a:lnTo>
                      <a:pt x="3440" y="1510"/>
                    </a:lnTo>
                    <a:lnTo>
                      <a:pt x="3523" y="1510"/>
                    </a:lnTo>
                    <a:lnTo>
                      <a:pt x="3523" y="1510"/>
                    </a:lnTo>
                    <a:lnTo>
                      <a:pt x="3691" y="1468"/>
                    </a:lnTo>
                    <a:lnTo>
                      <a:pt x="3817" y="1385"/>
                    </a:lnTo>
                    <a:lnTo>
                      <a:pt x="3943" y="1259"/>
                    </a:lnTo>
                    <a:lnTo>
                      <a:pt x="4027" y="1091"/>
                    </a:lnTo>
                    <a:lnTo>
                      <a:pt x="4027" y="1091"/>
                    </a:lnTo>
                    <a:lnTo>
                      <a:pt x="3985" y="881"/>
                    </a:lnTo>
                    <a:lnTo>
                      <a:pt x="3901" y="714"/>
                    </a:lnTo>
                    <a:lnTo>
                      <a:pt x="3775" y="588"/>
                    </a:lnTo>
                    <a:lnTo>
                      <a:pt x="3607" y="504"/>
                    </a:lnTo>
                    <a:lnTo>
                      <a:pt x="3607" y="504"/>
                    </a:lnTo>
                    <a:lnTo>
                      <a:pt x="588" y="1"/>
                    </a:lnTo>
                    <a:lnTo>
                      <a:pt x="588" y="1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262;p17">
                <a:extLst>
                  <a:ext uri="{FF2B5EF4-FFF2-40B4-BE49-F238E27FC236}">
                    <a16:creationId xmlns:a16="http://schemas.microsoft.com/office/drawing/2014/main" id="{04AE3B88-6107-B5A5-6147-E52265F6E2E5}"/>
                  </a:ext>
                </a:extLst>
              </p:cNvPr>
              <p:cNvSpPr/>
              <p:nvPr/>
            </p:nvSpPr>
            <p:spPr>
              <a:xfrm>
                <a:off x="5120481" y="3914051"/>
                <a:ext cx="78235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43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481" y="1"/>
                    </a:lnTo>
                    <a:lnTo>
                      <a:pt x="420" y="336"/>
                    </a:lnTo>
                    <a:lnTo>
                      <a:pt x="420" y="336"/>
                    </a:lnTo>
                    <a:lnTo>
                      <a:pt x="252" y="378"/>
                    </a:lnTo>
                    <a:lnTo>
                      <a:pt x="85" y="504"/>
                    </a:lnTo>
                    <a:lnTo>
                      <a:pt x="1" y="672"/>
                    </a:lnTo>
                    <a:lnTo>
                      <a:pt x="1" y="881"/>
                    </a:lnTo>
                    <a:lnTo>
                      <a:pt x="1" y="881"/>
                    </a:lnTo>
                    <a:lnTo>
                      <a:pt x="43" y="1091"/>
                    </a:lnTo>
                    <a:lnTo>
                      <a:pt x="168" y="1217"/>
                    </a:lnTo>
                    <a:lnTo>
                      <a:pt x="294" y="1301"/>
                    </a:lnTo>
                    <a:lnTo>
                      <a:pt x="504" y="1343"/>
                    </a:lnTo>
                    <a:lnTo>
                      <a:pt x="504" y="1343"/>
                    </a:lnTo>
                    <a:lnTo>
                      <a:pt x="546" y="1343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43" y="840"/>
                    </a:lnTo>
                    <a:lnTo>
                      <a:pt x="4027" y="672"/>
                    </a:lnTo>
                    <a:lnTo>
                      <a:pt x="4027" y="462"/>
                    </a:lnTo>
                    <a:lnTo>
                      <a:pt x="4027" y="462"/>
                    </a:lnTo>
                    <a:lnTo>
                      <a:pt x="3985" y="294"/>
                    </a:lnTo>
                    <a:lnTo>
                      <a:pt x="3859" y="127"/>
                    </a:lnTo>
                    <a:lnTo>
                      <a:pt x="3733" y="43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263;p17">
                <a:extLst>
                  <a:ext uri="{FF2B5EF4-FFF2-40B4-BE49-F238E27FC236}">
                    <a16:creationId xmlns:a16="http://schemas.microsoft.com/office/drawing/2014/main" id="{7CAC7640-545A-AEFC-B0B7-733DC528550B}"/>
                  </a:ext>
                </a:extLst>
              </p:cNvPr>
              <p:cNvSpPr/>
              <p:nvPr/>
            </p:nvSpPr>
            <p:spPr>
              <a:xfrm>
                <a:off x="5237801" y="3901832"/>
                <a:ext cx="79050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43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23" y="1"/>
                    </a:lnTo>
                    <a:lnTo>
                      <a:pt x="462" y="336"/>
                    </a:lnTo>
                    <a:lnTo>
                      <a:pt x="462" y="336"/>
                    </a:lnTo>
                    <a:lnTo>
                      <a:pt x="294" y="378"/>
                    </a:lnTo>
                    <a:lnTo>
                      <a:pt x="126" y="504"/>
                    </a:lnTo>
                    <a:lnTo>
                      <a:pt x="42" y="672"/>
                    </a:lnTo>
                    <a:lnTo>
                      <a:pt x="0" y="881"/>
                    </a:lnTo>
                    <a:lnTo>
                      <a:pt x="0" y="881"/>
                    </a:lnTo>
                    <a:lnTo>
                      <a:pt x="84" y="1049"/>
                    </a:lnTo>
                    <a:lnTo>
                      <a:pt x="168" y="1217"/>
                    </a:lnTo>
                    <a:lnTo>
                      <a:pt x="336" y="1301"/>
                    </a:lnTo>
                    <a:lnTo>
                      <a:pt x="546" y="1343"/>
                    </a:lnTo>
                    <a:lnTo>
                      <a:pt x="546" y="1343"/>
                    </a:lnTo>
                    <a:lnTo>
                      <a:pt x="588" y="1343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817" y="965"/>
                    </a:lnTo>
                    <a:lnTo>
                      <a:pt x="3942" y="839"/>
                    </a:lnTo>
                    <a:lnTo>
                      <a:pt x="4068" y="672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4026" y="294"/>
                    </a:lnTo>
                    <a:lnTo>
                      <a:pt x="3901" y="127"/>
                    </a:lnTo>
                    <a:lnTo>
                      <a:pt x="3775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264;p17">
                <a:extLst>
                  <a:ext uri="{FF2B5EF4-FFF2-40B4-BE49-F238E27FC236}">
                    <a16:creationId xmlns:a16="http://schemas.microsoft.com/office/drawing/2014/main" id="{EB33AD8B-785F-E280-2C81-D90256437C80}"/>
                  </a:ext>
                </a:extLst>
              </p:cNvPr>
              <p:cNvSpPr/>
              <p:nvPr/>
            </p:nvSpPr>
            <p:spPr>
              <a:xfrm>
                <a:off x="5355937" y="3890428"/>
                <a:ext cx="79031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301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461" y="294"/>
                    </a:lnTo>
                    <a:lnTo>
                      <a:pt x="461" y="294"/>
                    </a:lnTo>
                    <a:lnTo>
                      <a:pt x="294" y="336"/>
                    </a:lnTo>
                    <a:lnTo>
                      <a:pt x="126" y="462"/>
                    </a:lnTo>
                    <a:lnTo>
                      <a:pt x="42" y="672"/>
                    </a:lnTo>
                    <a:lnTo>
                      <a:pt x="0" y="839"/>
                    </a:lnTo>
                    <a:lnTo>
                      <a:pt x="0" y="839"/>
                    </a:lnTo>
                    <a:lnTo>
                      <a:pt x="84" y="1049"/>
                    </a:lnTo>
                    <a:lnTo>
                      <a:pt x="168" y="1175"/>
                    </a:lnTo>
                    <a:lnTo>
                      <a:pt x="336" y="1259"/>
                    </a:lnTo>
                    <a:lnTo>
                      <a:pt x="503" y="1301"/>
                    </a:lnTo>
                    <a:lnTo>
                      <a:pt x="503" y="1301"/>
                    </a:lnTo>
                    <a:lnTo>
                      <a:pt x="587" y="1301"/>
                    </a:lnTo>
                    <a:lnTo>
                      <a:pt x="587" y="1301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816" y="965"/>
                    </a:lnTo>
                    <a:lnTo>
                      <a:pt x="3942" y="839"/>
                    </a:lnTo>
                    <a:lnTo>
                      <a:pt x="4068" y="672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4026" y="252"/>
                    </a:lnTo>
                    <a:lnTo>
                      <a:pt x="3900" y="126"/>
                    </a:lnTo>
                    <a:lnTo>
                      <a:pt x="3732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265;p17">
                <a:extLst>
                  <a:ext uri="{FF2B5EF4-FFF2-40B4-BE49-F238E27FC236}">
                    <a16:creationId xmlns:a16="http://schemas.microsoft.com/office/drawing/2014/main" id="{EDD83A50-22DE-9D08-3029-1F31F570FB7E}"/>
                  </a:ext>
                </a:extLst>
              </p:cNvPr>
              <p:cNvSpPr/>
              <p:nvPr/>
            </p:nvSpPr>
            <p:spPr>
              <a:xfrm>
                <a:off x="5474053" y="3879024"/>
                <a:ext cx="79050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01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462" y="294"/>
                    </a:lnTo>
                    <a:lnTo>
                      <a:pt x="462" y="294"/>
                    </a:lnTo>
                    <a:lnTo>
                      <a:pt x="294" y="336"/>
                    </a:lnTo>
                    <a:lnTo>
                      <a:pt x="127" y="462"/>
                    </a:lnTo>
                    <a:lnTo>
                      <a:pt x="43" y="630"/>
                    </a:lnTo>
                    <a:lnTo>
                      <a:pt x="1" y="839"/>
                    </a:lnTo>
                    <a:lnTo>
                      <a:pt x="1" y="839"/>
                    </a:lnTo>
                    <a:lnTo>
                      <a:pt x="85" y="1049"/>
                    </a:lnTo>
                    <a:lnTo>
                      <a:pt x="169" y="1175"/>
                    </a:lnTo>
                    <a:lnTo>
                      <a:pt x="336" y="1259"/>
                    </a:lnTo>
                    <a:lnTo>
                      <a:pt x="504" y="1301"/>
                    </a:lnTo>
                    <a:lnTo>
                      <a:pt x="504" y="1301"/>
                    </a:lnTo>
                    <a:lnTo>
                      <a:pt x="588" y="1301"/>
                    </a:lnTo>
                    <a:lnTo>
                      <a:pt x="588" y="1301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817" y="965"/>
                    </a:lnTo>
                    <a:lnTo>
                      <a:pt x="3943" y="839"/>
                    </a:lnTo>
                    <a:lnTo>
                      <a:pt x="4069" y="672"/>
                    </a:lnTo>
                    <a:lnTo>
                      <a:pt x="4069" y="462"/>
                    </a:lnTo>
                    <a:lnTo>
                      <a:pt x="4069" y="462"/>
                    </a:lnTo>
                    <a:lnTo>
                      <a:pt x="4027" y="294"/>
                    </a:lnTo>
                    <a:lnTo>
                      <a:pt x="3901" y="126"/>
                    </a:lnTo>
                    <a:lnTo>
                      <a:pt x="3733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266;p17">
                <a:extLst>
                  <a:ext uri="{FF2B5EF4-FFF2-40B4-BE49-F238E27FC236}">
                    <a16:creationId xmlns:a16="http://schemas.microsoft.com/office/drawing/2014/main" id="{20CDD1F3-BD23-DDDA-918B-1C4E93939263}"/>
                  </a:ext>
                </a:extLst>
              </p:cNvPr>
              <p:cNvSpPr/>
              <p:nvPr/>
            </p:nvSpPr>
            <p:spPr>
              <a:xfrm>
                <a:off x="5592189" y="3868436"/>
                <a:ext cx="79050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01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23" y="42"/>
                    </a:lnTo>
                    <a:lnTo>
                      <a:pt x="3523" y="42"/>
                    </a:lnTo>
                    <a:lnTo>
                      <a:pt x="462" y="294"/>
                    </a:lnTo>
                    <a:lnTo>
                      <a:pt x="462" y="294"/>
                    </a:lnTo>
                    <a:lnTo>
                      <a:pt x="294" y="336"/>
                    </a:lnTo>
                    <a:lnTo>
                      <a:pt x="126" y="462"/>
                    </a:lnTo>
                    <a:lnTo>
                      <a:pt x="42" y="629"/>
                    </a:lnTo>
                    <a:lnTo>
                      <a:pt x="1" y="839"/>
                    </a:lnTo>
                    <a:lnTo>
                      <a:pt x="1" y="839"/>
                    </a:lnTo>
                    <a:lnTo>
                      <a:pt x="84" y="1007"/>
                    </a:lnTo>
                    <a:lnTo>
                      <a:pt x="168" y="1175"/>
                    </a:lnTo>
                    <a:lnTo>
                      <a:pt x="336" y="1258"/>
                    </a:lnTo>
                    <a:lnTo>
                      <a:pt x="504" y="1300"/>
                    </a:lnTo>
                    <a:lnTo>
                      <a:pt x="588" y="1300"/>
                    </a:lnTo>
                    <a:lnTo>
                      <a:pt x="588" y="1300"/>
                    </a:lnTo>
                    <a:lnTo>
                      <a:pt x="3607" y="1049"/>
                    </a:lnTo>
                    <a:lnTo>
                      <a:pt x="3607" y="1049"/>
                    </a:lnTo>
                    <a:lnTo>
                      <a:pt x="3817" y="965"/>
                    </a:lnTo>
                    <a:lnTo>
                      <a:pt x="3942" y="839"/>
                    </a:lnTo>
                    <a:lnTo>
                      <a:pt x="4068" y="671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294"/>
                    </a:lnTo>
                    <a:lnTo>
                      <a:pt x="3901" y="168"/>
                    </a:lnTo>
                    <a:lnTo>
                      <a:pt x="3775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267;p17">
                <a:extLst>
                  <a:ext uri="{FF2B5EF4-FFF2-40B4-BE49-F238E27FC236}">
                    <a16:creationId xmlns:a16="http://schemas.microsoft.com/office/drawing/2014/main" id="{4C6C9337-FC71-C323-0BD4-EA7AFE123782}"/>
                  </a:ext>
                </a:extLst>
              </p:cNvPr>
              <p:cNvSpPr/>
              <p:nvPr/>
            </p:nvSpPr>
            <p:spPr>
              <a:xfrm>
                <a:off x="7250889" y="3866805"/>
                <a:ext cx="79050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43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43" y="294"/>
                    </a:lnTo>
                    <a:lnTo>
                      <a:pt x="1" y="462"/>
                    </a:lnTo>
                    <a:lnTo>
                      <a:pt x="1" y="462"/>
                    </a:lnTo>
                    <a:lnTo>
                      <a:pt x="1" y="672"/>
                    </a:lnTo>
                    <a:lnTo>
                      <a:pt x="126" y="839"/>
                    </a:lnTo>
                    <a:lnTo>
                      <a:pt x="252" y="965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481" y="1342"/>
                    </a:lnTo>
                    <a:lnTo>
                      <a:pt x="3481" y="1342"/>
                    </a:lnTo>
                    <a:lnTo>
                      <a:pt x="3523" y="1342"/>
                    </a:lnTo>
                    <a:lnTo>
                      <a:pt x="3523" y="1342"/>
                    </a:lnTo>
                    <a:lnTo>
                      <a:pt x="3733" y="1301"/>
                    </a:lnTo>
                    <a:lnTo>
                      <a:pt x="3901" y="1175"/>
                    </a:lnTo>
                    <a:lnTo>
                      <a:pt x="3985" y="1049"/>
                    </a:lnTo>
                    <a:lnTo>
                      <a:pt x="4068" y="881"/>
                    </a:lnTo>
                    <a:lnTo>
                      <a:pt x="4068" y="881"/>
                    </a:lnTo>
                    <a:lnTo>
                      <a:pt x="4027" y="672"/>
                    </a:lnTo>
                    <a:lnTo>
                      <a:pt x="3943" y="504"/>
                    </a:lnTo>
                    <a:lnTo>
                      <a:pt x="3775" y="378"/>
                    </a:lnTo>
                    <a:lnTo>
                      <a:pt x="3607" y="294"/>
                    </a:lnTo>
                    <a:lnTo>
                      <a:pt x="3607" y="294"/>
                    </a:lnTo>
                    <a:lnTo>
                      <a:pt x="546" y="1"/>
                    </a:lnTo>
                    <a:lnTo>
                      <a:pt x="546" y="1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268;p17">
                <a:extLst>
                  <a:ext uri="{FF2B5EF4-FFF2-40B4-BE49-F238E27FC236}">
                    <a16:creationId xmlns:a16="http://schemas.microsoft.com/office/drawing/2014/main" id="{F5E45EBA-1D83-B524-4692-30CC3E389CD3}"/>
                  </a:ext>
                </a:extLst>
              </p:cNvPr>
              <p:cNvSpPr/>
              <p:nvPr/>
            </p:nvSpPr>
            <p:spPr>
              <a:xfrm>
                <a:off x="1986396" y="3865989"/>
                <a:ext cx="55407" cy="59487"/>
              </a:xfrm>
              <a:custGeom>
                <a:avLst/>
                <a:gdLst/>
                <a:ahLst/>
                <a:cxnLst/>
                <a:rect l="l" t="t" r="r" b="b"/>
                <a:pathLst>
                  <a:path w="2852" h="3062" fill="none" extrusionOk="0">
                    <a:moveTo>
                      <a:pt x="2348" y="1"/>
                    </a:moveTo>
                    <a:lnTo>
                      <a:pt x="2348" y="1"/>
                    </a:lnTo>
                    <a:lnTo>
                      <a:pt x="2139" y="43"/>
                    </a:lnTo>
                    <a:lnTo>
                      <a:pt x="1971" y="168"/>
                    </a:lnTo>
                    <a:lnTo>
                      <a:pt x="1971" y="168"/>
                    </a:lnTo>
                    <a:lnTo>
                      <a:pt x="126" y="2139"/>
                    </a:lnTo>
                    <a:lnTo>
                      <a:pt x="126" y="2139"/>
                    </a:lnTo>
                    <a:lnTo>
                      <a:pt x="42" y="2223"/>
                    </a:lnTo>
                    <a:lnTo>
                      <a:pt x="0" y="2349"/>
                    </a:lnTo>
                    <a:lnTo>
                      <a:pt x="0" y="2517"/>
                    </a:lnTo>
                    <a:lnTo>
                      <a:pt x="0" y="2643"/>
                    </a:lnTo>
                    <a:lnTo>
                      <a:pt x="0" y="2643"/>
                    </a:lnTo>
                    <a:lnTo>
                      <a:pt x="84" y="2768"/>
                    </a:lnTo>
                    <a:lnTo>
                      <a:pt x="168" y="2852"/>
                    </a:lnTo>
                    <a:lnTo>
                      <a:pt x="294" y="2936"/>
                    </a:lnTo>
                    <a:lnTo>
                      <a:pt x="419" y="2978"/>
                    </a:lnTo>
                    <a:lnTo>
                      <a:pt x="755" y="3020"/>
                    </a:lnTo>
                    <a:lnTo>
                      <a:pt x="755" y="3020"/>
                    </a:lnTo>
                    <a:lnTo>
                      <a:pt x="839" y="3062"/>
                    </a:lnTo>
                    <a:lnTo>
                      <a:pt x="839" y="3062"/>
                    </a:lnTo>
                    <a:lnTo>
                      <a:pt x="1006" y="3020"/>
                    </a:lnTo>
                    <a:lnTo>
                      <a:pt x="1174" y="2936"/>
                    </a:lnTo>
                    <a:lnTo>
                      <a:pt x="1300" y="2810"/>
                    </a:lnTo>
                    <a:lnTo>
                      <a:pt x="1342" y="2643"/>
                    </a:lnTo>
                    <a:lnTo>
                      <a:pt x="1342" y="2643"/>
                    </a:lnTo>
                    <a:lnTo>
                      <a:pt x="1342" y="2475"/>
                    </a:lnTo>
                    <a:lnTo>
                      <a:pt x="1300" y="2349"/>
                    </a:lnTo>
                    <a:lnTo>
                      <a:pt x="1300" y="2349"/>
                    </a:lnTo>
                    <a:lnTo>
                      <a:pt x="2726" y="839"/>
                    </a:lnTo>
                    <a:lnTo>
                      <a:pt x="2726" y="839"/>
                    </a:lnTo>
                    <a:lnTo>
                      <a:pt x="2810" y="672"/>
                    </a:lnTo>
                    <a:lnTo>
                      <a:pt x="2852" y="504"/>
                    </a:lnTo>
                    <a:lnTo>
                      <a:pt x="2810" y="294"/>
                    </a:lnTo>
                    <a:lnTo>
                      <a:pt x="2684" y="126"/>
                    </a:lnTo>
                    <a:lnTo>
                      <a:pt x="2684" y="126"/>
                    </a:lnTo>
                    <a:lnTo>
                      <a:pt x="2516" y="43"/>
                    </a:lnTo>
                    <a:lnTo>
                      <a:pt x="2348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269;p17">
                <a:extLst>
                  <a:ext uri="{FF2B5EF4-FFF2-40B4-BE49-F238E27FC236}">
                    <a16:creationId xmlns:a16="http://schemas.microsoft.com/office/drawing/2014/main" id="{F3536BB9-2113-B108-9D07-16E7C92C33AB}"/>
                  </a:ext>
                </a:extLst>
              </p:cNvPr>
              <p:cNvSpPr/>
              <p:nvPr/>
            </p:nvSpPr>
            <p:spPr>
              <a:xfrm>
                <a:off x="5711141" y="3859481"/>
                <a:ext cx="78215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1259" fill="none" extrusionOk="0">
                    <a:moveTo>
                      <a:pt x="3523" y="0"/>
                    </a:moveTo>
                    <a:lnTo>
                      <a:pt x="3523" y="0"/>
                    </a:lnTo>
                    <a:lnTo>
                      <a:pt x="3481" y="0"/>
                    </a:lnTo>
                    <a:lnTo>
                      <a:pt x="3481" y="0"/>
                    </a:lnTo>
                    <a:lnTo>
                      <a:pt x="461" y="252"/>
                    </a:lnTo>
                    <a:lnTo>
                      <a:pt x="461" y="252"/>
                    </a:lnTo>
                    <a:lnTo>
                      <a:pt x="252" y="294"/>
                    </a:lnTo>
                    <a:lnTo>
                      <a:pt x="84" y="419"/>
                    </a:lnTo>
                    <a:lnTo>
                      <a:pt x="0" y="587"/>
                    </a:lnTo>
                    <a:lnTo>
                      <a:pt x="0" y="797"/>
                    </a:lnTo>
                    <a:lnTo>
                      <a:pt x="0" y="797"/>
                    </a:lnTo>
                    <a:lnTo>
                      <a:pt x="42" y="965"/>
                    </a:lnTo>
                    <a:lnTo>
                      <a:pt x="126" y="1132"/>
                    </a:lnTo>
                    <a:lnTo>
                      <a:pt x="294" y="1216"/>
                    </a:lnTo>
                    <a:lnTo>
                      <a:pt x="503" y="1258"/>
                    </a:lnTo>
                    <a:lnTo>
                      <a:pt x="545" y="1258"/>
                    </a:lnTo>
                    <a:lnTo>
                      <a:pt x="545" y="1258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4" y="965"/>
                    </a:lnTo>
                    <a:lnTo>
                      <a:pt x="3942" y="839"/>
                    </a:lnTo>
                    <a:lnTo>
                      <a:pt x="4026" y="671"/>
                    </a:lnTo>
                    <a:lnTo>
                      <a:pt x="4026" y="461"/>
                    </a:lnTo>
                    <a:lnTo>
                      <a:pt x="4026" y="461"/>
                    </a:lnTo>
                    <a:lnTo>
                      <a:pt x="3984" y="294"/>
                    </a:lnTo>
                    <a:lnTo>
                      <a:pt x="3900" y="126"/>
                    </a:lnTo>
                    <a:lnTo>
                      <a:pt x="3732" y="42"/>
                    </a:lnTo>
                    <a:lnTo>
                      <a:pt x="352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270;p17">
                <a:extLst>
                  <a:ext uri="{FF2B5EF4-FFF2-40B4-BE49-F238E27FC236}">
                    <a16:creationId xmlns:a16="http://schemas.microsoft.com/office/drawing/2014/main" id="{8C2BE2D3-9E8C-8104-E3C1-08924B1A040B}"/>
                  </a:ext>
                </a:extLst>
              </p:cNvPr>
              <p:cNvSpPr/>
              <p:nvPr/>
            </p:nvSpPr>
            <p:spPr>
              <a:xfrm>
                <a:off x="7132753" y="3856217"/>
                <a:ext cx="79050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01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9" y="126"/>
                    </a:lnTo>
                    <a:lnTo>
                      <a:pt x="43" y="294"/>
                    </a:lnTo>
                    <a:lnTo>
                      <a:pt x="1" y="462"/>
                    </a:lnTo>
                    <a:lnTo>
                      <a:pt x="1" y="462"/>
                    </a:lnTo>
                    <a:lnTo>
                      <a:pt x="43" y="671"/>
                    </a:lnTo>
                    <a:lnTo>
                      <a:pt x="127" y="839"/>
                    </a:lnTo>
                    <a:lnTo>
                      <a:pt x="253" y="965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524" y="1300"/>
                    </a:lnTo>
                    <a:lnTo>
                      <a:pt x="3524" y="1300"/>
                    </a:lnTo>
                    <a:lnTo>
                      <a:pt x="3566" y="1300"/>
                    </a:lnTo>
                    <a:lnTo>
                      <a:pt x="3566" y="1300"/>
                    </a:lnTo>
                    <a:lnTo>
                      <a:pt x="3733" y="1258"/>
                    </a:lnTo>
                    <a:lnTo>
                      <a:pt x="3901" y="1133"/>
                    </a:lnTo>
                    <a:lnTo>
                      <a:pt x="3985" y="1007"/>
                    </a:lnTo>
                    <a:lnTo>
                      <a:pt x="4069" y="839"/>
                    </a:lnTo>
                    <a:lnTo>
                      <a:pt x="4069" y="839"/>
                    </a:lnTo>
                    <a:lnTo>
                      <a:pt x="4027" y="629"/>
                    </a:lnTo>
                    <a:lnTo>
                      <a:pt x="3943" y="462"/>
                    </a:lnTo>
                    <a:lnTo>
                      <a:pt x="3775" y="336"/>
                    </a:lnTo>
                    <a:lnTo>
                      <a:pt x="3607" y="252"/>
                    </a:lnTo>
                    <a:lnTo>
                      <a:pt x="3607" y="252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271;p17">
                <a:extLst>
                  <a:ext uri="{FF2B5EF4-FFF2-40B4-BE49-F238E27FC236}">
                    <a16:creationId xmlns:a16="http://schemas.microsoft.com/office/drawing/2014/main" id="{01F39217-73EA-E90D-AA2A-B425A131D5E2}"/>
                  </a:ext>
                </a:extLst>
              </p:cNvPr>
              <p:cNvSpPr/>
              <p:nvPr/>
            </p:nvSpPr>
            <p:spPr>
              <a:xfrm>
                <a:off x="5829257" y="3851321"/>
                <a:ext cx="79050" cy="23643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17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462" y="210"/>
                    </a:lnTo>
                    <a:lnTo>
                      <a:pt x="462" y="210"/>
                    </a:lnTo>
                    <a:lnTo>
                      <a:pt x="294" y="252"/>
                    </a:lnTo>
                    <a:lnTo>
                      <a:pt x="127" y="378"/>
                    </a:lnTo>
                    <a:lnTo>
                      <a:pt x="43" y="546"/>
                    </a:lnTo>
                    <a:lnTo>
                      <a:pt x="1" y="756"/>
                    </a:lnTo>
                    <a:lnTo>
                      <a:pt x="1" y="756"/>
                    </a:lnTo>
                    <a:lnTo>
                      <a:pt x="43" y="923"/>
                    </a:lnTo>
                    <a:lnTo>
                      <a:pt x="169" y="1091"/>
                    </a:lnTo>
                    <a:lnTo>
                      <a:pt x="294" y="1175"/>
                    </a:lnTo>
                    <a:lnTo>
                      <a:pt x="504" y="1217"/>
                    </a:lnTo>
                    <a:lnTo>
                      <a:pt x="546" y="1217"/>
                    </a:lnTo>
                    <a:lnTo>
                      <a:pt x="546" y="1217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27" y="672"/>
                    </a:lnTo>
                    <a:lnTo>
                      <a:pt x="4069" y="462"/>
                    </a:lnTo>
                    <a:lnTo>
                      <a:pt x="4069" y="462"/>
                    </a:lnTo>
                    <a:lnTo>
                      <a:pt x="4027" y="294"/>
                    </a:lnTo>
                    <a:lnTo>
                      <a:pt x="3901" y="127"/>
                    </a:lnTo>
                    <a:lnTo>
                      <a:pt x="3733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272;p17">
                <a:extLst>
                  <a:ext uri="{FF2B5EF4-FFF2-40B4-BE49-F238E27FC236}">
                    <a16:creationId xmlns:a16="http://schemas.microsoft.com/office/drawing/2014/main" id="{1052D078-910C-A2E4-ADDC-A593DE0E116F}"/>
                  </a:ext>
                </a:extLst>
              </p:cNvPr>
              <p:cNvSpPr/>
              <p:nvPr/>
            </p:nvSpPr>
            <p:spPr>
              <a:xfrm>
                <a:off x="7014637" y="3847261"/>
                <a:ext cx="79050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59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294" y="42"/>
                    </a:lnTo>
                    <a:lnTo>
                      <a:pt x="168" y="168"/>
                    </a:lnTo>
                    <a:lnTo>
                      <a:pt x="42" y="294"/>
                    </a:lnTo>
                    <a:lnTo>
                      <a:pt x="0" y="503"/>
                    </a:lnTo>
                    <a:lnTo>
                      <a:pt x="0" y="503"/>
                    </a:lnTo>
                    <a:lnTo>
                      <a:pt x="42" y="713"/>
                    </a:lnTo>
                    <a:lnTo>
                      <a:pt x="126" y="881"/>
                    </a:lnTo>
                    <a:lnTo>
                      <a:pt x="294" y="965"/>
                    </a:lnTo>
                    <a:lnTo>
                      <a:pt x="462" y="1048"/>
                    </a:lnTo>
                    <a:lnTo>
                      <a:pt x="462" y="1048"/>
                    </a:lnTo>
                    <a:lnTo>
                      <a:pt x="3523" y="1258"/>
                    </a:lnTo>
                    <a:lnTo>
                      <a:pt x="3565" y="1258"/>
                    </a:lnTo>
                    <a:lnTo>
                      <a:pt x="3565" y="1258"/>
                    </a:lnTo>
                    <a:lnTo>
                      <a:pt x="3733" y="1216"/>
                    </a:lnTo>
                    <a:lnTo>
                      <a:pt x="3900" y="1132"/>
                    </a:lnTo>
                    <a:lnTo>
                      <a:pt x="3984" y="965"/>
                    </a:lnTo>
                    <a:lnTo>
                      <a:pt x="4068" y="797"/>
                    </a:lnTo>
                    <a:lnTo>
                      <a:pt x="4068" y="797"/>
                    </a:lnTo>
                    <a:lnTo>
                      <a:pt x="4026" y="587"/>
                    </a:lnTo>
                    <a:lnTo>
                      <a:pt x="3942" y="419"/>
                    </a:lnTo>
                    <a:lnTo>
                      <a:pt x="3775" y="294"/>
                    </a:lnTo>
                    <a:lnTo>
                      <a:pt x="3565" y="252"/>
                    </a:lnTo>
                    <a:lnTo>
                      <a:pt x="3565" y="252"/>
                    </a:lnTo>
                    <a:lnTo>
                      <a:pt x="545" y="0"/>
                    </a:lnTo>
                    <a:lnTo>
                      <a:pt x="545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273;p17">
                <a:extLst>
                  <a:ext uri="{FF2B5EF4-FFF2-40B4-BE49-F238E27FC236}">
                    <a16:creationId xmlns:a16="http://schemas.microsoft.com/office/drawing/2014/main" id="{44FD514C-CB17-4081-B0EA-6546D66A2C0A}"/>
                  </a:ext>
                </a:extLst>
              </p:cNvPr>
              <p:cNvSpPr/>
              <p:nvPr/>
            </p:nvSpPr>
            <p:spPr>
              <a:xfrm>
                <a:off x="5947393" y="3843997"/>
                <a:ext cx="79050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75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65" y="0"/>
                    </a:lnTo>
                    <a:lnTo>
                      <a:pt x="3565" y="0"/>
                    </a:lnTo>
                    <a:lnTo>
                      <a:pt x="504" y="168"/>
                    </a:lnTo>
                    <a:lnTo>
                      <a:pt x="504" y="168"/>
                    </a:lnTo>
                    <a:lnTo>
                      <a:pt x="294" y="210"/>
                    </a:lnTo>
                    <a:lnTo>
                      <a:pt x="126" y="336"/>
                    </a:lnTo>
                    <a:lnTo>
                      <a:pt x="42" y="504"/>
                    </a:lnTo>
                    <a:lnTo>
                      <a:pt x="1" y="713"/>
                    </a:lnTo>
                    <a:lnTo>
                      <a:pt x="1" y="713"/>
                    </a:lnTo>
                    <a:lnTo>
                      <a:pt x="42" y="923"/>
                    </a:lnTo>
                    <a:lnTo>
                      <a:pt x="168" y="1049"/>
                    </a:lnTo>
                    <a:lnTo>
                      <a:pt x="336" y="1175"/>
                    </a:lnTo>
                    <a:lnTo>
                      <a:pt x="504" y="1175"/>
                    </a:lnTo>
                    <a:lnTo>
                      <a:pt x="546" y="1175"/>
                    </a:lnTo>
                    <a:lnTo>
                      <a:pt x="546" y="1175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5" y="965"/>
                    </a:lnTo>
                    <a:lnTo>
                      <a:pt x="3942" y="839"/>
                    </a:lnTo>
                    <a:lnTo>
                      <a:pt x="4068" y="671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294"/>
                    </a:lnTo>
                    <a:lnTo>
                      <a:pt x="3901" y="126"/>
                    </a:lnTo>
                    <a:lnTo>
                      <a:pt x="3733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274;p17">
                <a:extLst>
                  <a:ext uri="{FF2B5EF4-FFF2-40B4-BE49-F238E27FC236}">
                    <a16:creationId xmlns:a16="http://schemas.microsoft.com/office/drawing/2014/main" id="{43E60C50-363A-6493-4680-A68E773F0011}"/>
                  </a:ext>
                </a:extLst>
              </p:cNvPr>
              <p:cNvSpPr/>
              <p:nvPr/>
            </p:nvSpPr>
            <p:spPr>
              <a:xfrm>
                <a:off x="6896501" y="3840733"/>
                <a:ext cx="78235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175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294" y="43"/>
                    </a:lnTo>
                    <a:lnTo>
                      <a:pt x="126" y="126"/>
                    </a:lnTo>
                    <a:lnTo>
                      <a:pt x="43" y="294"/>
                    </a:lnTo>
                    <a:lnTo>
                      <a:pt x="1" y="462"/>
                    </a:lnTo>
                    <a:lnTo>
                      <a:pt x="1" y="462"/>
                    </a:lnTo>
                    <a:lnTo>
                      <a:pt x="1" y="672"/>
                    </a:lnTo>
                    <a:lnTo>
                      <a:pt x="126" y="839"/>
                    </a:lnTo>
                    <a:lnTo>
                      <a:pt x="252" y="965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523" y="1175"/>
                    </a:lnTo>
                    <a:lnTo>
                      <a:pt x="3523" y="1175"/>
                    </a:lnTo>
                    <a:lnTo>
                      <a:pt x="3523" y="1175"/>
                    </a:lnTo>
                    <a:lnTo>
                      <a:pt x="3733" y="1133"/>
                    </a:lnTo>
                    <a:lnTo>
                      <a:pt x="3901" y="1049"/>
                    </a:lnTo>
                    <a:lnTo>
                      <a:pt x="3985" y="881"/>
                    </a:lnTo>
                    <a:lnTo>
                      <a:pt x="4026" y="714"/>
                    </a:lnTo>
                    <a:lnTo>
                      <a:pt x="4026" y="714"/>
                    </a:lnTo>
                    <a:lnTo>
                      <a:pt x="4026" y="504"/>
                    </a:lnTo>
                    <a:lnTo>
                      <a:pt x="3901" y="336"/>
                    </a:lnTo>
                    <a:lnTo>
                      <a:pt x="3775" y="210"/>
                    </a:lnTo>
                    <a:lnTo>
                      <a:pt x="3565" y="168"/>
                    </a:lnTo>
                    <a:lnTo>
                      <a:pt x="3565" y="168"/>
                    </a:lnTo>
                    <a:lnTo>
                      <a:pt x="504" y="1"/>
                    </a:lnTo>
                    <a:lnTo>
                      <a:pt x="504" y="1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275;p17">
                <a:extLst>
                  <a:ext uri="{FF2B5EF4-FFF2-40B4-BE49-F238E27FC236}">
                    <a16:creationId xmlns:a16="http://schemas.microsoft.com/office/drawing/2014/main" id="{78573677-194A-236A-396F-FD0F6F887F93}"/>
                  </a:ext>
                </a:extLst>
              </p:cNvPr>
              <p:cNvSpPr/>
              <p:nvPr/>
            </p:nvSpPr>
            <p:spPr>
              <a:xfrm>
                <a:off x="6066345" y="3838286"/>
                <a:ext cx="79031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175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461" y="127"/>
                    </a:lnTo>
                    <a:lnTo>
                      <a:pt x="461" y="127"/>
                    </a:lnTo>
                    <a:lnTo>
                      <a:pt x="294" y="210"/>
                    </a:lnTo>
                    <a:lnTo>
                      <a:pt x="126" y="294"/>
                    </a:lnTo>
                    <a:lnTo>
                      <a:pt x="42" y="462"/>
                    </a:lnTo>
                    <a:lnTo>
                      <a:pt x="0" y="672"/>
                    </a:lnTo>
                    <a:lnTo>
                      <a:pt x="0" y="672"/>
                    </a:lnTo>
                    <a:lnTo>
                      <a:pt x="42" y="881"/>
                    </a:lnTo>
                    <a:lnTo>
                      <a:pt x="168" y="1007"/>
                    </a:lnTo>
                    <a:lnTo>
                      <a:pt x="294" y="1133"/>
                    </a:lnTo>
                    <a:lnTo>
                      <a:pt x="503" y="1175"/>
                    </a:lnTo>
                    <a:lnTo>
                      <a:pt x="545" y="1175"/>
                    </a:lnTo>
                    <a:lnTo>
                      <a:pt x="545" y="1175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4" y="965"/>
                    </a:lnTo>
                    <a:lnTo>
                      <a:pt x="3942" y="840"/>
                    </a:lnTo>
                    <a:lnTo>
                      <a:pt x="4026" y="672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294"/>
                    </a:lnTo>
                    <a:lnTo>
                      <a:pt x="3900" y="127"/>
                    </a:lnTo>
                    <a:lnTo>
                      <a:pt x="3732" y="43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276;p17">
                <a:extLst>
                  <a:ext uri="{FF2B5EF4-FFF2-40B4-BE49-F238E27FC236}">
                    <a16:creationId xmlns:a16="http://schemas.microsoft.com/office/drawing/2014/main" id="{8DDAB0C2-60A5-83CE-3198-D94B69740AEE}"/>
                  </a:ext>
                </a:extLst>
              </p:cNvPr>
              <p:cNvSpPr/>
              <p:nvPr/>
            </p:nvSpPr>
            <p:spPr>
              <a:xfrm>
                <a:off x="6777568" y="3835838"/>
                <a:ext cx="79031" cy="22031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134" fill="none" extrusionOk="0">
                    <a:moveTo>
                      <a:pt x="503" y="1"/>
                    </a:moveTo>
                    <a:lnTo>
                      <a:pt x="503" y="1"/>
                    </a:lnTo>
                    <a:lnTo>
                      <a:pt x="335" y="43"/>
                    </a:lnTo>
                    <a:lnTo>
                      <a:pt x="168" y="127"/>
                    </a:lnTo>
                    <a:lnTo>
                      <a:pt x="42" y="295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72"/>
                    </a:lnTo>
                    <a:lnTo>
                      <a:pt x="126" y="840"/>
                    </a:lnTo>
                    <a:lnTo>
                      <a:pt x="294" y="966"/>
                    </a:lnTo>
                    <a:lnTo>
                      <a:pt x="503" y="1007"/>
                    </a:lnTo>
                    <a:lnTo>
                      <a:pt x="503" y="1007"/>
                    </a:lnTo>
                    <a:lnTo>
                      <a:pt x="3565" y="1133"/>
                    </a:lnTo>
                    <a:lnTo>
                      <a:pt x="3565" y="1133"/>
                    </a:lnTo>
                    <a:lnTo>
                      <a:pt x="3565" y="1133"/>
                    </a:lnTo>
                    <a:lnTo>
                      <a:pt x="3774" y="1091"/>
                    </a:lnTo>
                    <a:lnTo>
                      <a:pt x="3900" y="966"/>
                    </a:lnTo>
                    <a:lnTo>
                      <a:pt x="4026" y="840"/>
                    </a:lnTo>
                    <a:lnTo>
                      <a:pt x="4068" y="630"/>
                    </a:lnTo>
                    <a:lnTo>
                      <a:pt x="4068" y="630"/>
                    </a:lnTo>
                    <a:lnTo>
                      <a:pt x="4026" y="420"/>
                    </a:lnTo>
                    <a:lnTo>
                      <a:pt x="3942" y="253"/>
                    </a:lnTo>
                    <a:lnTo>
                      <a:pt x="3774" y="169"/>
                    </a:lnTo>
                    <a:lnTo>
                      <a:pt x="3606" y="85"/>
                    </a:lnTo>
                    <a:lnTo>
                      <a:pt x="3606" y="85"/>
                    </a:lnTo>
                    <a:lnTo>
                      <a:pt x="545" y="1"/>
                    </a:lnTo>
                    <a:lnTo>
                      <a:pt x="50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277;p17">
                <a:extLst>
                  <a:ext uri="{FF2B5EF4-FFF2-40B4-BE49-F238E27FC236}">
                    <a16:creationId xmlns:a16="http://schemas.microsoft.com/office/drawing/2014/main" id="{E56BD7F3-A540-C25E-5664-BE364A74D38C}"/>
                  </a:ext>
                </a:extLst>
              </p:cNvPr>
              <p:cNvSpPr/>
              <p:nvPr/>
            </p:nvSpPr>
            <p:spPr>
              <a:xfrm>
                <a:off x="6184461" y="3834225"/>
                <a:ext cx="79866" cy="21195"/>
              </a:xfrm>
              <a:custGeom>
                <a:avLst/>
                <a:gdLst/>
                <a:ahLst/>
                <a:cxnLst/>
                <a:rect l="l" t="t" r="r" b="b"/>
                <a:pathLst>
                  <a:path w="4111" h="1091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65" y="0"/>
                    </a:lnTo>
                    <a:lnTo>
                      <a:pt x="504" y="84"/>
                    </a:lnTo>
                    <a:lnTo>
                      <a:pt x="504" y="84"/>
                    </a:lnTo>
                    <a:lnTo>
                      <a:pt x="294" y="126"/>
                    </a:lnTo>
                    <a:lnTo>
                      <a:pt x="169" y="252"/>
                    </a:lnTo>
                    <a:lnTo>
                      <a:pt x="43" y="419"/>
                    </a:lnTo>
                    <a:lnTo>
                      <a:pt x="1" y="629"/>
                    </a:lnTo>
                    <a:lnTo>
                      <a:pt x="1" y="629"/>
                    </a:lnTo>
                    <a:lnTo>
                      <a:pt x="85" y="797"/>
                    </a:lnTo>
                    <a:lnTo>
                      <a:pt x="169" y="965"/>
                    </a:lnTo>
                    <a:lnTo>
                      <a:pt x="336" y="1090"/>
                    </a:lnTo>
                    <a:lnTo>
                      <a:pt x="546" y="1090"/>
                    </a:lnTo>
                    <a:lnTo>
                      <a:pt x="546" y="1090"/>
                    </a:lnTo>
                    <a:lnTo>
                      <a:pt x="546" y="1090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69" y="671"/>
                    </a:lnTo>
                    <a:lnTo>
                      <a:pt x="4111" y="503"/>
                    </a:lnTo>
                    <a:lnTo>
                      <a:pt x="4111" y="503"/>
                    </a:lnTo>
                    <a:lnTo>
                      <a:pt x="4027" y="294"/>
                    </a:lnTo>
                    <a:lnTo>
                      <a:pt x="3943" y="126"/>
                    </a:lnTo>
                    <a:lnTo>
                      <a:pt x="3775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278;p17">
                <a:extLst>
                  <a:ext uri="{FF2B5EF4-FFF2-40B4-BE49-F238E27FC236}">
                    <a16:creationId xmlns:a16="http://schemas.microsoft.com/office/drawing/2014/main" id="{F8C9A4B3-4A31-4488-42C6-64668E5D1EB8}"/>
                  </a:ext>
                </a:extLst>
              </p:cNvPr>
              <p:cNvSpPr/>
              <p:nvPr/>
            </p:nvSpPr>
            <p:spPr>
              <a:xfrm>
                <a:off x="6659433" y="3832594"/>
                <a:ext cx="79050" cy="2119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91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294" y="0"/>
                    </a:lnTo>
                    <a:lnTo>
                      <a:pt x="126" y="126"/>
                    </a:lnTo>
                    <a:lnTo>
                      <a:pt x="42" y="294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71"/>
                    </a:lnTo>
                    <a:lnTo>
                      <a:pt x="126" y="839"/>
                    </a:lnTo>
                    <a:lnTo>
                      <a:pt x="294" y="965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3523" y="1091"/>
                    </a:lnTo>
                    <a:lnTo>
                      <a:pt x="3565" y="1091"/>
                    </a:lnTo>
                    <a:lnTo>
                      <a:pt x="3565" y="1091"/>
                    </a:lnTo>
                    <a:lnTo>
                      <a:pt x="3733" y="1049"/>
                    </a:lnTo>
                    <a:lnTo>
                      <a:pt x="3900" y="923"/>
                    </a:lnTo>
                    <a:lnTo>
                      <a:pt x="4026" y="755"/>
                    </a:lnTo>
                    <a:lnTo>
                      <a:pt x="4068" y="587"/>
                    </a:lnTo>
                    <a:lnTo>
                      <a:pt x="4068" y="587"/>
                    </a:lnTo>
                    <a:lnTo>
                      <a:pt x="4026" y="378"/>
                    </a:lnTo>
                    <a:lnTo>
                      <a:pt x="3900" y="210"/>
                    </a:lnTo>
                    <a:lnTo>
                      <a:pt x="3775" y="84"/>
                    </a:lnTo>
                    <a:lnTo>
                      <a:pt x="3565" y="42"/>
                    </a:lnTo>
                    <a:lnTo>
                      <a:pt x="3565" y="42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279;p17">
                <a:extLst>
                  <a:ext uri="{FF2B5EF4-FFF2-40B4-BE49-F238E27FC236}">
                    <a16:creationId xmlns:a16="http://schemas.microsoft.com/office/drawing/2014/main" id="{E57DA103-9A19-D926-E3C7-63B397A19C89}"/>
                  </a:ext>
                </a:extLst>
              </p:cNvPr>
              <p:cNvSpPr/>
              <p:nvPr/>
            </p:nvSpPr>
            <p:spPr>
              <a:xfrm>
                <a:off x="6303413" y="3831778"/>
                <a:ext cx="79050" cy="2037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49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65" y="0"/>
                    </a:lnTo>
                    <a:lnTo>
                      <a:pt x="504" y="42"/>
                    </a:lnTo>
                    <a:lnTo>
                      <a:pt x="504" y="42"/>
                    </a:lnTo>
                    <a:lnTo>
                      <a:pt x="294" y="84"/>
                    </a:lnTo>
                    <a:lnTo>
                      <a:pt x="168" y="210"/>
                    </a:lnTo>
                    <a:lnTo>
                      <a:pt x="42" y="378"/>
                    </a:lnTo>
                    <a:lnTo>
                      <a:pt x="0" y="545"/>
                    </a:lnTo>
                    <a:lnTo>
                      <a:pt x="0" y="545"/>
                    </a:lnTo>
                    <a:lnTo>
                      <a:pt x="42" y="755"/>
                    </a:lnTo>
                    <a:lnTo>
                      <a:pt x="168" y="923"/>
                    </a:lnTo>
                    <a:lnTo>
                      <a:pt x="336" y="1007"/>
                    </a:lnTo>
                    <a:lnTo>
                      <a:pt x="504" y="1049"/>
                    </a:lnTo>
                    <a:lnTo>
                      <a:pt x="546" y="1049"/>
                    </a:lnTo>
                    <a:lnTo>
                      <a:pt x="546" y="1049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42" y="839"/>
                    </a:lnTo>
                    <a:lnTo>
                      <a:pt x="4026" y="671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294"/>
                    </a:lnTo>
                    <a:lnTo>
                      <a:pt x="3942" y="126"/>
                    </a:lnTo>
                    <a:lnTo>
                      <a:pt x="3775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280;p17">
                <a:extLst>
                  <a:ext uri="{FF2B5EF4-FFF2-40B4-BE49-F238E27FC236}">
                    <a16:creationId xmlns:a16="http://schemas.microsoft.com/office/drawing/2014/main" id="{3D8A9894-E79E-91E8-44A1-AA5155608300}"/>
                  </a:ext>
                </a:extLst>
              </p:cNvPr>
              <p:cNvSpPr/>
              <p:nvPr/>
            </p:nvSpPr>
            <p:spPr>
              <a:xfrm>
                <a:off x="6540481" y="3830962"/>
                <a:ext cx="79050" cy="2037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49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504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43" y="294"/>
                    </a:lnTo>
                    <a:lnTo>
                      <a:pt x="1" y="504"/>
                    </a:lnTo>
                    <a:lnTo>
                      <a:pt x="1" y="504"/>
                    </a:lnTo>
                    <a:lnTo>
                      <a:pt x="43" y="671"/>
                    </a:lnTo>
                    <a:lnTo>
                      <a:pt x="168" y="839"/>
                    </a:lnTo>
                    <a:lnTo>
                      <a:pt x="336" y="965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75" y="1007"/>
                    </a:lnTo>
                    <a:lnTo>
                      <a:pt x="3943" y="881"/>
                    </a:lnTo>
                    <a:lnTo>
                      <a:pt x="4027" y="713"/>
                    </a:lnTo>
                    <a:lnTo>
                      <a:pt x="4068" y="546"/>
                    </a:lnTo>
                    <a:lnTo>
                      <a:pt x="4068" y="546"/>
                    </a:lnTo>
                    <a:lnTo>
                      <a:pt x="4027" y="336"/>
                    </a:lnTo>
                    <a:lnTo>
                      <a:pt x="3943" y="168"/>
                    </a:lnTo>
                    <a:lnTo>
                      <a:pt x="3775" y="42"/>
                    </a:lnTo>
                    <a:lnTo>
                      <a:pt x="3565" y="0"/>
                    </a:lnTo>
                    <a:lnTo>
                      <a:pt x="3565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281;p17">
                <a:extLst>
                  <a:ext uri="{FF2B5EF4-FFF2-40B4-BE49-F238E27FC236}">
                    <a16:creationId xmlns:a16="http://schemas.microsoft.com/office/drawing/2014/main" id="{82B78A2C-31C0-D184-9145-68DA090A5783}"/>
                  </a:ext>
                </a:extLst>
              </p:cNvPr>
              <p:cNvSpPr/>
              <p:nvPr/>
            </p:nvSpPr>
            <p:spPr>
              <a:xfrm>
                <a:off x="6422365" y="3830146"/>
                <a:ext cx="79031" cy="20379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049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65" y="0"/>
                    </a:lnTo>
                    <a:lnTo>
                      <a:pt x="503" y="42"/>
                    </a:lnTo>
                    <a:lnTo>
                      <a:pt x="503" y="42"/>
                    </a:lnTo>
                    <a:lnTo>
                      <a:pt x="294" y="84"/>
                    </a:lnTo>
                    <a:lnTo>
                      <a:pt x="126" y="168"/>
                    </a:lnTo>
                    <a:lnTo>
                      <a:pt x="42" y="336"/>
                    </a:lnTo>
                    <a:lnTo>
                      <a:pt x="0" y="546"/>
                    </a:lnTo>
                    <a:lnTo>
                      <a:pt x="0" y="546"/>
                    </a:lnTo>
                    <a:lnTo>
                      <a:pt x="42" y="755"/>
                    </a:lnTo>
                    <a:lnTo>
                      <a:pt x="126" y="881"/>
                    </a:lnTo>
                    <a:lnTo>
                      <a:pt x="294" y="1007"/>
                    </a:lnTo>
                    <a:lnTo>
                      <a:pt x="503" y="1049"/>
                    </a:lnTo>
                    <a:lnTo>
                      <a:pt x="503" y="1049"/>
                    </a:lnTo>
                    <a:lnTo>
                      <a:pt x="503" y="1049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32" y="1007"/>
                    </a:lnTo>
                    <a:lnTo>
                      <a:pt x="3900" y="881"/>
                    </a:lnTo>
                    <a:lnTo>
                      <a:pt x="4026" y="713"/>
                    </a:lnTo>
                    <a:lnTo>
                      <a:pt x="4068" y="546"/>
                    </a:lnTo>
                    <a:lnTo>
                      <a:pt x="4068" y="546"/>
                    </a:lnTo>
                    <a:lnTo>
                      <a:pt x="4026" y="336"/>
                    </a:lnTo>
                    <a:lnTo>
                      <a:pt x="3900" y="168"/>
                    </a:lnTo>
                    <a:lnTo>
                      <a:pt x="3732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282;p17">
                <a:extLst>
                  <a:ext uri="{FF2B5EF4-FFF2-40B4-BE49-F238E27FC236}">
                    <a16:creationId xmlns:a16="http://schemas.microsoft.com/office/drawing/2014/main" id="{1807F89A-97C6-347F-5AD9-7605697CCCE2}"/>
                  </a:ext>
                </a:extLst>
              </p:cNvPr>
              <p:cNvSpPr/>
              <p:nvPr/>
            </p:nvSpPr>
            <p:spPr>
              <a:xfrm>
                <a:off x="7347849" y="3796751"/>
                <a:ext cx="19563" cy="79031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4068" fill="none" extrusionOk="0">
                    <a:moveTo>
                      <a:pt x="503" y="0"/>
                    </a:moveTo>
                    <a:lnTo>
                      <a:pt x="503" y="0"/>
                    </a:lnTo>
                    <a:lnTo>
                      <a:pt x="294" y="42"/>
                    </a:lnTo>
                    <a:lnTo>
                      <a:pt x="168" y="126"/>
                    </a:lnTo>
                    <a:lnTo>
                      <a:pt x="42" y="294"/>
                    </a:lnTo>
                    <a:lnTo>
                      <a:pt x="0" y="503"/>
                    </a:lnTo>
                    <a:lnTo>
                      <a:pt x="0" y="3565"/>
                    </a:lnTo>
                    <a:lnTo>
                      <a:pt x="0" y="3565"/>
                    </a:lnTo>
                    <a:lnTo>
                      <a:pt x="42" y="3732"/>
                    </a:lnTo>
                    <a:lnTo>
                      <a:pt x="168" y="3900"/>
                    </a:lnTo>
                    <a:lnTo>
                      <a:pt x="294" y="4026"/>
                    </a:lnTo>
                    <a:lnTo>
                      <a:pt x="503" y="4068"/>
                    </a:lnTo>
                    <a:lnTo>
                      <a:pt x="503" y="4068"/>
                    </a:lnTo>
                    <a:lnTo>
                      <a:pt x="713" y="4026"/>
                    </a:lnTo>
                    <a:lnTo>
                      <a:pt x="881" y="3900"/>
                    </a:lnTo>
                    <a:lnTo>
                      <a:pt x="965" y="3732"/>
                    </a:lnTo>
                    <a:lnTo>
                      <a:pt x="1006" y="3565"/>
                    </a:lnTo>
                    <a:lnTo>
                      <a:pt x="1006" y="503"/>
                    </a:lnTo>
                    <a:lnTo>
                      <a:pt x="1006" y="503"/>
                    </a:lnTo>
                    <a:lnTo>
                      <a:pt x="965" y="294"/>
                    </a:lnTo>
                    <a:lnTo>
                      <a:pt x="881" y="126"/>
                    </a:lnTo>
                    <a:lnTo>
                      <a:pt x="713" y="42"/>
                    </a:lnTo>
                    <a:lnTo>
                      <a:pt x="50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283;p17">
                <a:extLst>
                  <a:ext uri="{FF2B5EF4-FFF2-40B4-BE49-F238E27FC236}">
                    <a16:creationId xmlns:a16="http://schemas.microsoft.com/office/drawing/2014/main" id="{3C0C0CF6-28A4-FCC7-6644-C452AED57910}"/>
                  </a:ext>
                </a:extLst>
              </p:cNvPr>
              <p:cNvSpPr/>
              <p:nvPr/>
            </p:nvSpPr>
            <p:spPr>
              <a:xfrm>
                <a:off x="2062161" y="3777187"/>
                <a:ext cx="57855" cy="64383"/>
              </a:xfrm>
              <a:custGeom>
                <a:avLst/>
                <a:gdLst/>
                <a:ahLst/>
                <a:cxnLst/>
                <a:rect l="l" t="t" r="r" b="b"/>
                <a:pathLst>
                  <a:path w="2978" h="3314" fill="none" extrusionOk="0">
                    <a:moveTo>
                      <a:pt x="2474" y="1"/>
                    </a:moveTo>
                    <a:lnTo>
                      <a:pt x="2474" y="1"/>
                    </a:lnTo>
                    <a:lnTo>
                      <a:pt x="2265" y="43"/>
                    </a:lnTo>
                    <a:lnTo>
                      <a:pt x="2181" y="84"/>
                    </a:lnTo>
                    <a:lnTo>
                      <a:pt x="2097" y="168"/>
                    </a:lnTo>
                    <a:lnTo>
                      <a:pt x="2097" y="168"/>
                    </a:lnTo>
                    <a:lnTo>
                      <a:pt x="126" y="2475"/>
                    </a:lnTo>
                    <a:lnTo>
                      <a:pt x="126" y="2475"/>
                    </a:lnTo>
                    <a:lnTo>
                      <a:pt x="0" y="2643"/>
                    </a:lnTo>
                    <a:lnTo>
                      <a:pt x="0" y="2852"/>
                    </a:lnTo>
                    <a:lnTo>
                      <a:pt x="42" y="3020"/>
                    </a:lnTo>
                    <a:lnTo>
                      <a:pt x="168" y="3188"/>
                    </a:lnTo>
                    <a:lnTo>
                      <a:pt x="168" y="3188"/>
                    </a:lnTo>
                    <a:lnTo>
                      <a:pt x="294" y="3272"/>
                    </a:lnTo>
                    <a:lnTo>
                      <a:pt x="503" y="3314"/>
                    </a:lnTo>
                    <a:lnTo>
                      <a:pt x="503" y="3314"/>
                    </a:lnTo>
                    <a:lnTo>
                      <a:pt x="713" y="3272"/>
                    </a:lnTo>
                    <a:lnTo>
                      <a:pt x="881" y="3146"/>
                    </a:lnTo>
                    <a:lnTo>
                      <a:pt x="881" y="3146"/>
                    </a:lnTo>
                    <a:lnTo>
                      <a:pt x="2894" y="839"/>
                    </a:lnTo>
                    <a:lnTo>
                      <a:pt x="2894" y="839"/>
                    </a:lnTo>
                    <a:lnTo>
                      <a:pt x="2977" y="672"/>
                    </a:lnTo>
                    <a:lnTo>
                      <a:pt x="2977" y="462"/>
                    </a:lnTo>
                    <a:lnTo>
                      <a:pt x="2936" y="294"/>
                    </a:lnTo>
                    <a:lnTo>
                      <a:pt x="2810" y="126"/>
                    </a:lnTo>
                    <a:lnTo>
                      <a:pt x="2810" y="126"/>
                    </a:lnTo>
                    <a:lnTo>
                      <a:pt x="2684" y="43"/>
                    </a:lnTo>
                    <a:lnTo>
                      <a:pt x="247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284;p17">
                <a:extLst>
                  <a:ext uri="{FF2B5EF4-FFF2-40B4-BE49-F238E27FC236}">
                    <a16:creationId xmlns:a16="http://schemas.microsoft.com/office/drawing/2014/main" id="{0096BEFB-8E2E-B62F-2314-EB4C26758F1B}"/>
                  </a:ext>
                </a:extLst>
              </p:cNvPr>
              <p:cNvSpPr/>
              <p:nvPr/>
            </p:nvSpPr>
            <p:spPr>
              <a:xfrm>
                <a:off x="2138742" y="3685939"/>
                <a:ext cx="57039" cy="65199"/>
              </a:xfrm>
              <a:custGeom>
                <a:avLst/>
                <a:gdLst/>
                <a:ahLst/>
                <a:cxnLst/>
                <a:rect l="l" t="t" r="r" b="b"/>
                <a:pathLst>
                  <a:path w="2936" h="3356" fill="none" extrusionOk="0">
                    <a:moveTo>
                      <a:pt x="2432" y="1"/>
                    </a:moveTo>
                    <a:lnTo>
                      <a:pt x="2432" y="1"/>
                    </a:lnTo>
                    <a:lnTo>
                      <a:pt x="2181" y="43"/>
                    </a:lnTo>
                    <a:lnTo>
                      <a:pt x="2097" y="85"/>
                    </a:lnTo>
                    <a:lnTo>
                      <a:pt x="2013" y="169"/>
                    </a:lnTo>
                    <a:lnTo>
                      <a:pt x="2013" y="169"/>
                    </a:lnTo>
                    <a:lnTo>
                      <a:pt x="126" y="2559"/>
                    </a:lnTo>
                    <a:lnTo>
                      <a:pt x="126" y="2559"/>
                    </a:lnTo>
                    <a:lnTo>
                      <a:pt x="0" y="2727"/>
                    </a:lnTo>
                    <a:lnTo>
                      <a:pt x="0" y="2936"/>
                    </a:lnTo>
                    <a:lnTo>
                      <a:pt x="42" y="3104"/>
                    </a:lnTo>
                    <a:lnTo>
                      <a:pt x="168" y="3272"/>
                    </a:lnTo>
                    <a:lnTo>
                      <a:pt x="168" y="3272"/>
                    </a:lnTo>
                    <a:lnTo>
                      <a:pt x="335" y="3356"/>
                    </a:lnTo>
                    <a:lnTo>
                      <a:pt x="503" y="3356"/>
                    </a:lnTo>
                    <a:lnTo>
                      <a:pt x="503" y="3356"/>
                    </a:lnTo>
                    <a:lnTo>
                      <a:pt x="713" y="3314"/>
                    </a:lnTo>
                    <a:lnTo>
                      <a:pt x="797" y="3272"/>
                    </a:lnTo>
                    <a:lnTo>
                      <a:pt x="881" y="3188"/>
                    </a:lnTo>
                    <a:lnTo>
                      <a:pt x="881" y="3188"/>
                    </a:lnTo>
                    <a:lnTo>
                      <a:pt x="2810" y="798"/>
                    </a:lnTo>
                    <a:lnTo>
                      <a:pt x="2810" y="798"/>
                    </a:lnTo>
                    <a:lnTo>
                      <a:pt x="2894" y="630"/>
                    </a:lnTo>
                    <a:lnTo>
                      <a:pt x="2936" y="420"/>
                    </a:lnTo>
                    <a:lnTo>
                      <a:pt x="2852" y="252"/>
                    </a:lnTo>
                    <a:lnTo>
                      <a:pt x="2726" y="85"/>
                    </a:lnTo>
                    <a:lnTo>
                      <a:pt x="2726" y="85"/>
                    </a:lnTo>
                    <a:lnTo>
                      <a:pt x="2600" y="1"/>
                    </a:lnTo>
                    <a:lnTo>
                      <a:pt x="2432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285;p17">
                <a:extLst>
                  <a:ext uri="{FF2B5EF4-FFF2-40B4-BE49-F238E27FC236}">
                    <a16:creationId xmlns:a16="http://schemas.microsoft.com/office/drawing/2014/main" id="{207486AE-D273-DEF5-759D-E698B64D8376}"/>
                  </a:ext>
                </a:extLst>
              </p:cNvPr>
              <p:cNvSpPr/>
              <p:nvPr/>
            </p:nvSpPr>
            <p:spPr>
              <a:xfrm>
                <a:off x="7347849" y="3677799"/>
                <a:ext cx="19563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4069" fill="none" extrusionOk="0">
                    <a:moveTo>
                      <a:pt x="503" y="0"/>
                    </a:moveTo>
                    <a:lnTo>
                      <a:pt x="503" y="0"/>
                    </a:lnTo>
                    <a:lnTo>
                      <a:pt x="294" y="42"/>
                    </a:lnTo>
                    <a:lnTo>
                      <a:pt x="168" y="168"/>
                    </a:lnTo>
                    <a:lnTo>
                      <a:pt x="42" y="336"/>
                    </a:lnTo>
                    <a:lnTo>
                      <a:pt x="0" y="504"/>
                    </a:lnTo>
                    <a:lnTo>
                      <a:pt x="0" y="3565"/>
                    </a:lnTo>
                    <a:lnTo>
                      <a:pt x="0" y="3565"/>
                    </a:lnTo>
                    <a:lnTo>
                      <a:pt x="42" y="3775"/>
                    </a:lnTo>
                    <a:lnTo>
                      <a:pt x="168" y="3942"/>
                    </a:lnTo>
                    <a:lnTo>
                      <a:pt x="294" y="4026"/>
                    </a:lnTo>
                    <a:lnTo>
                      <a:pt x="503" y="4068"/>
                    </a:lnTo>
                    <a:lnTo>
                      <a:pt x="503" y="4068"/>
                    </a:lnTo>
                    <a:lnTo>
                      <a:pt x="713" y="4026"/>
                    </a:lnTo>
                    <a:lnTo>
                      <a:pt x="881" y="3942"/>
                    </a:lnTo>
                    <a:lnTo>
                      <a:pt x="965" y="3775"/>
                    </a:lnTo>
                    <a:lnTo>
                      <a:pt x="1006" y="3565"/>
                    </a:lnTo>
                    <a:lnTo>
                      <a:pt x="1006" y="504"/>
                    </a:lnTo>
                    <a:lnTo>
                      <a:pt x="1006" y="504"/>
                    </a:lnTo>
                    <a:lnTo>
                      <a:pt x="965" y="336"/>
                    </a:lnTo>
                    <a:lnTo>
                      <a:pt x="881" y="168"/>
                    </a:lnTo>
                    <a:lnTo>
                      <a:pt x="713" y="42"/>
                    </a:lnTo>
                    <a:lnTo>
                      <a:pt x="50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286;p17">
                <a:extLst>
                  <a:ext uri="{FF2B5EF4-FFF2-40B4-BE49-F238E27FC236}">
                    <a16:creationId xmlns:a16="http://schemas.microsoft.com/office/drawing/2014/main" id="{DF56815E-9142-F814-48EF-E4226F37A51A}"/>
                  </a:ext>
                </a:extLst>
              </p:cNvPr>
              <p:cNvSpPr/>
              <p:nvPr/>
            </p:nvSpPr>
            <p:spPr>
              <a:xfrm>
                <a:off x="2212060" y="3590629"/>
                <a:ext cx="54591" cy="67647"/>
              </a:xfrm>
              <a:custGeom>
                <a:avLst/>
                <a:gdLst/>
                <a:ahLst/>
                <a:cxnLst/>
                <a:rect l="l" t="t" r="r" b="b"/>
                <a:pathLst>
                  <a:path w="2810" h="3482" fill="none" extrusionOk="0">
                    <a:moveTo>
                      <a:pt x="2307" y="0"/>
                    </a:moveTo>
                    <a:lnTo>
                      <a:pt x="2307" y="0"/>
                    </a:lnTo>
                    <a:lnTo>
                      <a:pt x="2223" y="42"/>
                    </a:lnTo>
                    <a:lnTo>
                      <a:pt x="2097" y="84"/>
                    </a:lnTo>
                    <a:lnTo>
                      <a:pt x="2013" y="126"/>
                    </a:lnTo>
                    <a:lnTo>
                      <a:pt x="1929" y="210"/>
                    </a:lnTo>
                    <a:lnTo>
                      <a:pt x="1929" y="210"/>
                    </a:lnTo>
                    <a:lnTo>
                      <a:pt x="84" y="2684"/>
                    </a:lnTo>
                    <a:lnTo>
                      <a:pt x="84" y="2684"/>
                    </a:lnTo>
                    <a:lnTo>
                      <a:pt x="0" y="2852"/>
                    </a:lnTo>
                    <a:lnTo>
                      <a:pt x="0" y="3062"/>
                    </a:lnTo>
                    <a:lnTo>
                      <a:pt x="84" y="3229"/>
                    </a:lnTo>
                    <a:lnTo>
                      <a:pt x="210" y="3397"/>
                    </a:lnTo>
                    <a:lnTo>
                      <a:pt x="210" y="3397"/>
                    </a:lnTo>
                    <a:lnTo>
                      <a:pt x="336" y="3481"/>
                    </a:lnTo>
                    <a:lnTo>
                      <a:pt x="503" y="3481"/>
                    </a:lnTo>
                    <a:lnTo>
                      <a:pt x="503" y="3481"/>
                    </a:lnTo>
                    <a:lnTo>
                      <a:pt x="629" y="3481"/>
                    </a:lnTo>
                    <a:lnTo>
                      <a:pt x="713" y="3439"/>
                    </a:lnTo>
                    <a:lnTo>
                      <a:pt x="839" y="3355"/>
                    </a:lnTo>
                    <a:lnTo>
                      <a:pt x="923" y="3271"/>
                    </a:lnTo>
                    <a:lnTo>
                      <a:pt x="923" y="3271"/>
                    </a:lnTo>
                    <a:lnTo>
                      <a:pt x="2726" y="797"/>
                    </a:lnTo>
                    <a:lnTo>
                      <a:pt x="2726" y="797"/>
                    </a:lnTo>
                    <a:lnTo>
                      <a:pt x="2810" y="629"/>
                    </a:lnTo>
                    <a:lnTo>
                      <a:pt x="2810" y="420"/>
                    </a:lnTo>
                    <a:lnTo>
                      <a:pt x="2768" y="252"/>
                    </a:lnTo>
                    <a:lnTo>
                      <a:pt x="2600" y="126"/>
                    </a:lnTo>
                    <a:lnTo>
                      <a:pt x="2600" y="126"/>
                    </a:lnTo>
                    <a:lnTo>
                      <a:pt x="2474" y="42"/>
                    </a:lnTo>
                    <a:lnTo>
                      <a:pt x="2307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287;p17">
                <a:extLst>
                  <a:ext uri="{FF2B5EF4-FFF2-40B4-BE49-F238E27FC236}">
                    <a16:creationId xmlns:a16="http://schemas.microsoft.com/office/drawing/2014/main" id="{2C96BA2B-5CDC-699F-EDF9-B4BA264A39C2}"/>
                  </a:ext>
                </a:extLst>
              </p:cNvPr>
              <p:cNvSpPr/>
              <p:nvPr/>
            </p:nvSpPr>
            <p:spPr>
              <a:xfrm>
                <a:off x="7347849" y="3559663"/>
                <a:ext cx="19563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4069" fill="none" extrusionOk="0">
                    <a:moveTo>
                      <a:pt x="503" y="1"/>
                    </a:moveTo>
                    <a:lnTo>
                      <a:pt x="503" y="1"/>
                    </a:lnTo>
                    <a:lnTo>
                      <a:pt x="294" y="43"/>
                    </a:lnTo>
                    <a:lnTo>
                      <a:pt x="168" y="127"/>
                    </a:lnTo>
                    <a:lnTo>
                      <a:pt x="42" y="294"/>
                    </a:lnTo>
                    <a:lnTo>
                      <a:pt x="0" y="504"/>
                    </a:lnTo>
                    <a:lnTo>
                      <a:pt x="0" y="3565"/>
                    </a:lnTo>
                    <a:lnTo>
                      <a:pt x="0" y="3565"/>
                    </a:lnTo>
                    <a:lnTo>
                      <a:pt x="42" y="3733"/>
                    </a:lnTo>
                    <a:lnTo>
                      <a:pt x="168" y="3901"/>
                    </a:lnTo>
                    <a:lnTo>
                      <a:pt x="294" y="4027"/>
                    </a:lnTo>
                    <a:lnTo>
                      <a:pt x="503" y="4069"/>
                    </a:lnTo>
                    <a:lnTo>
                      <a:pt x="503" y="4069"/>
                    </a:lnTo>
                    <a:lnTo>
                      <a:pt x="713" y="4027"/>
                    </a:lnTo>
                    <a:lnTo>
                      <a:pt x="881" y="3901"/>
                    </a:lnTo>
                    <a:lnTo>
                      <a:pt x="965" y="3733"/>
                    </a:lnTo>
                    <a:lnTo>
                      <a:pt x="1006" y="3565"/>
                    </a:lnTo>
                    <a:lnTo>
                      <a:pt x="1006" y="504"/>
                    </a:lnTo>
                    <a:lnTo>
                      <a:pt x="1006" y="504"/>
                    </a:lnTo>
                    <a:lnTo>
                      <a:pt x="965" y="294"/>
                    </a:lnTo>
                    <a:lnTo>
                      <a:pt x="881" y="127"/>
                    </a:lnTo>
                    <a:lnTo>
                      <a:pt x="713" y="43"/>
                    </a:lnTo>
                    <a:lnTo>
                      <a:pt x="50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288;p17">
                <a:extLst>
                  <a:ext uri="{FF2B5EF4-FFF2-40B4-BE49-F238E27FC236}">
                    <a16:creationId xmlns:a16="http://schemas.microsoft.com/office/drawing/2014/main" id="{974A6631-798F-2505-58D6-4D602A963D5F}"/>
                  </a:ext>
                </a:extLst>
              </p:cNvPr>
              <p:cNvSpPr/>
              <p:nvPr/>
            </p:nvSpPr>
            <p:spPr>
              <a:xfrm>
                <a:off x="2281298" y="3492872"/>
                <a:ext cx="52163" cy="69259"/>
              </a:xfrm>
              <a:custGeom>
                <a:avLst/>
                <a:gdLst/>
                <a:ahLst/>
                <a:cxnLst/>
                <a:rect l="l" t="t" r="r" b="b"/>
                <a:pathLst>
                  <a:path w="2685" h="3565" fill="none" extrusionOk="0">
                    <a:moveTo>
                      <a:pt x="2181" y="0"/>
                    </a:moveTo>
                    <a:lnTo>
                      <a:pt x="2181" y="0"/>
                    </a:lnTo>
                    <a:lnTo>
                      <a:pt x="2056" y="0"/>
                    </a:lnTo>
                    <a:lnTo>
                      <a:pt x="1930" y="42"/>
                    </a:lnTo>
                    <a:lnTo>
                      <a:pt x="1804" y="126"/>
                    </a:lnTo>
                    <a:lnTo>
                      <a:pt x="1720" y="210"/>
                    </a:lnTo>
                    <a:lnTo>
                      <a:pt x="1469" y="671"/>
                    </a:lnTo>
                    <a:lnTo>
                      <a:pt x="1469" y="671"/>
                    </a:lnTo>
                    <a:lnTo>
                      <a:pt x="1091" y="1216"/>
                    </a:lnTo>
                    <a:lnTo>
                      <a:pt x="85" y="2768"/>
                    </a:lnTo>
                    <a:lnTo>
                      <a:pt x="85" y="2768"/>
                    </a:lnTo>
                    <a:lnTo>
                      <a:pt x="1" y="2936"/>
                    </a:lnTo>
                    <a:lnTo>
                      <a:pt x="1" y="3145"/>
                    </a:lnTo>
                    <a:lnTo>
                      <a:pt x="85" y="3313"/>
                    </a:lnTo>
                    <a:lnTo>
                      <a:pt x="210" y="3481"/>
                    </a:lnTo>
                    <a:lnTo>
                      <a:pt x="210" y="3481"/>
                    </a:lnTo>
                    <a:lnTo>
                      <a:pt x="378" y="3523"/>
                    </a:lnTo>
                    <a:lnTo>
                      <a:pt x="504" y="3565"/>
                    </a:lnTo>
                    <a:lnTo>
                      <a:pt x="504" y="3565"/>
                    </a:lnTo>
                    <a:lnTo>
                      <a:pt x="630" y="3565"/>
                    </a:lnTo>
                    <a:lnTo>
                      <a:pt x="756" y="3523"/>
                    </a:lnTo>
                    <a:lnTo>
                      <a:pt x="839" y="3439"/>
                    </a:lnTo>
                    <a:lnTo>
                      <a:pt x="923" y="3355"/>
                    </a:lnTo>
                    <a:lnTo>
                      <a:pt x="923" y="3355"/>
                    </a:lnTo>
                    <a:lnTo>
                      <a:pt x="1972" y="1761"/>
                    </a:lnTo>
                    <a:lnTo>
                      <a:pt x="2349" y="1174"/>
                    </a:lnTo>
                    <a:lnTo>
                      <a:pt x="2601" y="755"/>
                    </a:lnTo>
                    <a:lnTo>
                      <a:pt x="2601" y="755"/>
                    </a:lnTo>
                    <a:lnTo>
                      <a:pt x="2685" y="587"/>
                    </a:lnTo>
                    <a:lnTo>
                      <a:pt x="2685" y="378"/>
                    </a:lnTo>
                    <a:lnTo>
                      <a:pt x="2601" y="210"/>
                    </a:lnTo>
                    <a:lnTo>
                      <a:pt x="2433" y="42"/>
                    </a:lnTo>
                    <a:lnTo>
                      <a:pt x="2433" y="42"/>
                    </a:lnTo>
                    <a:lnTo>
                      <a:pt x="2307" y="0"/>
                    </a:lnTo>
                    <a:lnTo>
                      <a:pt x="2181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289;p17">
                <a:extLst>
                  <a:ext uri="{FF2B5EF4-FFF2-40B4-BE49-F238E27FC236}">
                    <a16:creationId xmlns:a16="http://schemas.microsoft.com/office/drawing/2014/main" id="{EF7F7F15-12A3-8476-6A3F-06E939EEF055}"/>
                  </a:ext>
                </a:extLst>
              </p:cNvPr>
              <p:cNvSpPr/>
              <p:nvPr/>
            </p:nvSpPr>
            <p:spPr>
              <a:xfrm>
                <a:off x="7347849" y="3440730"/>
                <a:ext cx="19563" cy="79031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4068" fill="none" extrusionOk="0">
                    <a:moveTo>
                      <a:pt x="503" y="0"/>
                    </a:moveTo>
                    <a:lnTo>
                      <a:pt x="503" y="0"/>
                    </a:lnTo>
                    <a:lnTo>
                      <a:pt x="294" y="42"/>
                    </a:lnTo>
                    <a:lnTo>
                      <a:pt x="168" y="168"/>
                    </a:lnTo>
                    <a:lnTo>
                      <a:pt x="42" y="336"/>
                    </a:lnTo>
                    <a:lnTo>
                      <a:pt x="0" y="503"/>
                    </a:lnTo>
                    <a:lnTo>
                      <a:pt x="0" y="3565"/>
                    </a:lnTo>
                    <a:lnTo>
                      <a:pt x="0" y="3565"/>
                    </a:lnTo>
                    <a:lnTo>
                      <a:pt x="42" y="3774"/>
                    </a:lnTo>
                    <a:lnTo>
                      <a:pt x="168" y="3942"/>
                    </a:lnTo>
                    <a:lnTo>
                      <a:pt x="294" y="4026"/>
                    </a:lnTo>
                    <a:lnTo>
                      <a:pt x="503" y="4068"/>
                    </a:lnTo>
                    <a:lnTo>
                      <a:pt x="503" y="4068"/>
                    </a:lnTo>
                    <a:lnTo>
                      <a:pt x="713" y="4026"/>
                    </a:lnTo>
                    <a:lnTo>
                      <a:pt x="881" y="3942"/>
                    </a:lnTo>
                    <a:lnTo>
                      <a:pt x="965" y="3774"/>
                    </a:lnTo>
                    <a:lnTo>
                      <a:pt x="1006" y="3565"/>
                    </a:lnTo>
                    <a:lnTo>
                      <a:pt x="1006" y="503"/>
                    </a:lnTo>
                    <a:lnTo>
                      <a:pt x="1006" y="503"/>
                    </a:lnTo>
                    <a:lnTo>
                      <a:pt x="965" y="336"/>
                    </a:lnTo>
                    <a:lnTo>
                      <a:pt x="881" y="168"/>
                    </a:lnTo>
                    <a:lnTo>
                      <a:pt x="713" y="42"/>
                    </a:lnTo>
                    <a:lnTo>
                      <a:pt x="50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290;p17">
                <a:extLst>
                  <a:ext uri="{FF2B5EF4-FFF2-40B4-BE49-F238E27FC236}">
                    <a16:creationId xmlns:a16="http://schemas.microsoft.com/office/drawing/2014/main" id="{1BF8B20B-424C-BAAF-7DE8-79BD0B33BD2E}"/>
                  </a:ext>
                </a:extLst>
              </p:cNvPr>
              <p:cNvSpPr/>
              <p:nvPr/>
            </p:nvSpPr>
            <p:spPr>
              <a:xfrm>
                <a:off x="2276422" y="3405684"/>
                <a:ext cx="63567" cy="59506"/>
              </a:xfrm>
              <a:custGeom>
                <a:avLst/>
                <a:gdLst/>
                <a:ahLst/>
                <a:cxnLst/>
                <a:rect l="l" t="t" r="r" b="b"/>
                <a:pathLst>
                  <a:path w="3272" h="3063" fill="none" extrusionOk="0">
                    <a:moveTo>
                      <a:pt x="503" y="1"/>
                    </a:moveTo>
                    <a:lnTo>
                      <a:pt x="503" y="1"/>
                    </a:lnTo>
                    <a:lnTo>
                      <a:pt x="336" y="43"/>
                    </a:lnTo>
                    <a:lnTo>
                      <a:pt x="168" y="127"/>
                    </a:lnTo>
                    <a:lnTo>
                      <a:pt x="168" y="127"/>
                    </a:lnTo>
                    <a:lnTo>
                      <a:pt x="42" y="295"/>
                    </a:lnTo>
                    <a:lnTo>
                      <a:pt x="0" y="504"/>
                    </a:lnTo>
                    <a:lnTo>
                      <a:pt x="42" y="672"/>
                    </a:lnTo>
                    <a:lnTo>
                      <a:pt x="168" y="840"/>
                    </a:lnTo>
                    <a:lnTo>
                      <a:pt x="168" y="840"/>
                    </a:lnTo>
                    <a:lnTo>
                      <a:pt x="965" y="1636"/>
                    </a:lnTo>
                    <a:lnTo>
                      <a:pt x="1258" y="1930"/>
                    </a:lnTo>
                    <a:lnTo>
                      <a:pt x="2432" y="2936"/>
                    </a:lnTo>
                    <a:lnTo>
                      <a:pt x="2432" y="2936"/>
                    </a:lnTo>
                    <a:lnTo>
                      <a:pt x="2558" y="3062"/>
                    </a:lnTo>
                    <a:lnTo>
                      <a:pt x="2768" y="3062"/>
                    </a:lnTo>
                    <a:lnTo>
                      <a:pt x="2768" y="3062"/>
                    </a:lnTo>
                    <a:lnTo>
                      <a:pt x="2978" y="3020"/>
                    </a:lnTo>
                    <a:lnTo>
                      <a:pt x="3145" y="2895"/>
                    </a:lnTo>
                    <a:lnTo>
                      <a:pt x="3145" y="2895"/>
                    </a:lnTo>
                    <a:lnTo>
                      <a:pt x="3229" y="2727"/>
                    </a:lnTo>
                    <a:lnTo>
                      <a:pt x="3271" y="2559"/>
                    </a:lnTo>
                    <a:lnTo>
                      <a:pt x="3229" y="2349"/>
                    </a:lnTo>
                    <a:lnTo>
                      <a:pt x="3103" y="2182"/>
                    </a:lnTo>
                    <a:lnTo>
                      <a:pt x="1929" y="1133"/>
                    </a:lnTo>
                    <a:lnTo>
                      <a:pt x="1929" y="1133"/>
                    </a:lnTo>
                    <a:lnTo>
                      <a:pt x="881" y="127"/>
                    </a:lnTo>
                    <a:lnTo>
                      <a:pt x="881" y="127"/>
                    </a:lnTo>
                    <a:lnTo>
                      <a:pt x="713" y="43"/>
                    </a:lnTo>
                    <a:lnTo>
                      <a:pt x="50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291;p17">
                <a:extLst>
                  <a:ext uri="{FF2B5EF4-FFF2-40B4-BE49-F238E27FC236}">
                    <a16:creationId xmlns:a16="http://schemas.microsoft.com/office/drawing/2014/main" id="{14E6CF98-8F4D-205B-3FB9-F6861E6B465F}"/>
                  </a:ext>
                </a:extLst>
              </p:cNvPr>
              <p:cNvSpPr/>
              <p:nvPr/>
            </p:nvSpPr>
            <p:spPr>
              <a:xfrm>
                <a:off x="7347849" y="3322594"/>
                <a:ext cx="19563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4069" fill="none" extrusionOk="0">
                    <a:moveTo>
                      <a:pt x="503" y="1"/>
                    </a:moveTo>
                    <a:lnTo>
                      <a:pt x="503" y="1"/>
                    </a:lnTo>
                    <a:lnTo>
                      <a:pt x="294" y="42"/>
                    </a:lnTo>
                    <a:lnTo>
                      <a:pt x="168" y="126"/>
                    </a:lnTo>
                    <a:lnTo>
                      <a:pt x="42" y="294"/>
                    </a:lnTo>
                    <a:lnTo>
                      <a:pt x="0" y="504"/>
                    </a:lnTo>
                    <a:lnTo>
                      <a:pt x="0" y="3565"/>
                    </a:lnTo>
                    <a:lnTo>
                      <a:pt x="0" y="3565"/>
                    </a:lnTo>
                    <a:lnTo>
                      <a:pt x="42" y="3733"/>
                    </a:lnTo>
                    <a:lnTo>
                      <a:pt x="168" y="3901"/>
                    </a:lnTo>
                    <a:lnTo>
                      <a:pt x="294" y="4026"/>
                    </a:lnTo>
                    <a:lnTo>
                      <a:pt x="503" y="4068"/>
                    </a:lnTo>
                    <a:lnTo>
                      <a:pt x="503" y="4068"/>
                    </a:lnTo>
                    <a:lnTo>
                      <a:pt x="713" y="4026"/>
                    </a:lnTo>
                    <a:lnTo>
                      <a:pt x="881" y="3901"/>
                    </a:lnTo>
                    <a:lnTo>
                      <a:pt x="965" y="3733"/>
                    </a:lnTo>
                    <a:lnTo>
                      <a:pt x="1006" y="3565"/>
                    </a:lnTo>
                    <a:lnTo>
                      <a:pt x="1006" y="504"/>
                    </a:lnTo>
                    <a:lnTo>
                      <a:pt x="1006" y="504"/>
                    </a:lnTo>
                    <a:lnTo>
                      <a:pt x="965" y="294"/>
                    </a:lnTo>
                    <a:lnTo>
                      <a:pt x="881" y="126"/>
                    </a:lnTo>
                    <a:lnTo>
                      <a:pt x="713" y="42"/>
                    </a:lnTo>
                    <a:lnTo>
                      <a:pt x="50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292;p17">
                <a:extLst>
                  <a:ext uri="{FF2B5EF4-FFF2-40B4-BE49-F238E27FC236}">
                    <a16:creationId xmlns:a16="http://schemas.microsoft.com/office/drawing/2014/main" id="{4601A2EA-3B71-754D-DC9F-BCF19FFB88A7}"/>
                  </a:ext>
                </a:extLst>
              </p:cNvPr>
              <p:cNvSpPr/>
              <p:nvPr/>
            </p:nvSpPr>
            <p:spPr>
              <a:xfrm>
                <a:off x="2195761" y="3318514"/>
                <a:ext cx="59487" cy="63567"/>
              </a:xfrm>
              <a:custGeom>
                <a:avLst/>
                <a:gdLst/>
                <a:ahLst/>
                <a:cxnLst/>
                <a:rect l="l" t="t" r="r" b="b"/>
                <a:pathLst>
                  <a:path w="3062" h="3272" fill="none" extrusionOk="0">
                    <a:moveTo>
                      <a:pt x="546" y="1"/>
                    </a:moveTo>
                    <a:lnTo>
                      <a:pt x="546" y="1"/>
                    </a:lnTo>
                    <a:lnTo>
                      <a:pt x="336" y="1"/>
                    </a:lnTo>
                    <a:lnTo>
                      <a:pt x="210" y="85"/>
                    </a:lnTo>
                    <a:lnTo>
                      <a:pt x="210" y="85"/>
                    </a:lnTo>
                    <a:lnTo>
                      <a:pt x="84" y="252"/>
                    </a:lnTo>
                    <a:lnTo>
                      <a:pt x="1" y="462"/>
                    </a:lnTo>
                    <a:lnTo>
                      <a:pt x="42" y="630"/>
                    </a:lnTo>
                    <a:lnTo>
                      <a:pt x="126" y="840"/>
                    </a:lnTo>
                    <a:lnTo>
                      <a:pt x="126" y="840"/>
                    </a:lnTo>
                    <a:lnTo>
                      <a:pt x="1175" y="1972"/>
                    </a:lnTo>
                    <a:lnTo>
                      <a:pt x="2181" y="3104"/>
                    </a:lnTo>
                    <a:lnTo>
                      <a:pt x="2181" y="3104"/>
                    </a:lnTo>
                    <a:lnTo>
                      <a:pt x="2349" y="3230"/>
                    </a:lnTo>
                    <a:lnTo>
                      <a:pt x="2559" y="3272"/>
                    </a:lnTo>
                    <a:lnTo>
                      <a:pt x="2559" y="3272"/>
                    </a:lnTo>
                    <a:lnTo>
                      <a:pt x="2726" y="3272"/>
                    </a:lnTo>
                    <a:lnTo>
                      <a:pt x="2894" y="3146"/>
                    </a:lnTo>
                    <a:lnTo>
                      <a:pt x="2894" y="3146"/>
                    </a:lnTo>
                    <a:lnTo>
                      <a:pt x="3020" y="2978"/>
                    </a:lnTo>
                    <a:lnTo>
                      <a:pt x="3062" y="2811"/>
                    </a:lnTo>
                    <a:lnTo>
                      <a:pt x="3020" y="2601"/>
                    </a:lnTo>
                    <a:lnTo>
                      <a:pt x="2936" y="2433"/>
                    </a:lnTo>
                    <a:lnTo>
                      <a:pt x="2936" y="2433"/>
                    </a:lnTo>
                    <a:lnTo>
                      <a:pt x="1930" y="1301"/>
                    </a:lnTo>
                    <a:lnTo>
                      <a:pt x="923" y="169"/>
                    </a:lnTo>
                    <a:lnTo>
                      <a:pt x="923" y="169"/>
                    </a:lnTo>
                    <a:lnTo>
                      <a:pt x="839" y="85"/>
                    </a:lnTo>
                    <a:lnTo>
                      <a:pt x="755" y="43"/>
                    </a:lnTo>
                    <a:lnTo>
                      <a:pt x="546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293;p17">
                <a:extLst>
                  <a:ext uri="{FF2B5EF4-FFF2-40B4-BE49-F238E27FC236}">
                    <a16:creationId xmlns:a16="http://schemas.microsoft.com/office/drawing/2014/main" id="{404F2A3E-0B64-71F9-0336-AEF4C9F802F5}"/>
                  </a:ext>
                </a:extLst>
              </p:cNvPr>
              <p:cNvSpPr/>
              <p:nvPr/>
            </p:nvSpPr>
            <p:spPr>
              <a:xfrm>
                <a:off x="2122443" y="3224837"/>
                <a:ext cx="55407" cy="67627"/>
              </a:xfrm>
              <a:custGeom>
                <a:avLst/>
                <a:gdLst/>
                <a:ahLst/>
                <a:cxnLst/>
                <a:rect l="l" t="t" r="r" b="b"/>
                <a:pathLst>
                  <a:path w="2852" h="3481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210" y="126"/>
                    </a:lnTo>
                    <a:lnTo>
                      <a:pt x="210" y="126"/>
                    </a:lnTo>
                    <a:lnTo>
                      <a:pt x="84" y="252"/>
                    </a:lnTo>
                    <a:lnTo>
                      <a:pt x="0" y="462"/>
                    </a:lnTo>
                    <a:lnTo>
                      <a:pt x="0" y="629"/>
                    </a:lnTo>
                    <a:lnTo>
                      <a:pt x="84" y="839"/>
                    </a:lnTo>
                    <a:lnTo>
                      <a:pt x="84" y="839"/>
                    </a:lnTo>
                    <a:lnTo>
                      <a:pt x="1007" y="2055"/>
                    </a:lnTo>
                    <a:lnTo>
                      <a:pt x="1971" y="3271"/>
                    </a:lnTo>
                    <a:lnTo>
                      <a:pt x="1971" y="3271"/>
                    </a:lnTo>
                    <a:lnTo>
                      <a:pt x="2055" y="3355"/>
                    </a:lnTo>
                    <a:lnTo>
                      <a:pt x="2139" y="3397"/>
                    </a:lnTo>
                    <a:lnTo>
                      <a:pt x="2349" y="3481"/>
                    </a:lnTo>
                    <a:lnTo>
                      <a:pt x="2349" y="3481"/>
                    </a:lnTo>
                    <a:lnTo>
                      <a:pt x="2516" y="3439"/>
                    </a:lnTo>
                    <a:lnTo>
                      <a:pt x="2684" y="3355"/>
                    </a:lnTo>
                    <a:lnTo>
                      <a:pt x="2684" y="3355"/>
                    </a:lnTo>
                    <a:lnTo>
                      <a:pt x="2810" y="3187"/>
                    </a:lnTo>
                    <a:lnTo>
                      <a:pt x="2852" y="3020"/>
                    </a:lnTo>
                    <a:lnTo>
                      <a:pt x="2852" y="2810"/>
                    </a:lnTo>
                    <a:lnTo>
                      <a:pt x="2768" y="2642"/>
                    </a:lnTo>
                    <a:lnTo>
                      <a:pt x="2768" y="2642"/>
                    </a:lnTo>
                    <a:lnTo>
                      <a:pt x="1845" y="1426"/>
                    </a:lnTo>
                    <a:lnTo>
                      <a:pt x="923" y="210"/>
                    </a:lnTo>
                    <a:lnTo>
                      <a:pt x="923" y="210"/>
                    </a:lnTo>
                    <a:lnTo>
                      <a:pt x="839" y="126"/>
                    </a:lnTo>
                    <a:lnTo>
                      <a:pt x="713" y="84"/>
                    </a:lnTo>
                    <a:lnTo>
                      <a:pt x="629" y="42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294;p17">
                <a:extLst>
                  <a:ext uri="{FF2B5EF4-FFF2-40B4-BE49-F238E27FC236}">
                    <a16:creationId xmlns:a16="http://schemas.microsoft.com/office/drawing/2014/main" id="{B80683C9-8B74-FC05-6BC0-A4B3EA5F32E3}"/>
                  </a:ext>
                </a:extLst>
              </p:cNvPr>
              <p:cNvSpPr/>
              <p:nvPr/>
            </p:nvSpPr>
            <p:spPr>
              <a:xfrm>
                <a:off x="7347849" y="3203642"/>
                <a:ext cx="19563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4069" fill="none" extrusionOk="0">
                    <a:moveTo>
                      <a:pt x="503" y="1"/>
                    </a:moveTo>
                    <a:lnTo>
                      <a:pt x="503" y="1"/>
                    </a:lnTo>
                    <a:lnTo>
                      <a:pt x="294" y="43"/>
                    </a:lnTo>
                    <a:lnTo>
                      <a:pt x="168" y="169"/>
                    </a:lnTo>
                    <a:lnTo>
                      <a:pt x="42" y="336"/>
                    </a:lnTo>
                    <a:lnTo>
                      <a:pt x="0" y="504"/>
                    </a:lnTo>
                    <a:lnTo>
                      <a:pt x="0" y="3565"/>
                    </a:lnTo>
                    <a:lnTo>
                      <a:pt x="0" y="3565"/>
                    </a:lnTo>
                    <a:lnTo>
                      <a:pt x="42" y="3775"/>
                    </a:lnTo>
                    <a:lnTo>
                      <a:pt x="168" y="3943"/>
                    </a:lnTo>
                    <a:lnTo>
                      <a:pt x="294" y="4027"/>
                    </a:lnTo>
                    <a:lnTo>
                      <a:pt x="503" y="4069"/>
                    </a:lnTo>
                    <a:lnTo>
                      <a:pt x="503" y="4069"/>
                    </a:lnTo>
                    <a:lnTo>
                      <a:pt x="713" y="4027"/>
                    </a:lnTo>
                    <a:lnTo>
                      <a:pt x="881" y="3943"/>
                    </a:lnTo>
                    <a:lnTo>
                      <a:pt x="965" y="3775"/>
                    </a:lnTo>
                    <a:lnTo>
                      <a:pt x="1006" y="3565"/>
                    </a:lnTo>
                    <a:lnTo>
                      <a:pt x="1006" y="504"/>
                    </a:lnTo>
                    <a:lnTo>
                      <a:pt x="1006" y="504"/>
                    </a:lnTo>
                    <a:lnTo>
                      <a:pt x="965" y="336"/>
                    </a:lnTo>
                    <a:lnTo>
                      <a:pt x="881" y="169"/>
                    </a:lnTo>
                    <a:lnTo>
                      <a:pt x="713" y="43"/>
                    </a:lnTo>
                    <a:lnTo>
                      <a:pt x="50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295;p17">
                <a:extLst>
                  <a:ext uri="{FF2B5EF4-FFF2-40B4-BE49-F238E27FC236}">
                    <a16:creationId xmlns:a16="http://schemas.microsoft.com/office/drawing/2014/main" id="{0C2C1266-D49D-1F1E-041A-DD3CD6D669EE}"/>
                  </a:ext>
                </a:extLst>
              </p:cNvPr>
              <p:cNvSpPr/>
              <p:nvPr/>
            </p:nvSpPr>
            <p:spPr>
              <a:xfrm>
                <a:off x="2055634" y="3127080"/>
                <a:ext cx="52163" cy="69259"/>
              </a:xfrm>
              <a:custGeom>
                <a:avLst/>
                <a:gdLst/>
                <a:ahLst/>
                <a:cxnLst/>
                <a:rect l="l" t="t" r="r" b="b"/>
                <a:pathLst>
                  <a:path w="2685" h="3565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210" y="84"/>
                    </a:lnTo>
                    <a:lnTo>
                      <a:pt x="210" y="84"/>
                    </a:lnTo>
                    <a:lnTo>
                      <a:pt x="84" y="252"/>
                    </a:lnTo>
                    <a:lnTo>
                      <a:pt x="1" y="419"/>
                    </a:lnTo>
                    <a:lnTo>
                      <a:pt x="1" y="629"/>
                    </a:lnTo>
                    <a:lnTo>
                      <a:pt x="84" y="797"/>
                    </a:lnTo>
                    <a:lnTo>
                      <a:pt x="84" y="797"/>
                    </a:lnTo>
                    <a:lnTo>
                      <a:pt x="881" y="2097"/>
                    </a:lnTo>
                    <a:lnTo>
                      <a:pt x="1762" y="3355"/>
                    </a:lnTo>
                    <a:lnTo>
                      <a:pt x="1762" y="3355"/>
                    </a:lnTo>
                    <a:lnTo>
                      <a:pt x="1846" y="3439"/>
                    </a:lnTo>
                    <a:lnTo>
                      <a:pt x="1930" y="3523"/>
                    </a:lnTo>
                    <a:lnTo>
                      <a:pt x="2055" y="3565"/>
                    </a:lnTo>
                    <a:lnTo>
                      <a:pt x="2181" y="3565"/>
                    </a:lnTo>
                    <a:lnTo>
                      <a:pt x="2181" y="3565"/>
                    </a:lnTo>
                    <a:lnTo>
                      <a:pt x="2307" y="3565"/>
                    </a:lnTo>
                    <a:lnTo>
                      <a:pt x="2475" y="3481"/>
                    </a:lnTo>
                    <a:lnTo>
                      <a:pt x="2475" y="3481"/>
                    </a:lnTo>
                    <a:lnTo>
                      <a:pt x="2601" y="3355"/>
                    </a:lnTo>
                    <a:lnTo>
                      <a:pt x="2684" y="3187"/>
                    </a:lnTo>
                    <a:lnTo>
                      <a:pt x="2684" y="2977"/>
                    </a:lnTo>
                    <a:lnTo>
                      <a:pt x="2601" y="2768"/>
                    </a:lnTo>
                    <a:lnTo>
                      <a:pt x="2601" y="2768"/>
                    </a:lnTo>
                    <a:lnTo>
                      <a:pt x="1762" y="1510"/>
                    </a:lnTo>
                    <a:lnTo>
                      <a:pt x="923" y="252"/>
                    </a:lnTo>
                    <a:lnTo>
                      <a:pt x="923" y="252"/>
                    </a:lnTo>
                    <a:lnTo>
                      <a:pt x="839" y="168"/>
                    </a:lnTo>
                    <a:lnTo>
                      <a:pt x="713" y="84"/>
                    </a:lnTo>
                    <a:lnTo>
                      <a:pt x="630" y="42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296;p17">
                <a:extLst>
                  <a:ext uri="{FF2B5EF4-FFF2-40B4-BE49-F238E27FC236}">
                    <a16:creationId xmlns:a16="http://schemas.microsoft.com/office/drawing/2014/main" id="{79BD43B7-4157-C9C5-C82C-E4BA4FC37ABF}"/>
                  </a:ext>
                </a:extLst>
              </p:cNvPr>
              <p:cNvSpPr/>
              <p:nvPr/>
            </p:nvSpPr>
            <p:spPr>
              <a:xfrm>
                <a:off x="3486221" y="3105885"/>
                <a:ext cx="79050" cy="19583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08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294" y="43"/>
                    </a:lnTo>
                    <a:lnTo>
                      <a:pt x="168" y="126"/>
                    </a:lnTo>
                    <a:lnTo>
                      <a:pt x="43" y="294"/>
                    </a:lnTo>
                    <a:lnTo>
                      <a:pt x="1" y="504"/>
                    </a:lnTo>
                    <a:lnTo>
                      <a:pt x="1" y="504"/>
                    </a:lnTo>
                    <a:lnTo>
                      <a:pt x="43" y="672"/>
                    </a:lnTo>
                    <a:lnTo>
                      <a:pt x="127" y="839"/>
                    </a:lnTo>
                    <a:lnTo>
                      <a:pt x="294" y="965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2894" y="1007"/>
                    </a:lnTo>
                    <a:lnTo>
                      <a:pt x="2894" y="1007"/>
                    </a:lnTo>
                    <a:lnTo>
                      <a:pt x="3020" y="1007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01" y="839"/>
                    </a:lnTo>
                    <a:lnTo>
                      <a:pt x="4027" y="714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7" y="294"/>
                    </a:lnTo>
                    <a:lnTo>
                      <a:pt x="3901" y="126"/>
                    </a:lnTo>
                    <a:lnTo>
                      <a:pt x="3775" y="43"/>
                    </a:lnTo>
                    <a:lnTo>
                      <a:pt x="3565" y="1"/>
                    </a:lnTo>
                    <a:lnTo>
                      <a:pt x="3565" y="1"/>
                    </a:lnTo>
                    <a:lnTo>
                      <a:pt x="3020" y="1"/>
                    </a:lnTo>
                    <a:lnTo>
                      <a:pt x="3020" y="1"/>
                    </a:lnTo>
                    <a:lnTo>
                      <a:pt x="2601" y="1"/>
                    </a:lnTo>
                    <a:lnTo>
                      <a:pt x="2601" y="1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297;p17">
                <a:extLst>
                  <a:ext uri="{FF2B5EF4-FFF2-40B4-BE49-F238E27FC236}">
                    <a16:creationId xmlns:a16="http://schemas.microsoft.com/office/drawing/2014/main" id="{07279E24-EB48-53CB-9E88-E655F2C28D65}"/>
                  </a:ext>
                </a:extLst>
              </p:cNvPr>
              <p:cNvSpPr/>
              <p:nvPr/>
            </p:nvSpPr>
            <p:spPr>
              <a:xfrm>
                <a:off x="3604357" y="3104253"/>
                <a:ext cx="79050" cy="2121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92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65" y="1"/>
                    </a:lnTo>
                    <a:lnTo>
                      <a:pt x="504" y="43"/>
                    </a:lnTo>
                    <a:lnTo>
                      <a:pt x="504" y="43"/>
                    </a:lnTo>
                    <a:lnTo>
                      <a:pt x="336" y="85"/>
                    </a:lnTo>
                    <a:lnTo>
                      <a:pt x="168" y="210"/>
                    </a:lnTo>
                    <a:lnTo>
                      <a:pt x="42" y="378"/>
                    </a:lnTo>
                    <a:lnTo>
                      <a:pt x="0" y="588"/>
                    </a:lnTo>
                    <a:lnTo>
                      <a:pt x="0" y="588"/>
                    </a:lnTo>
                    <a:lnTo>
                      <a:pt x="42" y="756"/>
                    </a:lnTo>
                    <a:lnTo>
                      <a:pt x="168" y="923"/>
                    </a:lnTo>
                    <a:lnTo>
                      <a:pt x="336" y="1049"/>
                    </a:lnTo>
                    <a:lnTo>
                      <a:pt x="546" y="1091"/>
                    </a:lnTo>
                    <a:lnTo>
                      <a:pt x="546" y="1091"/>
                    </a:lnTo>
                    <a:lnTo>
                      <a:pt x="546" y="1091"/>
                    </a:lnTo>
                    <a:lnTo>
                      <a:pt x="3607" y="1049"/>
                    </a:lnTo>
                    <a:lnTo>
                      <a:pt x="3607" y="1049"/>
                    </a:lnTo>
                    <a:lnTo>
                      <a:pt x="3775" y="1007"/>
                    </a:lnTo>
                    <a:lnTo>
                      <a:pt x="3942" y="881"/>
                    </a:lnTo>
                    <a:lnTo>
                      <a:pt x="4068" y="714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336"/>
                    </a:lnTo>
                    <a:lnTo>
                      <a:pt x="3942" y="169"/>
                    </a:lnTo>
                    <a:lnTo>
                      <a:pt x="3775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298;p17">
                <a:extLst>
                  <a:ext uri="{FF2B5EF4-FFF2-40B4-BE49-F238E27FC236}">
                    <a16:creationId xmlns:a16="http://schemas.microsoft.com/office/drawing/2014/main" id="{CF4F2EB7-E35E-71A9-F1E0-D0719AB8AFBD}"/>
                  </a:ext>
                </a:extLst>
              </p:cNvPr>
              <p:cNvSpPr/>
              <p:nvPr/>
            </p:nvSpPr>
            <p:spPr>
              <a:xfrm>
                <a:off x="3367289" y="3104253"/>
                <a:ext cx="79031" cy="20399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050" fill="none" extrusionOk="0">
                    <a:moveTo>
                      <a:pt x="545" y="1"/>
                    </a:moveTo>
                    <a:lnTo>
                      <a:pt x="545" y="1"/>
                    </a:lnTo>
                    <a:lnTo>
                      <a:pt x="336" y="43"/>
                    </a:lnTo>
                    <a:lnTo>
                      <a:pt x="168" y="127"/>
                    </a:lnTo>
                    <a:lnTo>
                      <a:pt x="42" y="294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72"/>
                    </a:lnTo>
                    <a:lnTo>
                      <a:pt x="168" y="840"/>
                    </a:lnTo>
                    <a:lnTo>
                      <a:pt x="294" y="965"/>
                    </a:lnTo>
                    <a:lnTo>
                      <a:pt x="503" y="1007"/>
                    </a:lnTo>
                    <a:lnTo>
                      <a:pt x="503" y="1007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74" y="1007"/>
                    </a:lnTo>
                    <a:lnTo>
                      <a:pt x="3942" y="923"/>
                    </a:lnTo>
                    <a:lnTo>
                      <a:pt x="4026" y="756"/>
                    </a:lnTo>
                    <a:lnTo>
                      <a:pt x="4068" y="546"/>
                    </a:lnTo>
                    <a:lnTo>
                      <a:pt x="4068" y="546"/>
                    </a:lnTo>
                    <a:lnTo>
                      <a:pt x="4026" y="336"/>
                    </a:lnTo>
                    <a:lnTo>
                      <a:pt x="3942" y="169"/>
                    </a:lnTo>
                    <a:lnTo>
                      <a:pt x="3774" y="85"/>
                    </a:lnTo>
                    <a:lnTo>
                      <a:pt x="3565" y="43"/>
                    </a:lnTo>
                    <a:lnTo>
                      <a:pt x="3565" y="43"/>
                    </a:lnTo>
                    <a:lnTo>
                      <a:pt x="54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299;p17">
                <a:extLst>
                  <a:ext uri="{FF2B5EF4-FFF2-40B4-BE49-F238E27FC236}">
                    <a16:creationId xmlns:a16="http://schemas.microsoft.com/office/drawing/2014/main" id="{9F6874B2-9B19-21FA-C39E-08B8925FD1F3}"/>
                  </a:ext>
                </a:extLst>
              </p:cNvPr>
              <p:cNvSpPr/>
              <p:nvPr/>
            </p:nvSpPr>
            <p:spPr>
              <a:xfrm>
                <a:off x="3723289" y="3101825"/>
                <a:ext cx="79050" cy="2119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91" fill="none" extrusionOk="0">
                    <a:moveTo>
                      <a:pt x="3566" y="0"/>
                    </a:moveTo>
                    <a:lnTo>
                      <a:pt x="3566" y="0"/>
                    </a:lnTo>
                    <a:lnTo>
                      <a:pt x="3524" y="0"/>
                    </a:lnTo>
                    <a:lnTo>
                      <a:pt x="3524" y="0"/>
                    </a:lnTo>
                    <a:lnTo>
                      <a:pt x="504" y="84"/>
                    </a:lnTo>
                    <a:lnTo>
                      <a:pt x="504" y="84"/>
                    </a:lnTo>
                    <a:lnTo>
                      <a:pt x="295" y="126"/>
                    </a:lnTo>
                    <a:lnTo>
                      <a:pt x="127" y="252"/>
                    </a:lnTo>
                    <a:lnTo>
                      <a:pt x="43" y="419"/>
                    </a:lnTo>
                    <a:lnTo>
                      <a:pt x="1" y="587"/>
                    </a:lnTo>
                    <a:lnTo>
                      <a:pt x="1" y="587"/>
                    </a:lnTo>
                    <a:lnTo>
                      <a:pt x="43" y="797"/>
                    </a:lnTo>
                    <a:lnTo>
                      <a:pt x="169" y="965"/>
                    </a:lnTo>
                    <a:lnTo>
                      <a:pt x="295" y="1048"/>
                    </a:lnTo>
                    <a:lnTo>
                      <a:pt x="504" y="1090"/>
                    </a:lnTo>
                    <a:lnTo>
                      <a:pt x="504" y="1090"/>
                    </a:lnTo>
                    <a:lnTo>
                      <a:pt x="504" y="1090"/>
                    </a:lnTo>
                    <a:lnTo>
                      <a:pt x="3566" y="1006"/>
                    </a:lnTo>
                    <a:lnTo>
                      <a:pt x="3566" y="1006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27" y="671"/>
                    </a:lnTo>
                    <a:lnTo>
                      <a:pt x="4069" y="503"/>
                    </a:lnTo>
                    <a:lnTo>
                      <a:pt x="4069" y="503"/>
                    </a:lnTo>
                    <a:lnTo>
                      <a:pt x="4027" y="294"/>
                    </a:lnTo>
                    <a:lnTo>
                      <a:pt x="3901" y="126"/>
                    </a:lnTo>
                    <a:lnTo>
                      <a:pt x="3775" y="42"/>
                    </a:lnTo>
                    <a:lnTo>
                      <a:pt x="3566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300;p17">
                <a:extLst>
                  <a:ext uri="{FF2B5EF4-FFF2-40B4-BE49-F238E27FC236}">
                    <a16:creationId xmlns:a16="http://schemas.microsoft.com/office/drawing/2014/main" id="{1FC13373-C747-F8E0-4532-5D1400608AE2}"/>
                  </a:ext>
                </a:extLst>
              </p:cNvPr>
              <p:cNvSpPr/>
              <p:nvPr/>
            </p:nvSpPr>
            <p:spPr>
              <a:xfrm>
                <a:off x="3249153" y="3100193"/>
                <a:ext cx="79050" cy="2201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33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294" y="42"/>
                    </a:lnTo>
                    <a:lnTo>
                      <a:pt x="126" y="168"/>
                    </a:lnTo>
                    <a:lnTo>
                      <a:pt x="42" y="294"/>
                    </a:lnTo>
                    <a:lnTo>
                      <a:pt x="0" y="503"/>
                    </a:lnTo>
                    <a:lnTo>
                      <a:pt x="0" y="503"/>
                    </a:lnTo>
                    <a:lnTo>
                      <a:pt x="0" y="713"/>
                    </a:lnTo>
                    <a:lnTo>
                      <a:pt x="126" y="881"/>
                    </a:lnTo>
                    <a:lnTo>
                      <a:pt x="294" y="1007"/>
                    </a:lnTo>
                    <a:lnTo>
                      <a:pt x="462" y="1049"/>
                    </a:lnTo>
                    <a:lnTo>
                      <a:pt x="462" y="1049"/>
                    </a:lnTo>
                    <a:lnTo>
                      <a:pt x="3523" y="1132"/>
                    </a:lnTo>
                    <a:lnTo>
                      <a:pt x="3565" y="1132"/>
                    </a:lnTo>
                    <a:lnTo>
                      <a:pt x="3565" y="1132"/>
                    </a:lnTo>
                    <a:lnTo>
                      <a:pt x="3733" y="1090"/>
                    </a:lnTo>
                    <a:lnTo>
                      <a:pt x="3900" y="1007"/>
                    </a:lnTo>
                    <a:lnTo>
                      <a:pt x="4026" y="839"/>
                    </a:lnTo>
                    <a:lnTo>
                      <a:pt x="4068" y="629"/>
                    </a:lnTo>
                    <a:lnTo>
                      <a:pt x="4068" y="629"/>
                    </a:lnTo>
                    <a:lnTo>
                      <a:pt x="4026" y="419"/>
                    </a:lnTo>
                    <a:lnTo>
                      <a:pt x="3900" y="294"/>
                    </a:lnTo>
                    <a:lnTo>
                      <a:pt x="3775" y="168"/>
                    </a:lnTo>
                    <a:lnTo>
                      <a:pt x="3565" y="126"/>
                    </a:lnTo>
                    <a:lnTo>
                      <a:pt x="3565" y="126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301;p17">
                <a:extLst>
                  <a:ext uri="{FF2B5EF4-FFF2-40B4-BE49-F238E27FC236}">
                    <a16:creationId xmlns:a16="http://schemas.microsoft.com/office/drawing/2014/main" id="{1207969A-3B60-38FD-5BB2-808BA9A3A450}"/>
                  </a:ext>
                </a:extLst>
              </p:cNvPr>
              <p:cNvSpPr/>
              <p:nvPr/>
            </p:nvSpPr>
            <p:spPr>
              <a:xfrm>
                <a:off x="3841425" y="3096929"/>
                <a:ext cx="79050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75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65" y="42"/>
                    </a:lnTo>
                    <a:lnTo>
                      <a:pt x="3565" y="42"/>
                    </a:lnTo>
                    <a:lnTo>
                      <a:pt x="504" y="126"/>
                    </a:lnTo>
                    <a:lnTo>
                      <a:pt x="504" y="126"/>
                    </a:lnTo>
                    <a:lnTo>
                      <a:pt x="294" y="210"/>
                    </a:lnTo>
                    <a:lnTo>
                      <a:pt x="168" y="294"/>
                    </a:lnTo>
                    <a:lnTo>
                      <a:pt x="43" y="462"/>
                    </a:lnTo>
                    <a:lnTo>
                      <a:pt x="1" y="671"/>
                    </a:lnTo>
                    <a:lnTo>
                      <a:pt x="1" y="671"/>
                    </a:lnTo>
                    <a:lnTo>
                      <a:pt x="43" y="881"/>
                    </a:lnTo>
                    <a:lnTo>
                      <a:pt x="168" y="1007"/>
                    </a:lnTo>
                    <a:lnTo>
                      <a:pt x="336" y="1133"/>
                    </a:lnTo>
                    <a:lnTo>
                      <a:pt x="546" y="1175"/>
                    </a:lnTo>
                    <a:lnTo>
                      <a:pt x="546" y="1175"/>
                    </a:lnTo>
                    <a:lnTo>
                      <a:pt x="546" y="1175"/>
                    </a:lnTo>
                    <a:lnTo>
                      <a:pt x="3607" y="1049"/>
                    </a:lnTo>
                    <a:lnTo>
                      <a:pt x="3607" y="1049"/>
                    </a:lnTo>
                    <a:lnTo>
                      <a:pt x="3775" y="1007"/>
                    </a:lnTo>
                    <a:lnTo>
                      <a:pt x="3943" y="881"/>
                    </a:lnTo>
                    <a:lnTo>
                      <a:pt x="4068" y="713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336"/>
                    </a:lnTo>
                    <a:lnTo>
                      <a:pt x="3943" y="168"/>
                    </a:lnTo>
                    <a:lnTo>
                      <a:pt x="3775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302;p17">
                <a:extLst>
                  <a:ext uri="{FF2B5EF4-FFF2-40B4-BE49-F238E27FC236}">
                    <a16:creationId xmlns:a16="http://schemas.microsoft.com/office/drawing/2014/main" id="{0966CC9E-2413-0CE4-6B85-0FF81B32D489}"/>
                  </a:ext>
                </a:extLst>
              </p:cNvPr>
              <p:cNvSpPr/>
              <p:nvPr/>
            </p:nvSpPr>
            <p:spPr>
              <a:xfrm>
                <a:off x="3130201" y="3095297"/>
                <a:ext cx="79050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75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2"/>
                    </a:lnTo>
                    <a:lnTo>
                      <a:pt x="169" y="126"/>
                    </a:lnTo>
                    <a:lnTo>
                      <a:pt x="43" y="294"/>
                    </a:lnTo>
                    <a:lnTo>
                      <a:pt x="1" y="504"/>
                    </a:lnTo>
                    <a:lnTo>
                      <a:pt x="1" y="504"/>
                    </a:lnTo>
                    <a:lnTo>
                      <a:pt x="43" y="671"/>
                    </a:lnTo>
                    <a:lnTo>
                      <a:pt x="127" y="839"/>
                    </a:lnTo>
                    <a:lnTo>
                      <a:pt x="294" y="965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3565" y="1175"/>
                    </a:lnTo>
                    <a:lnTo>
                      <a:pt x="3565" y="1175"/>
                    </a:lnTo>
                    <a:lnTo>
                      <a:pt x="3565" y="1175"/>
                    </a:lnTo>
                    <a:lnTo>
                      <a:pt x="3775" y="1133"/>
                    </a:lnTo>
                    <a:lnTo>
                      <a:pt x="3901" y="1007"/>
                    </a:lnTo>
                    <a:lnTo>
                      <a:pt x="4027" y="881"/>
                    </a:lnTo>
                    <a:lnTo>
                      <a:pt x="4069" y="671"/>
                    </a:lnTo>
                    <a:lnTo>
                      <a:pt x="4069" y="671"/>
                    </a:lnTo>
                    <a:lnTo>
                      <a:pt x="4027" y="462"/>
                    </a:lnTo>
                    <a:lnTo>
                      <a:pt x="3943" y="294"/>
                    </a:lnTo>
                    <a:lnTo>
                      <a:pt x="3775" y="210"/>
                    </a:lnTo>
                    <a:lnTo>
                      <a:pt x="3607" y="168"/>
                    </a:lnTo>
                    <a:lnTo>
                      <a:pt x="3607" y="168"/>
                    </a:lnTo>
                    <a:lnTo>
                      <a:pt x="546" y="1"/>
                    </a:lnTo>
                    <a:lnTo>
                      <a:pt x="546" y="1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303;p17">
                <a:extLst>
                  <a:ext uri="{FF2B5EF4-FFF2-40B4-BE49-F238E27FC236}">
                    <a16:creationId xmlns:a16="http://schemas.microsoft.com/office/drawing/2014/main" id="{0A7F5386-775A-DD89-E999-4739FA88327C}"/>
                  </a:ext>
                </a:extLst>
              </p:cNvPr>
              <p:cNvSpPr/>
              <p:nvPr/>
            </p:nvSpPr>
            <p:spPr>
              <a:xfrm>
                <a:off x="3960377" y="3091217"/>
                <a:ext cx="79050" cy="22847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76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462" y="169"/>
                    </a:lnTo>
                    <a:lnTo>
                      <a:pt x="462" y="169"/>
                    </a:lnTo>
                    <a:lnTo>
                      <a:pt x="294" y="211"/>
                    </a:lnTo>
                    <a:lnTo>
                      <a:pt x="126" y="336"/>
                    </a:lnTo>
                    <a:lnTo>
                      <a:pt x="0" y="504"/>
                    </a:lnTo>
                    <a:lnTo>
                      <a:pt x="0" y="714"/>
                    </a:lnTo>
                    <a:lnTo>
                      <a:pt x="0" y="714"/>
                    </a:lnTo>
                    <a:lnTo>
                      <a:pt x="42" y="881"/>
                    </a:lnTo>
                    <a:lnTo>
                      <a:pt x="168" y="1049"/>
                    </a:lnTo>
                    <a:lnTo>
                      <a:pt x="294" y="1133"/>
                    </a:lnTo>
                    <a:lnTo>
                      <a:pt x="504" y="1175"/>
                    </a:lnTo>
                    <a:lnTo>
                      <a:pt x="545" y="1175"/>
                    </a:lnTo>
                    <a:lnTo>
                      <a:pt x="545" y="1175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4" y="965"/>
                    </a:lnTo>
                    <a:lnTo>
                      <a:pt x="3942" y="840"/>
                    </a:lnTo>
                    <a:lnTo>
                      <a:pt x="4026" y="672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4026" y="294"/>
                    </a:lnTo>
                    <a:lnTo>
                      <a:pt x="3900" y="127"/>
                    </a:lnTo>
                    <a:lnTo>
                      <a:pt x="3733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304;p17">
                <a:extLst>
                  <a:ext uri="{FF2B5EF4-FFF2-40B4-BE49-F238E27FC236}">
                    <a16:creationId xmlns:a16="http://schemas.microsoft.com/office/drawing/2014/main" id="{54F30E90-D0ED-67A7-8C3E-9E5EA2BF4F3F}"/>
                  </a:ext>
                </a:extLst>
              </p:cNvPr>
              <p:cNvSpPr/>
              <p:nvPr/>
            </p:nvSpPr>
            <p:spPr>
              <a:xfrm>
                <a:off x="3012085" y="3088789"/>
                <a:ext cx="79031" cy="23643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217" fill="none" extrusionOk="0">
                    <a:moveTo>
                      <a:pt x="503" y="0"/>
                    </a:moveTo>
                    <a:lnTo>
                      <a:pt x="503" y="0"/>
                    </a:lnTo>
                    <a:lnTo>
                      <a:pt x="294" y="42"/>
                    </a:lnTo>
                    <a:lnTo>
                      <a:pt x="168" y="126"/>
                    </a:lnTo>
                    <a:lnTo>
                      <a:pt x="42" y="294"/>
                    </a:lnTo>
                    <a:lnTo>
                      <a:pt x="0" y="461"/>
                    </a:lnTo>
                    <a:lnTo>
                      <a:pt x="0" y="461"/>
                    </a:lnTo>
                    <a:lnTo>
                      <a:pt x="0" y="671"/>
                    </a:lnTo>
                    <a:lnTo>
                      <a:pt x="126" y="839"/>
                    </a:lnTo>
                    <a:lnTo>
                      <a:pt x="252" y="965"/>
                    </a:lnTo>
                    <a:lnTo>
                      <a:pt x="461" y="1006"/>
                    </a:lnTo>
                    <a:lnTo>
                      <a:pt x="461" y="1006"/>
                    </a:lnTo>
                    <a:lnTo>
                      <a:pt x="3523" y="1216"/>
                    </a:lnTo>
                    <a:lnTo>
                      <a:pt x="3565" y="1216"/>
                    </a:lnTo>
                    <a:lnTo>
                      <a:pt x="3565" y="1216"/>
                    </a:lnTo>
                    <a:lnTo>
                      <a:pt x="3732" y="1174"/>
                    </a:lnTo>
                    <a:lnTo>
                      <a:pt x="3900" y="1048"/>
                    </a:lnTo>
                    <a:lnTo>
                      <a:pt x="3984" y="923"/>
                    </a:lnTo>
                    <a:lnTo>
                      <a:pt x="4068" y="713"/>
                    </a:lnTo>
                    <a:lnTo>
                      <a:pt x="4068" y="713"/>
                    </a:lnTo>
                    <a:lnTo>
                      <a:pt x="4026" y="503"/>
                    </a:lnTo>
                    <a:lnTo>
                      <a:pt x="3942" y="336"/>
                    </a:lnTo>
                    <a:lnTo>
                      <a:pt x="3774" y="252"/>
                    </a:lnTo>
                    <a:lnTo>
                      <a:pt x="3565" y="168"/>
                    </a:lnTo>
                    <a:lnTo>
                      <a:pt x="3565" y="168"/>
                    </a:lnTo>
                    <a:lnTo>
                      <a:pt x="545" y="0"/>
                    </a:lnTo>
                    <a:lnTo>
                      <a:pt x="545" y="0"/>
                    </a:lnTo>
                    <a:lnTo>
                      <a:pt x="50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305;p17">
                <a:extLst>
                  <a:ext uri="{FF2B5EF4-FFF2-40B4-BE49-F238E27FC236}">
                    <a16:creationId xmlns:a16="http://schemas.microsoft.com/office/drawing/2014/main" id="{B3115787-E107-9757-7BD8-7FB22599148E}"/>
                  </a:ext>
                </a:extLst>
              </p:cNvPr>
              <p:cNvSpPr/>
              <p:nvPr/>
            </p:nvSpPr>
            <p:spPr>
              <a:xfrm>
                <a:off x="7347849" y="3085525"/>
                <a:ext cx="19563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4069" fill="none" extrusionOk="0">
                    <a:moveTo>
                      <a:pt x="503" y="0"/>
                    </a:moveTo>
                    <a:lnTo>
                      <a:pt x="503" y="0"/>
                    </a:lnTo>
                    <a:lnTo>
                      <a:pt x="294" y="42"/>
                    </a:lnTo>
                    <a:lnTo>
                      <a:pt x="168" y="126"/>
                    </a:lnTo>
                    <a:lnTo>
                      <a:pt x="42" y="294"/>
                    </a:lnTo>
                    <a:lnTo>
                      <a:pt x="0" y="504"/>
                    </a:lnTo>
                    <a:lnTo>
                      <a:pt x="0" y="3523"/>
                    </a:lnTo>
                    <a:lnTo>
                      <a:pt x="0" y="3523"/>
                    </a:lnTo>
                    <a:lnTo>
                      <a:pt x="42" y="3733"/>
                    </a:lnTo>
                    <a:lnTo>
                      <a:pt x="168" y="3900"/>
                    </a:lnTo>
                    <a:lnTo>
                      <a:pt x="294" y="4026"/>
                    </a:lnTo>
                    <a:lnTo>
                      <a:pt x="503" y="4068"/>
                    </a:lnTo>
                    <a:lnTo>
                      <a:pt x="503" y="4068"/>
                    </a:lnTo>
                    <a:lnTo>
                      <a:pt x="713" y="4026"/>
                    </a:lnTo>
                    <a:lnTo>
                      <a:pt x="881" y="3900"/>
                    </a:lnTo>
                    <a:lnTo>
                      <a:pt x="965" y="3733"/>
                    </a:lnTo>
                    <a:lnTo>
                      <a:pt x="1006" y="3523"/>
                    </a:lnTo>
                    <a:lnTo>
                      <a:pt x="1006" y="504"/>
                    </a:lnTo>
                    <a:lnTo>
                      <a:pt x="1006" y="504"/>
                    </a:lnTo>
                    <a:lnTo>
                      <a:pt x="965" y="294"/>
                    </a:lnTo>
                    <a:lnTo>
                      <a:pt x="881" y="126"/>
                    </a:lnTo>
                    <a:lnTo>
                      <a:pt x="713" y="42"/>
                    </a:lnTo>
                    <a:lnTo>
                      <a:pt x="50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306;p17">
                <a:extLst>
                  <a:ext uri="{FF2B5EF4-FFF2-40B4-BE49-F238E27FC236}">
                    <a16:creationId xmlns:a16="http://schemas.microsoft.com/office/drawing/2014/main" id="{5BDE703C-8880-506D-D381-D2F446197BEF}"/>
                  </a:ext>
                </a:extLst>
              </p:cNvPr>
              <p:cNvSpPr/>
              <p:nvPr/>
            </p:nvSpPr>
            <p:spPr>
              <a:xfrm>
                <a:off x="4078493" y="3083893"/>
                <a:ext cx="79050" cy="23643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17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24" y="0"/>
                    </a:lnTo>
                    <a:lnTo>
                      <a:pt x="3524" y="0"/>
                    </a:lnTo>
                    <a:lnTo>
                      <a:pt x="462" y="210"/>
                    </a:lnTo>
                    <a:lnTo>
                      <a:pt x="462" y="210"/>
                    </a:lnTo>
                    <a:lnTo>
                      <a:pt x="295" y="252"/>
                    </a:lnTo>
                    <a:lnTo>
                      <a:pt x="127" y="378"/>
                    </a:lnTo>
                    <a:lnTo>
                      <a:pt x="43" y="546"/>
                    </a:lnTo>
                    <a:lnTo>
                      <a:pt x="1" y="713"/>
                    </a:lnTo>
                    <a:lnTo>
                      <a:pt x="1" y="713"/>
                    </a:lnTo>
                    <a:lnTo>
                      <a:pt x="43" y="923"/>
                    </a:lnTo>
                    <a:lnTo>
                      <a:pt x="169" y="1091"/>
                    </a:lnTo>
                    <a:lnTo>
                      <a:pt x="336" y="1175"/>
                    </a:lnTo>
                    <a:lnTo>
                      <a:pt x="504" y="1217"/>
                    </a:lnTo>
                    <a:lnTo>
                      <a:pt x="546" y="1217"/>
                    </a:lnTo>
                    <a:lnTo>
                      <a:pt x="546" y="1217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27" y="671"/>
                    </a:lnTo>
                    <a:lnTo>
                      <a:pt x="4069" y="462"/>
                    </a:lnTo>
                    <a:lnTo>
                      <a:pt x="4069" y="462"/>
                    </a:lnTo>
                    <a:lnTo>
                      <a:pt x="4027" y="252"/>
                    </a:lnTo>
                    <a:lnTo>
                      <a:pt x="3901" y="126"/>
                    </a:lnTo>
                    <a:lnTo>
                      <a:pt x="3733" y="0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307;p17">
                <a:extLst>
                  <a:ext uri="{FF2B5EF4-FFF2-40B4-BE49-F238E27FC236}">
                    <a16:creationId xmlns:a16="http://schemas.microsoft.com/office/drawing/2014/main" id="{62043065-91E3-8402-97C5-C7B44B008930}"/>
                  </a:ext>
                </a:extLst>
              </p:cNvPr>
              <p:cNvSpPr/>
              <p:nvPr/>
            </p:nvSpPr>
            <p:spPr>
              <a:xfrm>
                <a:off x="2893133" y="3080630"/>
                <a:ext cx="79050" cy="23643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17" fill="none" extrusionOk="0">
                    <a:moveTo>
                      <a:pt x="546" y="1"/>
                    </a:moveTo>
                    <a:lnTo>
                      <a:pt x="546" y="1"/>
                    </a:lnTo>
                    <a:lnTo>
                      <a:pt x="336" y="1"/>
                    </a:lnTo>
                    <a:lnTo>
                      <a:pt x="168" y="126"/>
                    </a:lnTo>
                    <a:lnTo>
                      <a:pt x="84" y="252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72"/>
                    </a:lnTo>
                    <a:lnTo>
                      <a:pt x="126" y="839"/>
                    </a:lnTo>
                    <a:lnTo>
                      <a:pt x="294" y="923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523" y="1217"/>
                    </a:lnTo>
                    <a:lnTo>
                      <a:pt x="3565" y="1217"/>
                    </a:lnTo>
                    <a:lnTo>
                      <a:pt x="3565" y="1217"/>
                    </a:lnTo>
                    <a:lnTo>
                      <a:pt x="3775" y="1175"/>
                    </a:lnTo>
                    <a:lnTo>
                      <a:pt x="3901" y="1091"/>
                    </a:lnTo>
                    <a:lnTo>
                      <a:pt x="4026" y="923"/>
                    </a:lnTo>
                    <a:lnTo>
                      <a:pt x="4068" y="756"/>
                    </a:lnTo>
                    <a:lnTo>
                      <a:pt x="4068" y="756"/>
                    </a:lnTo>
                    <a:lnTo>
                      <a:pt x="4068" y="546"/>
                    </a:lnTo>
                    <a:lnTo>
                      <a:pt x="3942" y="378"/>
                    </a:lnTo>
                    <a:lnTo>
                      <a:pt x="3817" y="252"/>
                    </a:lnTo>
                    <a:lnTo>
                      <a:pt x="3607" y="210"/>
                    </a:lnTo>
                    <a:lnTo>
                      <a:pt x="3607" y="210"/>
                    </a:lnTo>
                    <a:lnTo>
                      <a:pt x="546" y="1"/>
                    </a:lnTo>
                    <a:lnTo>
                      <a:pt x="546" y="1"/>
                    </a:lnTo>
                    <a:lnTo>
                      <a:pt x="546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308;p17">
                <a:extLst>
                  <a:ext uri="{FF2B5EF4-FFF2-40B4-BE49-F238E27FC236}">
                    <a16:creationId xmlns:a16="http://schemas.microsoft.com/office/drawing/2014/main" id="{B6CF7811-C421-812D-932D-15A997B06C8C}"/>
                  </a:ext>
                </a:extLst>
              </p:cNvPr>
              <p:cNvSpPr/>
              <p:nvPr/>
            </p:nvSpPr>
            <p:spPr>
              <a:xfrm>
                <a:off x="4196629" y="3074122"/>
                <a:ext cx="79050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59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23" y="0"/>
                    </a:lnTo>
                    <a:lnTo>
                      <a:pt x="3523" y="0"/>
                    </a:lnTo>
                    <a:lnTo>
                      <a:pt x="462" y="252"/>
                    </a:lnTo>
                    <a:lnTo>
                      <a:pt x="462" y="252"/>
                    </a:lnTo>
                    <a:lnTo>
                      <a:pt x="294" y="336"/>
                    </a:lnTo>
                    <a:lnTo>
                      <a:pt x="126" y="420"/>
                    </a:lnTo>
                    <a:lnTo>
                      <a:pt x="43" y="587"/>
                    </a:lnTo>
                    <a:lnTo>
                      <a:pt x="1" y="797"/>
                    </a:lnTo>
                    <a:lnTo>
                      <a:pt x="1" y="797"/>
                    </a:lnTo>
                    <a:lnTo>
                      <a:pt x="43" y="1007"/>
                    </a:lnTo>
                    <a:lnTo>
                      <a:pt x="168" y="1132"/>
                    </a:lnTo>
                    <a:lnTo>
                      <a:pt x="336" y="1258"/>
                    </a:lnTo>
                    <a:lnTo>
                      <a:pt x="504" y="1258"/>
                    </a:lnTo>
                    <a:lnTo>
                      <a:pt x="546" y="1258"/>
                    </a:lnTo>
                    <a:lnTo>
                      <a:pt x="546" y="1258"/>
                    </a:lnTo>
                    <a:lnTo>
                      <a:pt x="3607" y="1049"/>
                    </a:lnTo>
                    <a:lnTo>
                      <a:pt x="3607" y="1049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26" y="671"/>
                    </a:lnTo>
                    <a:lnTo>
                      <a:pt x="4068" y="503"/>
                    </a:lnTo>
                    <a:lnTo>
                      <a:pt x="4068" y="503"/>
                    </a:lnTo>
                    <a:lnTo>
                      <a:pt x="4026" y="294"/>
                    </a:lnTo>
                    <a:lnTo>
                      <a:pt x="3901" y="168"/>
                    </a:lnTo>
                    <a:lnTo>
                      <a:pt x="3733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309;p17">
                <a:extLst>
                  <a:ext uri="{FF2B5EF4-FFF2-40B4-BE49-F238E27FC236}">
                    <a16:creationId xmlns:a16="http://schemas.microsoft.com/office/drawing/2014/main" id="{82128E7B-E609-C585-E48E-F564E6F5B8A7}"/>
                  </a:ext>
                </a:extLst>
              </p:cNvPr>
              <p:cNvSpPr/>
              <p:nvPr/>
            </p:nvSpPr>
            <p:spPr>
              <a:xfrm>
                <a:off x="2774997" y="3070042"/>
                <a:ext cx="79050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01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2"/>
                    </a:lnTo>
                    <a:lnTo>
                      <a:pt x="169" y="126"/>
                    </a:lnTo>
                    <a:lnTo>
                      <a:pt x="43" y="294"/>
                    </a:lnTo>
                    <a:lnTo>
                      <a:pt x="1" y="462"/>
                    </a:lnTo>
                    <a:lnTo>
                      <a:pt x="1" y="462"/>
                    </a:lnTo>
                    <a:lnTo>
                      <a:pt x="43" y="671"/>
                    </a:lnTo>
                    <a:lnTo>
                      <a:pt x="127" y="839"/>
                    </a:lnTo>
                    <a:lnTo>
                      <a:pt x="252" y="965"/>
                    </a:lnTo>
                    <a:lnTo>
                      <a:pt x="462" y="1049"/>
                    </a:lnTo>
                    <a:lnTo>
                      <a:pt x="462" y="1049"/>
                    </a:lnTo>
                    <a:lnTo>
                      <a:pt x="3523" y="1301"/>
                    </a:lnTo>
                    <a:lnTo>
                      <a:pt x="3565" y="1301"/>
                    </a:lnTo>
                    <a:lnTo>
                      <a:pt x="3565" y="1301"/>
                    </a:lnTo>
                    <a:lnTo>
                      <a:pt x="3733" y="1259"/>
                    </a:lnTo>
                    <a:lnTo>
                      <a:pt x="3901" y="1175"/>
                    </a:lnTo>
                    <a:lnTo>
                      <a:pt x="4027" y="1007"/>
                    </a:lnTo>
                    <a:lnTo>
                      <a:pt x="4069" y="839"/>
                    </a:lnTo>
                    <a:lnTo>
                      <a:pt x="4069" y="839"/>
                    </a:lnTo>
                    <a:lnTo>
                      <a:pt x="4027" y="630"/>
                    </a:lnTo>
                    <a:lnTo>
                      <a:pt x="3943" y="462"/>
                    </a:lnTo>
                    <a:lnTo>
                      <a:pt x="3775" y="336"/>
                    </a:lnTo>
                    <a:lnTo>
                      <a:pt x="3607" y="294"/>
                    </a:lnTo>
                    <a:lnTo>
                      <a:pt x="3607" y="294"/>
                    </a:lnTo>
                    <a:lnTo>
                      <a:pt x="546" y="1"/>
                    </a:lnTo>
                    <a:lnTo>
                      <a:pt x="546" y="1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310;p17">
                <a:extLst>
                  <a:ext uri="{FF2B5EF4-FFF2-40B4-BE49-F238E27FC236}">
                    <a16:creationId xmlns:a16="http://schemas.microsoft.com/office/drawing/2014/main" id="{698D14FF-5618-F577-DD48-5BA7DE62F85A}"/>
                  </a:ext>
                </a:extLst>
              </p:cNvPr>
              <p:cNvSpPr/>
              <p:nvPr/>
            </p:nvSpPr>
            <p:spPr>
              <a:xfrm>
                <a:off x="4314764" y="3064330"/>
                <a:ext cx="79050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60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462" y="253"/>
                    </a:lnTo>
                    <a:lnTo>
                      <a:pt x="462" y="253"/>
                    </a:lnTo>
                    <a:lnTo>
                      <a:pt x="294" y="336"/>
                    </a:lnTo>
                    <a:lnTo>
                      <a:pt x="126" y="462"/>
                    </a:lnTo>
                    <a:lnTo>
                      <a:pt x="42" y="630"/>
                    </a:lnTo>
                    <a:lnTo>
                      <a:pt x="0" y="798"/>
                    </a:lnTo>
                    <a:lnTo>
                      <a:pt x="0" y="798"/>
                    </a:lnTo>
                    <a:lnTo>
                      <a:pt x="42" y="1007"/>
                    </a:lnTo>
                    <a:lnTo>
                      <a:pt x="168" y="1133"/>
                    </a:lnTo>
                    <a:lnTo>
                      <a:pt x="336" y="1259"/>
                    </a:lnTo>
                    <a:lnTo>
                      <a:pt x="504" y="1259"/>
                    </a:lnTo>
                    <a:lnTo>
                      <a:pt x="504" y="1259"/>
                    </a:lnTo>
                    <a:lnTo>
                      <a:pt x="545" y="1259"/>
                    </a:lnTo>
                    <a:lnTo>
                      <a:pt x="545" y="1259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816" y="924"/>
                    </a:lnTo>
                    <a:lnTo>
                      <a:pt x="3942" y="798"/>
                    </a:lnTo>
                    <a:lnTo>
                      <a:pt x="4026" y="630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4026" y="253"/>
                    </a:lnTo>
                    <a:lnTo>
                      <a:pt x="3900" y="127"/>
                    </a:lnTo>
                    <a:lnTo>
                      <a:pt x="3733" y="1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311;p17">
                <a:extLst>
                  <a:ext uri="{FF2B5EF4-FFF2-40B4-BE49-F238E27FC236}">
                    <a16:creationId xmlns:a16="http://schemas.microsoft.com/office/drawing/2014/main" id="{0E050DA2-B3A6-6CFD-3580-CC9C3DA5820E}"/>
                  </a:ext>
                </a:extLst>
              </p:cNvPr>
              <p:cNvSpPr/>
              <p:nvPr/>
            </p:nvSpPr>
            <p:spPr>
              <a:xfrm>
                <a:off x="2656881" y="3058638"/>
                <a:ext cx="79031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343" fill="none" extrusionOk="0">
                    <a:moveTo>
                      <a:pt x="503" y="0"/>
                    </a:moveTo>
                    <a:lnTo>
                      <a:pt x="503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42" y="294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71"/>
                    </a:lnTo>
                    <a:lnTo>
                      <a:pt x="126" y="839"/>
                    </a:lnTo>
                    <a:lnTo>
                      <a:pt x="252" y="965"/>
                    </a:lnTo>
                    <a:lnTo>
                      <a:pt x="461" y="1007"/>
                    </a:lnTo>
                    <a:lnTo>
                      <a:pt x="461" y="1007"/>
                    </a:lnTo>
                    <a:lnTo>
                      <a:pt x="3481" y="1342"/>
                    </a:lnTo>
                    <a:lnTo>
                      <a:pt x="3481" y="1342"/>
                    </a:lnTo>
                    <a:lnTo>
                      <a:pt x="3565" y="1342"/>
                    </a:lnTo>
                    <a:lnTo>
                      <a:pt x="3565" y="1342"/>
                    </a:lnTo>
                    <a:lnTo>
                      <a:pt x="3732" y="1300"/>
                    </a:lnTo>
                    <a:lnTo>
                      <a:pt x="3900" y="1217"/>
                    </a:lnTo>
                    <a:lnTo>
                      <a:pt x="3984" y="1049"/>
                    </a:lnTo>
                    <a:lnTo>
                      <a:pt x="4068" y="881"/>
                    </a:lnTo>
                    <a:lnTo>
                      <a:pt x="4068" y="881"/>
                    </a:lnTo>
                    <a:lnTo>
                      <a:pt x="4026" y="671"/>
                    </a:lnTo>
                    <a:lnTo>
                      <a:pt x="3942" y="504"/>
                    </a:lnTo>
                    <a:lnTo>
                      <a:pt x="3774" y="378"/>
                    </a:lnTo>
                    <a:lnTo>
                      <a:pt x="3607" y="336"/>
                    </a:lnTo>
                    <a:lnTo>
                      <a:pt x="3607" y="336"/>
                    </a:lnTo>
                    <a:lnTo>
                      <a:pt x="545" y="0"/>
                    </a:lnTo>
                    <a:lnTo>
                      <a:pt x="545" y="0"/>
                    </a:lnTo>
                    <a:lnTo>
                      <a:pt x="50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312;p17">
                <a:extLst>
                  <a:ext uri="{FF2B5EF4-FFF2-40B4-BE49-F238E27FC236}">
                    <a16:creationId xmlns:a16="http://schemas.microsoft.com/office/drawing/2014/main" id="{3C0B3EE5-51E5-B741-FC1A-B5A1B1324A4C}"/>
                  </a:ext>
                </a:extLst>
              </p:cNvPr>
              <p:cNvSpPr/>
              <p:nvPr/>
            </p:nvSpPr>
            <p:spPr>
              <a:xfrm>
                <a:off x="4432900" y="3052111"/>
                <a:ext cx="79031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343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481" y="1"/>
                    </a:lnTo>
                    <a:lnTo>
                      <a:pt x="3481" y="1"/>
                    </a:lnTo>
                    <a:lnTo>
                      <a:pt x="461" y="336"/>
                    </a:lnTo>
                    <a:lnTo>
                      <a:pt x="461" y="336"/>
                    </a:lnTo>
                    <a:lnTo>
                      <a:pt x="252" y="378"/>
                    </a:lnTo>
                    <a:lnTo>
                      <a:pt x="126" y="504"/>
                    </a:lnTo>
                    <a:lnTo>
                      <a:pt x="42" y="672"/>
                    </a:lnTo>
                    <a:lnTo>
                      <a:pt x="0" y="882"/>
                    </a:lnTo>
                    <a:lnTo>
                      <a:pt x="0" y="882"/>
                    </a:lnTo>
                    <a:lnTo>
                      <a:pt x="42" y="1049"/>
                    </a:lnTo>
                    <a:lnTo>
                      <a:pt x="168" y="1217"/>
                    </a:lnTo>
                    <a:lnTo>
                      <a:pt x="335" y="1301"/>
                    </a:lnTo>
                    <a:lnTo>
                      <a:pt x="503" y="1343"/>
                    </a:lnTo>
                    <a:lnTo>
                      <a:pt x="503" y="1343"/>
                    </a:lnTo>
                    <a:lnTo>
                      <a:pt x="545" y="1343"/>
                    </a:lnTo>
                    <a:lnTo>
                      <a:pt x="545" y="1343"/>
                    </a:lnTo>
                    <a:lnTo>
                      <a:pt x="3606" y="1049"/>
                    </a:lnTo>
                    <a:lnTo>
                      <a:pt x="3606" y="1049"/>
                    </a:lnTo>
                    <a:lnTo>
                      <a:pt x="3774" y="965"/>
                    </a:lnTo>
                    <a:lnTo>
                      <a:pt x="3942" y="840"/>
                    </a:lnTo>
                    <a:lnTo>
                      <a:pt x="4026" y="672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3984" y="294"/>
                    </a:lnTo>
                    <a:lnTo>
                      <a:pt x="3900" y="169"/>
                    </a:lnTo>
                    <a:lnTo>
                      <a:pt x="3732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313;p17">
                <a:extLst>
                  <a:ext uri="{FF2B5EF4-FFF2-40B4-BE49-F238E27FC236}">
                    <a16:creationId xmlns:a16="http://schemas.microsoft.com/office/drawing/2014/main" id="{8ED9255F-BA71-E44A-246D-E80AB69F12BB}"/>
                  </a:ext>
                </a:extLst>
              </p:cNvPr>
              <p:cNvSpPr/>
              <p:nvPr/>
            </p:nvSpPr>
            <p:spPr>
              <a:xfrm>
                <a:off x="2538745" y="3045603"/>
                <a:ext cx="79050" cy="26907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85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42" y="294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71"/>
                    </a:lnTo>
                    <a:lnTo>
                      <a:pt x="126" y="839"/>
                    </a:lnTo>
                    <a:lnTo>
                      <a:pt x="252" y="965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481" y="1384"/>
                    </a:lnTo>
                    <a:lnTo>
                      <a:pt x="3481" y="1384"/>
                    </a:lnTo>
                    <a:lnTo>
                      <a:pt x="3565" y="1384"/>
                    </a:lnTo>
                    <a:lnTo>
                      <a:pt x="3565" y="1384"/>
                    </a:lnTo>
                    <a:lnTo>
                      <a:pt x="3733" y="1342"/>
                    </a:lnTo>
                    <a:lnTo>
                      <a:pt x="3900" y="1259"/>
                    </a:lnTo>
                    <a:lnTo>
                      <a:pt x="3984" y="1091"/>
                    </a:lnTo>
                    <a:lnTo>
                      <a:pt x="4068" y="923"/>
                    </a:lnTo>
                    <a:lnTo>
                      <a:pt x="4068" y="923"/>
                    </a:lnTo>
                    <a:lnTo>
                      <a:pt x="4026" y="713"/>
                    </a:lnTo>
                    <a:lnTo>
                      <a:pt x="3942" y="546"/>
                    </a:lnTo>
                    <a:lnTo>
                      <a:pt x="3817" y="420"/>
                    </a:lnTo>
                    <a:lnTo>
                      <a:pt x="3607" y="378"/>
                    </a:lnTo>
                    <a:lnTo>
                      <a:pt x="3607" y="378"/>
                    </a:lnTo>
                    <a:lnTo>
                      <a:pt x="588" y="0"/>
                    </a:lnTo>
                    <a:lnTo>
                      <a:pt x="588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314;p17">
                <a:extLst>
                  <a:ext uri="{FF2B5EF4-FFF2-40B4-BE49-F238E27FC236}">
                    <a16:creationId xmlns:a16="http://schemas.microsoft.com/office/drawing/2014/main" id="{67634779-9548-F10B-6A1A-B0D6F55375EE}"/>
                  </a:ext>
                </a:extLst>
              </p:cNvPr>
              <p:cNvSpPr/>
              <p:nvPr/>
            </p:nvSpPr>
            <p:spPr>
              <a:xfrm>
                <a:off x="4551017" y="3039891"/>
                <a:ext cx="79050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43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481" y="1"/>
                    </a:lnTo>
                    <a:lnTo>
                      <a:pt x="3481" y="1"/>
                    </a:lnTo>
                    <a:lnTo>
                      <a:pt x="462" y="336"/>
                    </a:lnTo>
                    <a:lnTo>
                      <a:pt x="462" y="336"/>
                    </a:lnTo>
                    <a:lnTo>
                      <a:pt x="252" y="378"/>
                    </a:lnTo>
                    <a:lnTo>
                      <a:pt x="126" y="504"/>
                    </a:lnTo>
                    <a:lnTo>
                      <a:pt x="1" y="672"/>
                    </a:lnTo>
                    <a:lnTo>
                      <a:pt x="1" y="882"/>
                    </a:lnTo>
                    <a:lnTo>
                      <a:pt x="1" y="882"/>
                    </a:lnTo>
                    <a:lnTo>
                      <a:pt x="43" y="1091"/>
                    </a:lnTo>
                    <a:lnTo>
                      <a:pt x="168" y="1217"/>
                    </a:lnTo>
                    <a:lnTo>
                      <a:pt x="336" y="1301"/>
                    </a:lnTo>
                    <a:lnTo>
                      <a:pt x="504" y="1343"/>
                    </a:lnTo>
                    <a:lnTo>
                      <a:pt x="504" y="1343"/>
                    </a:lnTo>
                    <a:lnTo>
                      <a:pt x="546" y="1343"/>
                    </a:lnTo>
                    <a:lnTo>
                      <a:pt x="546" y="1343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5" y="965"/>
                    </a:lnTo>
                    <a:lnTo>
                      <a:pt x="3943" y="840"/>
                    </a:lnTo>
                    <a:lnTo>
                      <a:pt x="4027" y="672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3985" y="253"/>
                    </a:lnTo>
                    <a:lnTo>
                      <a:pt x="3901" y="127"/>
                    </a:lnTo>
                    <a:lnTo>
                      <a:pt x="3733" y="43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315;p17">
                <a:extLst>
                  <a:ext uri="{FF2B5EF4-FFF2-40B4-BE49-F238E27FC236}">
                    <a16:creationId xmlns:a16="http://schemas.microsoft.com/office/drawing/2014/main" id="{102A73A0-A37C-2210-F03E-26D3E54E701F}"/>
                  </a:ext>
                </a:extLst>
              </p:cNvPr>
              <p:cNvSpPr/>
              <p:nvPr/>
            </p:nvSpPr>
            <p:spPr>
              <a:xfrm>
                <a:off x="2420609" y="3031751"/>
                <a:ext cx="79050" cy="26907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85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1"/>
                    </a:lnTo>
                    <a:lnTo>
                      <a:pt x="169" y="126"/>
                    </a:lnTo>
                    <a:lnTo>
                      <a:pt x="85" y="252"/>
                    </a:lnTo>
                    <a:lnTo>
                      <a:pt x="1" y="420"/>
                    </a:lnTo>
                    <a:lnTo>
                      <a:pt x="1" y="420"/>
                    </a:lnTo>
                    <a:lnTo>
                      <a:pt x="43" y="630"/>
                    </a:lnTo>
                    <a:lnTo>
                      <a:pt x="127" y="797"/>
                    </a:lnTo>
                    <a:lnTo>
                      <a:pt x="252" y="923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481" y="1384"/>
                    </a:lnTo>
                    <a:lnTo>
                      <a:pt x="3481" y="1384"/>
                    </a:lnTo>
                    <a:lnTo>
                      <a:pt x="3565" y="1384"/>
                    </a:lnTo>
                    <a:lnTo>
                      <a:pt x="3565" y="1384"/>
                    </a:lnTo>
                    <a:lnTo>
                      <a:pt x="3733" y="1342"/>
                    </a:lnTo>
                    <a:lnTo>
                      <a:pt x="3901" y="1259"/>
                    </a:lnTo>
                    <a:lnTo>
                      <a:pt x="3985" y="1091"/>
                    </a:lnTo>
                    <a:lnTo>
                      <a:pt x="4069" y="923"/>
                    </a:lnTo>
                    <a:lnTo>
                      <a:pt x="4069" y="923"/>
                    </a:lnTo>
                    <a:lnTo>
                      <a:pt x="4027" y="713"/>
                    </a:lnTo>
                    <a:lnTo>
                      <a:pt x="3943" y="546"/>
                    </a:lnTo>
                    <a:lnTo>
                      <a:pt x="3817" y="420"/>
                    </a:lnTo>
                    <a:lnTo>
                      <a:pt x="3607" y="378"/>
                    </a:lnTo>
                    <a:lnTo>
                      <a:pt x="3607" y="378"/>
                    </a:lnTo>
                    <a:lnTo>
                      <a:pt x="588" y="1"/>
                    </a:lnTo>
                    <a:lnTo>
                      <a:pt x="588" y="1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316;p17">
                <a:extLst>
                  <a:ext uri="{FF2B5EF4-FFF2-40B4-BE49-F238E27FC236}">
                    <a16:creationId xmlns:a16="http://schemas.microsoft.com/office/drawing/2014/main" id="{2C619388-68F6-22D0-EE0B-02FB3BB8E6D0}"/>
                  </a:ext>
                </a:extLst>
              </p:cNvPr>
              <p:cNvSpPr/>
              <p:nvPr/>
            </p:nvSpPr>
            <p:spPr>
              <a:xfrm>
                <a:off x="4669152" y="3026856"/>
                <a:ext cx="78235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43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481" y="1"/>
                    </a:lnTo>
                    <a:lnTo>
                      <a:pt x="3481" y="1"/>
                    </a:lnTo>
                    <a:lnTo>
                      <a:pt x="462" y="336"/>
                    </a:lnTo>
                    <a:lnTo>
                      <a:pt x="462" y="336"/>
                    </a:lnTo>
                    <a:lnTo>
                      <a:pt x="252" y="378"/>
                    </a:lnTo>
                    <a:lnTo>
                      <a:pt x="84" y="504"/>
                    </a:lnTo>
                    <a:lnTo>
                      <a:pt x="0" y="714"/>
                    </a:lnTo>
                    <a:lnTo>
                      <a:pt x="0" y="882"/>
                    </a:lnTo>
                    <a:lnTo>
                      <a:pt x="0" y="882"/>
                    </a:lnTo>
                    <a:lnTo>
                      <a:pt x="42" y="1091"/>
                    </a:lnTo>
                    <a:lnTo>
                      <a:pt x="168" y="1217"/>
                    </a:lnTo>
                    <a:lnTo>
                      <a:pt x="336" y="1301"/>
                    </a:lnTo>
                    <a:lnTo>
                      <a:pt x="504" y="1343"/>
                    </a:lnTo>
                    <a:lnTo>
                      <a:pt x="504" y="1343"/>
                    </a:lnTo>
                    <a:lnTo>
                      <a:pt x="546" y="1343"/>
                    </a:lnTo>
                    <a:lnTo>
                      <a:pt x="546" y="1343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5" y="924"/>
                    </a:lnTo>
                    <a:lnTo>
                      <a:pt x="3942" y="798"/>
                    </a:lnTo>
                    <a:lnTo>
                      <a:pt x="4026" y="630"/>
                    </a:lnTo>
                    <a:lnTo>
                      <a:pt x="4026" y="420"/>
                    </a:lnTo>
                    <a:lnTo>
                      <a:pt x="4026" y="420"/>
                    </a:lnTo>
                    <a:lnTo>
                      <a:pt x="3984" y="253"/>
                    </a:lnTo>
                    <a:lnTo>
                      <a:pt x="3858" y="127"/>
                    </a:lnTo>
                    <a:lnTo>
                      <a:pt x="3733" y="1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317;p17">
                <a:extLst>
                  <a:ext uri="{FF2B5EF4-FFF2-40B4-BE49-F238E27FC236}">
                    <a16:creationId xmlns:a16="http://schemas.microsoft.com/office/drawing/2014/main" id="{D9D0D899-B427-AEA9-9020-80BD04B2A8D7}"/>
                  </a:ext>
                </a:extLst>
              </p:cNvPr>
              <p:cNvSpPr/>
              <p:nvPr/>
            </p:nvSpPr>
            <p:spPr>
              <a:xfrm>
                <a:off x="1995351" y="3025243"/>
                <a:ext cx="48899" cy="71707"/>
              </a:xfrm>
              <a:custGeom>
                <a:avLst/>
                <a:gdLst/>
                <a:ahLst/>
                <a:cxnLst/>
                <a:rect l="l" t="t" r="r" b="b"/>
                <a:pathLst>
                  <a:path w="2517" h="3691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78" y="0"/>
                    </a:lnTo>
                    <a:lnTo>
                      <a:pt x="252" y="42"/>
                    </a:lnTo>
                    <a:lnTo>
                      <a:pt x="252" y="42"/>
                    </a:lnTo>
                    <a:lnTo>
                      <a:pt x="126" y="210"/>
                    </a:lnTo>
                    <a:lnTo>
                      <a:pt x="0" y="377"/>
                    </a:lnTo>
                    <a:lnTo>
                      <a:pt x="0" y="545"/>
                    </a:lnTo>
                    <a:lnTo>
                      <a:pt x="42" y="755"/>
                    </a:lnTo>
                    <a:lnTo>
                      <a:pt x="42" y="755"/>
                    </a:lnTo>
                    <a:lnTo>
                      <a:pt x="797" y="2097"/>
                    </a:lnTo>
                    <a:lnTo>
                      <a:pt x="1552" y="3439"/>
                    </a:lnTo>
                    <a:lnTo>
                      <a:pt x="1552" y="3439"/>
                    </a:lnTo>
                    <a:lnTo>
                      <a:pt x="1636" y="3523"/>
                    </a:lnTo>
                    <a:lnTo>
                      <a:pt x="1762" y="3607"/>
                    </a:lnTo>
                    <a:lnTo>
                      <a:pt x="1887" y="3648"/>
                    </a:lnTo>
                    <a:lnTo>
                      <a:pt x="2013" y="3690"/>
                    </a:lnTo>
                    <a:lnTo>
                      <a:pt x="2013" y="3690"/>
                    </a:lnTo>
                    <a:lnTo>
                      <a:pt x="2139" y="3648"/>
                    </a:lnTo>
                    <a:lnTo>
                      <a:pt x="2265" y="3607"/>
                    </a:lnTo>
                    <a:lnTo>
                      <a:pt x="2265" y="3607"/>
                    </a:lnTo>
                    <a:lnTo>
                      <a:pt x="2391" y="3481"/>
                    </a:lnTo>
                    <a:lnTo>
                      <a:pt x="2475" y="3313"/>
                    </a:lnTo>
                    <a:lnTo>
                      <a:pt x="2516" y="3103"/>
                    </a:lnTo>
                    <a:lnTo>
                      <a:pt x="2433" y="2894"/>
                    </a:lnTo>
                    <a:lnTo>
                      <a:pt x="2433" y="2894"/>
                    </a:lnTo>
                    <a:lnTo>
                      <a:pt x="1678" y="1594"/>
                    </a:lnTo>
                    <a:lnTo>
                      <a:pt x="965" y="252"/>
                    </a:lnTo>
                    <a:lnTo>
                      <a:pt x="965" y="252"/>
                    </a:lnTo>
                    <a:lnTo>
                      <a:pt x="881" y="168"/>
                    </a:lnTo>
                    <a:lnTo>
                      <a:pt x="755" y="84"/>
                    </a:lnTo>
                    <a:lnTo>
                      <a:pt x="629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318;p17">
                <a:extLst>
                  <a:ext uri="{FF2B5EF4-FFF2-40B4-BE49-F238E27FC236}">
                    <a16:creationId xmlns:a16="http://schemas.microsoft.com/office/drawing/2014/main" id="{7E05B45D-5FD2-3985-D61B-3D49DE2A0DFA}"/>
                  </a:ext>
                </a:extLst>
              </p:cNvPr>
              <p:cNvSpPr/>
              <p:nvPr/>
            </p:nvSpPr>
            <p:spPr>
              <a:xfrm>
                <a:off x="2303309" y="3015452"/>
                <a:ext cx="78215" cy="27723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1427" fill="none" extrusionOk="0">
                    <a:moveTo>
                      <a:pt x="503" y="1"/>
                    </a:moveTo>
                    <a:lnTo>
                      <a:pt x="503" y="1"/>
                    </a:lnTo>
                    <a:lnTo>
                      <a:pt x="336" y="43"/>
                    </a:lnTo>
                    <a:lnTo>
                      <a:pt x="168" y="127"/>
                    </a:lnTo>
                    <a:lnTo>
                      <a:pt x="84" y="252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30"/>
                    </a:lnTo>
                    <a:lnTo>
                      <a:pt x="126" y="840"/>
                    </a:lnTo>
                    <a:lnTo>
                      <a:pt x="252" y="965"/>
                    </a:lnTo>
                    <a:lnTo>
                      <a:pt x="461" y="1007"/>
                    </a:lnTo>
                    <a:lnTo>
                      <a:pt x="461" y="1007"/>
                    </a:lnTo>
                    <a:lnTo>
                      <a:pt x="3481" y="1427"/>
                    </a:lnTo>
                    <a:lnTo>
                      <a:pt x="3481" y="1427"/>
                    </a:lnTo>
                    <a:lnTo>
                      <a:pt x="3523" y="1427"/>
                    </a:lnTo>
                    <a:lnTo>
                      <a:pt x="3523" y="1427"/>
                    </a:lnTo>
                    <a:lnTo>
                      <a:pt x="3732" y="1427"/>
                    </a:lnTo>
                    <a:lnTo>
                      <a:pt x="3858" y="1301"/>
                    </a:lnTo>
                    <a:lnTo>
                      <a:pt x="3984" y="1175"/>
                    </a:lnTo>
                    <a:lnTo>
                      <a:pt x="4026" y="1007"/>
                    </a:lnTo>
                    <a:lnTo>
                      <a:pt x="4026" y="1007"/>
                    </a:lnTo>
                    <a:lnTo>
                      <a:pt x="4026" y="798"/>
                    </a:lnTo>
                    <a:lnTo>
                      <a:pt x="3942" y="630"/>
                    </a:lnTo>
                    <a:lnTo>
                      <a:pt x="3774" y="504"/>
                    </a:lnTo>
                    <a:lnTo>
                      <a:pt x="3606" y="420"/>
                    </a:lnTo>
                    <a:lnTo>
                      <a:pt x="3606" y="420"/>
                    </a:lnTo>
                    <a:lnTo>
                      <a:pt x="587" y="1"/>
                    </a:lnTo>
                    <a:lnTo>
                      <a:pt x="587" y="1"/>
                    </a:lnTo>
                    <a:lnTo>
                      <a:pt x="50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319;p17">
                <a:extLst>
                  <a:ext uri="{FF2B5EF4-FFF2-40B4-BE49-F238E27FC236}">
                    <a16:creationId xmlns:a16="http://schemas.microsoft.com/office/drawing/2014/main" id="{30C58900-5503-E8FC-307D-BA0A487349C4}"/>
                  </a:ext>
                </a:extLst>
              </p:cNvPr>
              <p:cNvSpPr/>
              <p:nvPr/>
            </p:nvSpPr>
            <p:spPr>
              <a:xfrm>
                <a:off x="4787288" y="3012208"/>
                <a:ext cx="78215" cy="26888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1384" fill="none" extrusionOk="0">
                    <a:moveTo>
                      <a:pt x="3523" y="0"/>
                    </a:moveTo>
                    <a:lnTo>
                      <a:pt x="3523" y="0"/>
                    </a:lnTo>
                    <a:lnTo>
                      <a:pt x="3439" y="42"/>
                    </a:lnTo>
                    <a:lnTo>
                      <a:pt x="3439" y="42"/>
                    </a:lnTo>
                    <a:lnTo>
                      <a:pt x="419" y="378"/>
                    </a:lnTo>
                    <a:lnTo>
                      <a:pt x="419" y="378"/>
                    </a:lnTo>
                    <a:lnTo>
                      <a:pt x="252" y="461"/>
                    </a:lnTo>
                    <a:lnTo>
                      <a:pt x="84" y="587"/>
                    </a:lnTo>
                    <a:lnTo>
                      <a:pt x="0" y="755"/>
                    </a:lnTo>
                    <a:lnTo>
                      <a:pt x="0" y="965"/>
                    </a:lnTo>
                    <a:lnTo>
                      <a:pt x="0" y="965"/>
                    </a:lnTo>
                    <a:lnTo>
                      <a:pt x="42" y="1132"/>
                    </a:lnTo>
                    <a:lnTo>
                      <a:pt x="168" y="1258"/>
                    </a:lnTo>
                    <a:lnTo>
                      <a:pt x="294" y="1384"/>
                    </a:lnTo>
                    <a:lnTo>
                      <a:pt x="503" y="1384"/>
                    </a:lnTo>
                    <a:lnTo>
                      <a:pt x="503" y="1384"/>
                    </a:lnTo>
                    <a:lnTo>
                      <a:pt x="545" y="1384"/>
                    </a:lnTo>
                    <a:lnTo>
                      <a:pt x="545" y="1384"/>
                    </a:lnTo>
                    <a:lnTo>
                      <a:pt x="3565" y="1048"/>
                    </a:lnTo>
                    <a:lnTo>
                      <a:pt x="3565" y="1048"/>
                    </a:lnTo>
                    <a:lnTo>
                      <a:pt x="3774" y="965"/>
                    </a:lnTo>
                    <a:lnTo>
                      <a:pt x="3900" y="839"/>
                    </a:lnTo>
                    <a:lnTo>
                      <a:pt x="4026" y="671"/>
                    </a:lnTo>
                    <a:lnTo>
                      <a:pt x="4026" y="461"/>
                    </a:lnTo>
                    <a:lnTo>
                      <a:pt x="4026" y="461"/>
                    </a:lnTo>
                    <a:lnTo>
                      <a:pt x="3984" y="294"/>
                    </a:lnTo>
                    <a:lnTo>
                      <a:pt x="3858" y="168"/>
                    </a:lnTo>
                    <a:lnTo>
                      <a:pt x="3690" y="42"/>
                    </a:lnTo>
                    <a:lnTo>
                      <a:pt x="352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320;p17">
                <a:extLst>
                  <a:ext uri="{FF2B5EF4-FFF2-40B4-BE49-F238E27FC236}">
                    <a16:creationId xmlns:a16="http://schemas.microsoft.com/office/drawing/2014/main" id="{46A569A2-410D-66EF-7990-C251827B82DA}"/>
                  </a:ext>
                </a:extLst>
              </p:cNvPr>
              <p:cNvSpPr/>
              <p:nvPr/>
            </p:nvSpPr>
            <p:spPr>
              <a:xfrm>
                <a:off x="2185989" y="2998356"/>
                <a:ext cx="78235" cy="28520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468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84" y="252"/>
                    </a:lnTo>
                    <a:lnTo>
                      <a:pt x="0" y="420"/>
                    </a:lnTo>
                    <a:lnTo>
                      <a:pt x="0" y="420"/>
                    </a:lnTo>
                    <a:lnTo>
                      <a:pt x="0" y="629"/>
                    </a:lnTo>
                    <a:lnTo>
                      <a:pt x="84" y="797"/>
                    </a:lnTo>
                    <a:lnTo>
                      <a:pt x="252" y="965"/>
                    </a:lnTo>
                    <a:lnTo>
                      <a:pt x="420" y="1007"/>
                    </a:lnTo>
                    <a:lnTo>
                      <a:pt x="420" y="1007"/>
                    </a:lnTo>
                    <a:lnTo>
                      <a:pt x="3439" y="1468"/>
                    </a:lnTo>
                    <a:lnTo>
                      <a:pt x="3439" y="1468"/>
                    </a:lnTo>
                    <a:lnTo>
                      <a:pt x="3523" y="1468"/>
                    </a:lnTo>
                    <a:lnTo>
                      <a:pt x="3523" y="1468"/>
                    </a:lnTo>
                    <a:lnTo>
                      <a:pt x="3691" y="1426"/>
                    </a:lnTo>
                    <a:lnTo>
                      <a:pt x="3858" y="1342"/>
                    </a:lnTo>
                    <a:lnTo>
                      <a:pt x="3984" y="1216"/>
                    </a:lnTo>
                    <a:lnTo>
                      <a:pt x="4026" y="1049"/>
                    </a:lnTo>
                    <a:lnTo>
                      <a:pt x="4026" y="1049"/>
                    </a:lnTo>
                    <a:lnTo>
                      <a:pt x="4026" y="839"/>
                    </a:lnTo>
                    <a:lnTo>
                      <a:pt x="3942" y="671"/>
                    </a:lnTo>
                    <a:lnTo>
                      <a:pt x="3816" y="545"/>
                    </a:lnTo>
                    <a:lnTo>
                      <a:pt x="3607" y="461"/>
                    </a:lnTo>
                    <a:lnTo>
                      <a:pt x="3607" y="461"/>
                    </a:lnTo>
                    <a:lnTo>
                      <a:pt x="587" y="0"/>
                    </a:lnTo>
                    <a:lnTo>
                      <a:pt x="587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321;p17">
                <a:extLst>
                  <a:ext uri="{FF2B5EF4-FFF2-40B4-BE49-F238E27FC236}">
                    <a16:creationId xmlns:a16="http://schemas.microsoft.com/office/drawing/2014/main" id="{B2B4CC17-617B-C683-42DF-868D045C3DC4}"/>
                  </a:ext>
                </a:extLst>
              </p:cNvPr>
              <p:cNvSpPr/>
              <p:nvPr/>
            </p:nvSpPr>
            <p:spPr>
              <a:xfrm>
                <a:off x="4904589" y="2998356"/>
                <a:ext cx="79050" cy="26907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85" fill="none" extrusionOk="0">
                    <a:moveTo>
                      <a:pt x="3523" y="0"/>
                    </a:moveTo>
                    <a:lnTo>
                      <a:pt x="3523" y="0"/>
                    </a:lnTo>
                    <a:lnTo>
                      <a:pt x="3481" y="0"/>
                    </a:lnTo>
                    <a:lnTo>
                      <a:pt x="462" y="378"/>
                    </a:lnTo>
                    <a:lnTo>
                      <a:pt x="462" y="378"/>
                    </a:lnTo>
                    <a:lnTo>
                      <a:pt x="252" y="420"/>
                    </a:lnTo>
                    <a:lnTo>
                      <a:pt x="127" y="545"/>
                    </a:lnTo>
                    <a:lnTo>
                      <a:pt x="43" y="755"/>
                    </a:lnTo>
                    <a:lnTo>
                      <a:pt x="1" y="923"/>
                    </a:lnTo>
                    <a:lnTo>
                      <a:pt x="1" y="923"/>
                    </a:lnTo>
                    <a:lnTo>
                      <a:pt x="43" y="1132"/>
                    </a:lnTo>
                    <a:lnTo>
                      <a:pt x="169" y="1258"/>
                    </a:lnTo>
                    <a:lnTo>
                      <a:pt x="336" y="1342"/>
                    </a:lnTo>
                    <a:lnTo>
                      <a:pt x="504" y="1384"/>
                    </a:lnTo>
                    <a:lnTo>
                      <a:pt x="504" y="1384"/>
                    </a:lnTo>
                    <a:lnTo>
                      <a:pt x="588" y="1384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817" y="965"/>
                    </a:lnTo>
                    <a:lnTo>
                      <a:pt x="3943" y="839"/>
                    </a:lnTo>
                    <a:lnTo>
                      <a:pt x="4027" y="629"/>
                    </a:lnTo>
                    <a:lnTo>
                      <a:pt x="4069" y="461"/>
                    </a:lnTo>
                    <a:lnTo>
                      <a:pt x="4069" y="461"/>
                    </a:lnTo>
                    <a:lnTo>
                      <a:pt x="3985" y="252"/>
                    </a:lnTo>
                    <a:lnTo>
                      <a:pt x="3859" y="126"/>
                    </a:lnTo>
                    <a:lnTo>
                      <a:pt x="3733" y="42"/>
                    </a:lnTo>
                    <a:lnTo>
                      <a:pt x="352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322;p17">
                <a:extLst>
                  <a:ext uri="{FF2B5EF4-FFF2-40B4-BE49-F238E27FC236}">
                    <a16:creationId xmlns:a16="http://schemas.microsoft.com/office/drawing/2014/main" id="{716E973E-7CD7-B64B-BDF8-FF11462CAB7E}"/>
                  </a:ext>
                </a:extLst>
              </p:cNvPr>
              <p:cNvSpPr/>
              <p:nvPr/>
            </p:nvSpPr>
            <p:spPr>
              <a:xfrm>
                <a:off x="5022724" y="2983689"/>
                <a:ext cx="78235" cy="26907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85" fill="none" extrusionOk="0">
                    <a:moveTo>
                      <a:pt x="3523" y="0"/>
                    </a:moveTo>
                    <a:lnTo>
                      <a:pt x="3523" y="0"/>
                    </a:lnTo>
                    <a:lnTo>
                      <a:pt x="3439" y="42"/>
                    </a:lnTo>
                    <a:lnTo>
                      <a:pt x="420" y="378"/>
                    </a:lnTo>
                    <a:lnTo>
                      <a:pt x="420" y="378"/>
                    </a:lnTo>
                    <a:lnTo>
                      <a:pt x="252" y="462"/>
                    </a:lnTo>
                    <a:lnTo>
                      <a:pt x="84" y="587"/>
                    </a:lnTo>
                    <a:lnTo>
                      <a:pt x="0" y="755"/>
                    </a:lnTo>
                    <a:lnTo>
                      <a:pt x="0" y="965"/>
                    </a:lnTo>
                    <a:lnTo>
                      <a:pt x="0" y="965"/>
                    </a:lnTo>
                    <a:lnTo>
                      <a:pt x="42" y="1133"/>
                    </a:lnTo>
                    <a:lnTo>
                      <a:pt x="168" y="1258"/>
                    </a:lnTo>
                    <a:lnTo>
                      <a:pt x="294" y="1384"/>
                    </a:lnTo>
                    <a:lnTo>
                      <a:pt x="504" y="1384"/>
                    </a:lnTo>
                    <a:lnTo>
                      <a:pt x="504" y="1384"/>
                    </a:lnTo>
                    <a:lnTo>
                      <a:pt x="546" y="1384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75" y="965"/>
                    </a:lnTo>
                    <a:lnTo>
                      <a:pt x="3900" y="839"/>
                    </a:lnTo>
                    <a:lnTo>
                      <a:pt x="3984" y="671"/>
                    </a:lnTo>
                    <a:lnTo>
                      <a:pt x="4026" y="462"/>
                    </a:lnTo>
                    <a:lnTo>
                      <a:pt x="4026" y="462"/>
                    </a:lnTo>
                    <a:lnTo>
                      <a:pt x="3984" y="294"/>
                    </a:lnTo>
                    <a:lnTo>
                      <a:pt x="3859" y="126"/>
                    </a:lnTo>
                    <a:lnTo>
                      <a:pt x="3691" y="42"/>
                    </a:lnTo>
                    <a:lnTo>
                      <a:pt x="352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323;p17">
                <a:extLst>
                  <a:ext uri="{FF2B5EF4-FFF2-40B4-BE49-F238E27FC236}">
                    <a16:creationId xmlns:a16="http://schemas.microsoft.com/office/drawing/2014/main" id="{BC3693F9-EA33-D461-356F-15350461C76F}"/>
                  </a:ext>
                </a:extLst>
              </p:cNvPr>
              <p:cNvSpPr/>
              <p:nvPr/>
            </p:nvSpPr>
            <p:spPr>
              <a:xfrm>
                <a:off x="2069485" y="2980425"/>
                <a:ext cx="77419" cy="28539"/>
              </a:xfrm>
              <a:custGeom>
                <a:avLst/>
                <a:gdLst/>
                <a:ahLst/>
                <a:cxnLst/>
                <a:rect l="l" t="t" r="r" b="b"/>
                <a:pathLst>
                  <a:path w="3985" h="1469" fill="none" extrusionOk="0">
                    <a:moveTo>
                      <a:pt x="462" y="1"/>
                    </a:moveTo>
                    <a:lnTo>
                      <a:pt x="462" y="1"/>
                    </a:lnTo>
                    <a:lnTo>
                      <a:pt x="294" y="1"/>
                    </a:lnTo>
                    <a:lnTo>
                      <a:pt x="168" y="84"/>
                    </a:lnTo>
                    <a:lnTo>
                      <a:pt x="42" y="252"/>
                    </a:lnTo>
                    <a:lnTo>
                      <a:pt x="0" y="420"/>
                    </a:lnTo>
                    <a:lnTo>
                      <a:pt x="0" y="420"/>
                    </a:lnTo>
                    <a:lnTo>
                      <a:pt x="0" y="630"/>
                    </a:lnTo>
                    <a:lnTo>
                      <a:pt x="84" y="797"/>
                    </a:lnTo>
                    <a:lnTo>
                      <a:pt x="210" y="923"/>
                    </a:lnTo>
                    <a:lnTo>
                      <a:pt x="420" y="1007"/>
                    </a:lnTo>
                    <a:lnTo>
                      <a:pt x="420" y="1007"/>
                    </a:lnTo>
                    <a:lnTo>
                      <a:pt x="3397" y="1468"/>
                    </a:lnTo>
                    <a:lnTo>
                      <a:pt x="3397" y="1468"/>
                    </a:lnTo>
                    <a:lnTo>
                      <a:pt x="3481" y="1468"/>
                    </a:lnTo>
                    <a:lnTo>
                      <a:pt x="3481" y="1468"/>
                    </a:lnTo>
                    <a:lnTo>
                      <a:pt x="3691" y="1468"/>
                    </a:lnTo>
                    <a:lnTo>
                      <a:pt x="3817" y="1343"/>
                    </a:lnTo>
                    <a:lnTo>
                      <a:pt x="3942" y="1217"/>
                    </a:lnTo>
                    <a:lnTo>
                      <a:pt x="3984" y="1049"/>
                    </a:lnTo>
                    <a:lnTo>
                      <a:pt x="3984" y="1049"/>
                    </a:lnTo>
                    <a:lnTo>
                      <a:pt x="3984" y="839"/>
                    </a:lnTo>
                    <a:lnTo>
                      <a:pt x="3900" y="672"/>
                    </a:lnTo>
                    <a:lnTo>
                      <a:pt x="3775" y="546"/>
                    </a:lnTo>
                    <a:lnTo>
                      <a:pt x="3565" y="462"/>
                    </a:lnTo>
                    <a:lnTo>
                      <a:pt x="3565" y="462"/>
                    </a:lnTo>
                    <a:lnTo>
                      <a:pt x="546" y="1"/>
                    </a:lnTo>
                    <a:lnTo>
                      <a:pt x="546" y="1"/>
                    </a:lnTo>
                    <a:lnTo>
                      <a:pt x="462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324;p17">
                <a:extLst>
                  <a:ext uri="{FF2B5EF4-FFF2-40B4-BE49-F238E27FC236}">
                    <a16:creationId xmlns:a16="http://schemas.microsoft.com/office/drawing/2014/main" id="{47FBD436-E8BE-2060-52EB-85E0B5908B69}"/>
                  </a:ext>
                </a:extLst>
              </p:cNvPr>
              <p:cNvSpPr/>
              <p:nvPr/>
            </p:nvSpPr>
            <p:spPr>
              <a:xfrm>
                <a:off x="5140044" y="2969837"/>
                <a:ext cx="78235" cy="26907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85" fill="none" extrusionOk="0">
                    <a:moveTo>
                      <a:pt x="3523" y="0"/>
                    </a:moveTo>
                    <a:lnTo>
                      <a:pt x="3523" y="0"/>
                    </a:lnTo>
                    <a:lnTo>
                      <a:pt x="3481" y="0"/>
                    </a:lnTo>
                    <a:lnTo>
                      <a:pt x="462" y="378"/>
                    </a:lnTo>
                    <a:lnTo>
                      <a:pt x="462" y="378"/>
                    </a:lnTo>
                    <a:lnTo>
                      <a:pt x="252" y="420"/>
                    </a:lnTo>
                    <a:lnTo>
                      <a:pt x="84" y="546"/>
                    </a:lnTo>
                    <a:lnTo>
                      <a:pt x="0" y="713"/>
                    </a:lnTo>
                    <a:lnTo>
                      <a:pt x="0" y="923"/>
                    </a:lnTo>
                    <a:lnTo>
                      <a:pt x="0" y="923"/>
                    </a:lnTo>
                    <a:lnTo>
                      <a:pt x="42" y="1133"/>
                    </a:lnTo>
                    <a:lnTo>
                      <a:pt x="168" y="1258"/>
                    </a:lnTo>
                    <a:lnTo>
                      <a:pt x="336" y="1342"/>
                    </a:lnTo>
                    <a:lnTo>
                      <a:pt x="503" y="1384"/>
                    </a:lnTo>
                    <a:lnTo>
                      <a:pt x="503" y="1384"/>
                    </a:lnTo>
                    <a:lnTo>
                      <a:pt x="545" y="1384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4" y="965"/>
                    </a:lnTo>
                    <a:lnTo>
                      <a:pt x="3942" y="839"/>
                    </a:lnTo>
                    <a:lnTo>
                      <a:pt x="4026" y="671"/>
                    </a:lnTo>
                    <a:lnTo>
                      <a:pt x="4026" y="462"/>
                    </a:lnTo>
                    <a:lnTo>
                      <a:pt x="4026" y="462"/>
                    </a:lnTo>
                    <a:lnTo>
                      <a:pt x="3984" y="294"/>
                    </a:lnTo>
                    <a:lnTo>
                      <a:pt x="3858" y="126"/>
                    </a:lnTo>
                    <a:lnTo>
                      <a:pt x="3732" y="42"/>
                    </a:lnTo>
                    <a:lnTo>
                      <a:pt x="352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325;p17">
                <a:extLst>
                  <a:ext uri="{FF2B5EF4-FFF2-40B4-BE49-F238E27FC236}">
                    <a16:creationId xmlns:a16="http://schemas.microsoft.com/office/drawing/2014/main" id="{E82906AD-225A-3793-FA5B-228E3C4CDA91}"/>
                  </a:ext>
                </a:extLst>
              </p:cNvPr>
              <p:cNvSpPr/>
              <p:nvPr/>
            </p:nvSpPr>
            <p:spPr>
              <a:xfrm>
                <a:off x="7347849" y="2966573"/>
                <a:ext cx="19563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4069" fill="none" extrusionOk="0">
                    <a:moveTo>
                      <a:pt x="503" y="1"/>
                    </a:moveTo>
                    <a:lnTo>
                      <a:pt x="503" y="1"/>
                    </a:lnTo>
                    <a:lnTo>
                      <a:pt x="294" y="43"/>
                    </a:lnTo>
                    <a:lnTo>
                      <a:pt x="168" y="168"/>
                    </a:lnTo>
                    <a:lnTo>
                      <a:pt x="42" y="294"/>
                    </a:lnTo>
                    <a:lnTo>
                      <a:pt x="0" y="504"/>
                    </a:lnTo>
                    <a:lnTo>
                      <a:pt x="0" y="3565"/>
                    </a:lnTo>
                    <a:lnTo>
                      <a:pt x="0" y="3565"/>
                    </a:lnTo>
                    <a:lnTo>
                      <a:pt x="42" y="3775"/>
                    </a:lnTo>
                    <a:lnTo>
                      <a:pt x="168" y="3943"/>
                    </a:lnTo>
                    <a:lnTo>
                      <a:pt x="294" y="4027"/>
                    </a:lnTo>
                    <a:lnTo>
                      <a:pt x="503" y="4068"/>
                    </a:lnTo>
                    <a:lnTo>
                      <a:pt x="503" y="4068"/>
                    </a:lnTo>
                    <a:lnTo>
                      <a:pt x="713" y="4027"/>
                    </a:lnTo>
                    <a:lnTo>
                      <a:pt x="881" y="3943"/>
                    </a:lnTo>
                    <a:lnTo>
                      <a:pt x="965" y="3775"/>
                    </a:lnTo>
                    <a:lnTo>
                      <a:pt x="1006" y="3565"/>
                    </a:lnTo>
                    <a:lnTo>
                      <a:pt x="1006" y="504"/>
                    </a:lnTo>
                    <a:lnTo>
                      <a:pt x="1006" y="504"/>
                    </a:lnTo>
                    <a:lnTo>
                      <a:pt x="965" y="294"/>
                    </a:lnTo>
                    <a:lnTo>
                      <a:pt x="881" y="168"/>
                    </a:lnTo>
                    <a:lnTo>
                      <a:pt x="713" y="43"/>
                    </a:lnTo>
                    <a:lnTo>
                      <a:pt x="50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326;p17">
                <a:extLst>
                  <a:ext uri="{FF2B5EF4-FFF2-40B4-BE49-F238E27FC236}">
                    <a16:creationId xmlns:a16="http://schemas.microsoft.com/office/drawing/2014/main" id="{E25D9E05-8D0B-EB05-6266-8DCDCE2681B9}"/>
                  </a:ext>
                </a:extLst>
              </p:cNvPr>
              <p:cNvSpPr/>
              <p:nvPr/>
            </p:nvSpPr>
            <p:spPr>
              <a:xfrm>
                <a:off x="1963569" y="2962513"/>
                <a:ext cx="66831" cy="30151"/>
              </a:xfrm>
              <a:custGeom>
                <a:avLst/>
                <a:gdLst/>
                <a:ahLst/>
                <a:cxnLst/>
                <a:rect l="l" t="t" r="r" b="b"/>
                <a:pathLst>
                  <a:path w="3440" h="1552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78" y="0"/>
                    </a:lnTo>
                    <a:lnTo>
                      <a:pt x="252" y="42"/>
                    </a:lnTo>
                    <a:lnTo>
                      <a:pt x="169" y="126"/>
                    </a:lnTo>
                    <a:lnTo>
                      <a:pt x="85" y="210"/>
                    </a:lnTo>
                    <a:lnTo>
                      <a:pt x="85" y="210"/>
                    </a:lnTo>
                    <a:lnTo>
                      <a:pt x="1" y="335"/>
                    </a:lnTo>
                    <a:lnTo>
                      <a:pt x="1" y="461"/>
                    </a:lnTo>
                    <a:lnTo>
                      <a:pt x="1" y="587"/>
                    </a:lnTo>
                    <a:lnTo>
                      <a:pt x="43" y="713"/>
                    </a:lnTo>
                    <a:lnTo>
                      <a:pt x="294" y="1258"/>
                    </a:lnTo>
                    <a:lnTo>
                      <a:pt x="294" y="1258"/>
                    </a:lnTo>
                    <a:lnTo>
                      <a:pt x="378" y="1384"/>
                    </a:lnTo>
                    <a:lnTo>
                      <a:pt x="462" y="1468"/>
                    </a:lnTo>
                    <a:lnTo>
                      <a:pt x="588" y="1510"/>
                    </a:lnTo>
                    <a:lnTo>
                      <a:pt x="756" y="1552"/>
                    </a:lnTo>
                    <a:lnTo>
                      <a:pt x="756" y="1552"/>
                    </a:lnTo>
                    <a:lnTo>
                      <a:pt x="840" y="1510"/>
                    </a:lnTo>
                    <a:lnTo>
                      <a:pt x="965" y="1468"/>
                    </a:lnTo>
                    <a:lnTo>
                      <a:pt x="965" y="1468"/>
                    </a:lnTo>
                    <a:lnTo>
                      <a:pt x="1049" y="1426"/>
                    </a:lnTo>
                    <a:lnTo>
                      <a:pt x="1133" y="1342"/>
                    </a:lnTo>
                    <a:lnTo>
                      <a:pt x="1259" y="1132"/>
                    </a:lnTo>
                    <a:lnTo>
                      <a:pt x="1259" y="1132"/>
                    </a:lnTo>
                    <a:lnTo>
                      <a:pt x="2852" y="1426"/>
                    </a:lnTo>
                    <a:lnTo>
                      <a:pt x="2852" y="1426"/>
                    </a:lnTo>
                    <a:lnTo>
                      <a:pt x="2936" y="1426"/>
                    </a:lnTo>
                    <a:lnTo>
                      <a:pt x="2936" y="1426"/>
                    </a:lnTo>
                    <a:lnTo>
                      <a:pt x="3104" y="1384"/>
                    </a:lnTo>
                    <a:lnTo>
                      <a:pt x="3230" y="1300"/>
                    </a:lnTo>
                    <a:lnTo>
                      <a:pt x="3356" y="1174"/>
                    </a:lnTo>
                    <a:lnTo>
                      <a:pt x="3440" y="1006"/>
                    </a:lnTo>
                    <a:lnTo>
                      <a:pt x="3440" y="1006"/>
                    </a:lnTo>
                    <a:lnTo>
                      <a:pt x="3440" y="797"/>
                    </a:lnTo>
                    <a:lnTo>
                      <a:pt x="3356" y="629"/>
                    </a:lnTo>
                    <a:lnTo>
                      <a:pt x="3188" y="503"/>
                    </a:lnTo>
                    <a:lnTo>
                      <a:pt x="3020" y="419"/>
                    </a:lnTo>
                    <a:lnTo>
                      <a:pt x="3020" y="419"/>
                    </a:lnTo>
                    <a:lnTo>
                      <a:pt x="588" y="0"/>
                    </a:lnTo>
                    <a:lnTo>
                      <a:pt x="588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327;p17">
                <a:extLst>
                  <a:ext uri="{FF2B5EF4-FFF2-40B4-BE49-F238E27FC236}">
                    <a16:creationId xmlns:a16="http://schemas.microsoft.com/office/drawing/2014/main" id="{A3429114-2EFA-CDD9-975E-10E934176DE3}"/>
                  </a:ext>
                </a:extLst>
              </p:cNvPr>
              <p:cNvSpPr/>
              <p:nvPr/>
            </p:nvSpPr>
            <p:spPr>
              <a:xfrm>
                <a:off x="5257345" y="2955986"/>
                <a:ext cx="79050" cy="26907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85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482" y="1"/>
                    </a:lnTo>
                    <a:lnTo>
                      <a:pt x="3482" y="1"/>
                    </a:lnTo>
                    <a:lnTo>
                      <a:pt x="462" y="378"/>
                    </a:lnTo>
                    <a:lnTo>
                      <a:pt x="462" y="378"/>
                    </a:lnTo>
                    <a:lnTo>
                      <a:pt x="253" y="420"/>
                    </a:lnTo>
                    <a:lnTo>
                      <a:pt x="127" y="546"/>
                    </a:lnTo>
                    <a:lnTo>
                      <a:pt x="43" y="713"/>
                    </a:lnTo>
                    <a:lnTo>
                      <a:pt x="1" y="923"/>
                    </a:lnTo>
                    <a:lnTo>
                      <a:pt x="1" y="923"/>
                    </a:lnTo>
                    <a:lnTo>
                      <a:pt x="85" y="1091"/>
                    </a:lnTo>
                    <a:lnTo>
                      <a:pt x="169" y="1259"/>
                    </a:lnTo>
                    <a:lnTo>
                      <a:pt x="336" y="1342"/>
                    </a:lnTo>
                    <a:lnTo>
                      <a:pt x="504" y="1384"/>
                    </a:lnTo>
                    <a:lnTo>
                      <a:pt x="504" y="1384"/>
                    </a:lnTo>
                    <a:lnTo>
                      <a:pt x="588" y="1384"/>
                    </a:lnTo>
                    <a:lnTo>
                      <a:pt x="588" y="1384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817" y="965"/>
                    </a:lnTo>
                    <a:lnTo>
                      <a:pt x="3943" y="839"/>
                    </a:lnTo>
                    <a:lnTo>
                      <a:pt x="4027" y="671"/>
                    </a:lnTo>
                    <a:lnTo>
                      <a:pt x="4069" y="462"/>
                    </a:lnTo>
                    <a:lnTo>
                      <a:pt x="4069" y="462"/>
                    </a:lnTo>
                    <a:lnTo>
                      <a:pt x="3985" y="294"/>
                    </a:lnTo>
                    <a:lnTo>
                      <a:pt x="3901" y="126"/>
                    </a:lnTo>
                    <a:lnTo>
                      <a:pt x="3733" y="42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328;p17">
                <a:extLst>
                  <a:ext uri="{FF2B5EF4-FFF2-40B4-BE49-F238E27FC236}">
                    <a16:creationId xmlns:a16="http://schemas.microsoft.com/office/drawing/2014/main" id="{0E23F471-8FC2-929F-CDD8-4B34362C8F10}"/>
                  </a:ext>
                </a:extLst>
              </p:cNvPr>
              <p:cNvSpPr/>
              <p:nvPr/>
            </p:nvSpPr>
            <p:spPr>
              <a:xfrm>
                <a:off x="5375481" y="2942950"/>
                <a:ext cx="78235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43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481" y="1"/>
                    </a:lnTo>
                    <a:lnTo>
                      <a:pt x="3481" y="1"/>
                    </a:lnTo>
                    <a:lnTo>
                      <a:pt x="420" y="336"/>
                    </a:lnTo>
                    <a:lnTo>
                      <a:pt x="420" y="336"/>
                    </a:lnTo>
                    <a:lnTo>
                      <a:pt x="252" y="420"/>
                    </a:lnTo>
                    <a:lnTo>
                      <a:pt x="85" y="546"/>
                    </a:lnTo>
                    <a:lnTo>
                      <a:pt x="1" y="713"/>
                    </a:lnTo>
                    <a:lnTo>
                      <a:pt x="1" y="923"/>
                    </a:lnTo>
                    <a:lnTo>
                      <a:pt x="1" y="923"/>
                    </a:lnTo>
                    <a:lnTo>
                      <a:pt x="43" y="1091"/>
                    </a:lnTo>
                    <a:lnTo>
                      <a:pt x="168" y="1217"/>
                    </a:lnTo>
                    <a:lnTo>
                      <a:pt x="294" y="1342"/>
                    </a:lnTo>
                    <a:lnTo>
                      <a:pt x="504" y="1342"/>
                    </a:lnTo>
                    <a:lnTo>
                      <a:pt x="504" y="1342"/>
                    </a:lnTo>
                    <a:lnTo>
                      <a:pt x="546" y="1342"/>
                    </a:lnTo>
                    <a:lnTo>
                      <a:pt x="546" y="1342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75" y="965"/>
                    </a:lnTo>
                    <a:lnTo>
                      <a:pt x="3901" y="839"/>
                    </a:lnTo>
                    <a:lnTo>
                      <a:pt x="4026" y="672"/>
                    </a:lnTo>
                    <a:lnTo>
                      <a:pt x="4026" y="462"/>
                    </a:lnTo>
                    <a:lnTo>
                      <a:pt x="4026" y="462"/>
                    </a:lnTo>
                    <a:lnTo>
                      <a:pt x="3985" y="294"/>
                    </a:lnTo>
                    <a:lnTo>
                      <a:pt x="3859" y="126"/>
                    </a:lnTo>
                    <a:lnTo>
                      <a:pt x="3691" y="42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329;p17">
                <a:extLst>
                  <a:ext uri="{FF2B5EF4-FFF2-40B4-BE49-F238E27FC236}">
                    <a16:creationId xmlns:a16="http://schemas.microsoft.com/office/drawing/2014/main" id="{813A6484-CF08-CDA4-5D26-2B63FBB3BEF2}"/>
                  </a:ext>
                </a:extLst>
              </p:cNvPr>
              <p:cNvSpPr/>
              <p:nvPr/>
            </p:nvSpPr>
            <p:spPr>
              <a:xfrm>
                <a:off x="5492800" y="2930730"/>
                <a:ext cx="79050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43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481" y="1"/>
                    </a:lnTo>
                    <a:lnTo>
                      <a:pt x="3481" y="1"/>
                    </a:lnTo>
                    <a:lnTo>
                      <a:pt x="462" y="336"/>
                    </a:lnTo>
                    <a:lnTo>
                      <a:pt x="462" y="336"/>
                    </a:lnTo>
                    <a:lnTo>
                      <a:pt x="252" y="378"/>
                    </a:lnTo>
                    <a:lnTo>
                      <a:pt x="126" y="504"/>
                    </a:lnTo>
                    <a:lnTo>
                      <a:pt x="42" y="671"/>
                    </a:lnTo>
                    <a:lnTo>
                      <a:pt x="0" y="881"/>
                    </a:lnTo>
                    <a:lnTo>
                      <a:pt x="0" y="881"/>
                    </a:lnTo>
                    <a:lnTo>
                      <a:pt x="42" y="1049"/>
                    </a:lnTo>
                    <a:lnTo>
                      <a:pt x="168" y="1217"/>
                    </a:lnTo>
                    <a:lnTo>
                      <a:pt x="336" y="1301"/>
                    </a:lnTo>
                    <a:lnTo>
                      <a:pt x="504" y="1342"/>
                    </a:lnTo>
                    <a:lnTo>
                      <a:pt x="504" y="1342"/>
                    </a:lnTo>
                    <a:lnTo>
                      <a:pt x="546" y="1342"/>
                    </a:lnTo>
                    <a:lnTo>
                      <a:pt x="546" y="1342"/>
                    </a:lnTo>
                    <a:lnTo>
                      <a:pt x="3607" y="1049"/>
                    </a:lnTo>
                    <a:lnTo>
                      <a:pt x="3607" y="1049"/>
                    </a:lnTo>
                    <a:lnTo>
                      <a:pt x="3775" y="965"/>
                    </a:lnTo>
                    <a:lnTo>
                      <a:pt x="3942" y="839"/>
                    </a:lnTo>
                    <a:lnTo>
                      <a:pt x="4026" y="671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3984" y="294"/>
                    </a:lnTo>
                    <a:lnTo>
                      <a:pt x="3900" y="168"/>
                    </a:lnTo>
                    <a:lnTo>
                      <a:pt x="3733" y="42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330;p17">
                <a:extLst>
                  <a:ext uri="{FF2B5EF4-FFF2-40B4-BE49-F238E27FC236}">
                    <a16:creationId xmlns:a16="http://schemas.microsoft.com/office/drawing/2014/main" id="{ECA6F039-739C-836D-BF94-751C77F39048}"/>
                  </a:ext>
                </a:extLst>
              </p:cNvPr>
              <p:cNvSpPr/>
              <p:nvPr/>
            </p:nvSpPr>
            <p:spPr>
              <a:xfrm>
                <a:off x="7259048" y="2928283"/>
                <a:ext cx="78215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1301" fill="none" extrusionOk="0">
                    <a:moveTo>
                      <a:pt x="503" y="1"/>
                    </a:moveTo>
                    <a:lnTo>
                      <a:pt x="503" y="1"/>
                    </a:lnTo>
                    <a:lnTo>
                      <a:pt x="336" y="1"/>
                    </a:lnTo>
                    <a:lnTo>
                      <a:pt x="168" y="127"/>
                    </a:lnTo>
                    <a:lnTo>
                      <a:pt x="42" y="252"/>
                    </a:lnTo>
                    <a:lnTo>
                      <a:pt x="0" y="420"/>
                    </a:lnTo>
                    <a:lnTo>
                      <a:pt x="0" y="420"/>
                    </a:lnTo>
                    <a:lnTo>
                      <a:pt x="0" y="630"/>
                    </a:lnTo>
                    <a:lnTo>
                      <a:pt x="126" y="797"/>
                    </a:lnTo>
                    <a:lnTo>
                      <a:pt x="252" y="923"/>
                    </a:lnTo>
                    <a:lnTo>
                      <a:pt x="461" y="1007"/>
                    </a:lnTo>
                    <a:lnTo>
                      <a:pt x="461" y="1007"/>
                    </a:lnTo>
                    <a:lnTo>
                      <a:pt x="3481" y="1301"/>
                    </a:lnTo>
                    <a:lnTo>
                      <a:pt x="3481" y="1301"/>
                    </a:lnTo>
                    <a:lnTo>
                      <a:pt x="3523" y="1301"/>
                    </a:lnTo>
                    <a:lnTo>
                      <a:pt x="3523" y="1301"/>
                    </a:lnTo>
                    <a:lnTo>
                      <a:pt x="3732" y="1301"/>
                    </a:lnTo>
                    <a:lnTo>
                      <a:pt x="3858" y="1175"/>
                    </a:lnTo>
                    <a:lnTo>
                      <a:pt x="3984" y="1049"/>
                    </a:lnTo>
                    <a:lnTo>
                      <a:pt x="4026" y="881"/>
                    </a:lnTo>
                    <a:lnTo>
                      <a:pt x="4026" y="881"/>
                    </a:lnTo>
                    <a:lnTo>
                      <a:pt x="4026" y="672"/>
                    </a:lnTo>
                    <a:lnTo>
                      <a:pt x="3942" y="504"/>
                    </a:lnTo>
                    <a:lnTo>
                      <a:pt x="3774" y="378"/>
                    </a:lnTo>
                    <a:lnTo>
                      <a:pt x="3607" y="294"/>
                    </a:lnTo>
                    <a:lnTo>
                      <a:pt x="3607" y="294"/>
                    </a:lnTo>
                    <a:lnTo>
                      <a:pt x="545" y="1"/>
                    </a:lnTo>
                    <a:lnTo>
                      <a:pt x="545" y="1"/>
                    </a:lnTo>
                    <a:lnTo>
                      <a:pt x="50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331;p17">
                <a:extLst>
                  <a:ext uri="{FF2B5EF4-FFF2-40B4-BE49-F238E27FC236}">
                    <a16:creationId xmlns:a16="http://schemas.microsoft.com/office/drawing/2014/main" id="{5072B226-D271-5F7E-E71D-5D76CBCF90DF}"/>
                  </a:ext>
                </a:extLst>
              </p:cNvPr>
              <p:cNvSpPr/>
              <p:nvPr/>
            </p:nvSpPr>
            <p:spPr>
              <a:xfrm>
                <a:off x="5610936" y="2920143"/>
                <a:ext cx="78215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1301" fill="none" extrusionOk="0">
                    <a:moveTo>
                      <a:pt x="3523" y="0"/>
                    </a:moveTo>
                    <a:lnTo>
                      <a:pt x="3523" y="0"/>
                    </a:lnTo>
                    <a:lnTo>
                      <a:pt x="3481" y="0"/>
                    </a:lnTo>
                    <a:lnTo>
                      <a:pt x="3481" y="0"/>
                    </a:lnTo>
                    <a:lnTo>
                      <a:pt x="461" y="294"/>
                    </a:lnTo>
                    <a:lnTo>
                      <a:pt x="461" y="294"/>
                    </a:lnTo>
                    <a:lnTo>
                      <a:pt x="252" y="336"/>
                    </a:lnTo>
                    <a:lnTo>
                      <a:pt x="126" y="462"/>
                    </a:lnTo>
                    <a:lnTo>
                      <a:pt x="0" y="629"/>
                    </a:lnTo>
                    <a:lnTo>
                      <a:pt x="0" y="839"/>
                    </a:lnTo>
                    <a:lnTo>
                      <a:pt x="0" y="839"/>
                    </a:lnTo>
                    <a:lnTo>
                      <a:pt x="42" y="1007"/>
                    </a:lnTo>
                    <a:lnTo>
                      <a:pt x="168" y="1175"/>
                    </a:lnTo>
                    <a:lnTo>
                      <a:pt x="336" y="1258"/>
                    </a:lnTo>
                    <a:lnTo>
                      <a:pt x="503" y="1300"/>
                    </a:lnTo>
                    <a:lnTo>
                      <a:pt x="503" y="1300"/>
                    </a:lnTo>
                    <a:lnTo>
                      <a:pt x="545" y="1300"/>
                    </a:lnTo>
                    <a:lnTo>
                      <a:pt x="545" y="1300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4" y="965"/>
                    </a:lnTo>
                    <a:lnTo>
                      <a:pt x="3942" y="839"/>
                    </a:lnTo>
                    <a:lnTo>
                      <a:pt x="4026" y="671"/>
                    </a:lnTo>
                    <a:lnTo>
                      <a:pt x="4026" y="462"/>
                    </a:lnTo>
                    <a:lnTo>
                      <a:pt x="4026" y="462"/>
                    </a:lnTo>
                    <a:lnTo>
                      <a:pt x="3984" y="294"/>
                    </a:lnTo>
                    <a:lnTo>
                      <a:pt x="3900" y="126"/>
                    </a:lnTo>
                    <a:lnTo>
                      <a:pt x="3732" y="42"/>
                    </a:lnTo>
                    <a:lnTo>
                      <a:pt x="352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332;p17">
                <a:extLst>
                  <a:ext uri="{FF2B5EF4-FFF2-40B4-BE49-F238E27FC236}">
                    <a16:creationId xmlns:a16="http://schemas.microsoft.com/office/drawing/2014/main" id="{4226EB56-73BA-3FCA-B1AC-DBADCFE0D558}"/>
                  </a:ext>
                </a:extLst>
              </p:cNvPr>
              <p:cNvSpPr/>
              <p:nvPr/>
            </p:nvSpPr>
            <p:spPr>
              <a:xfrm>
                <a:off x="7140912" y="2916879"/>
                <a:ext cx="79050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01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1"/>
                    </a:lnTo>
                    <a:lnTo>
                      <a:pt x="168" y="126"/>
                    </a:lnTo>
                    <a:lnTo>
                      <a:pt x="42" y="252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30"/>
                    </a:lnTo>
                    <a:lnTo>
                      <a:pt x="126" y="839"/>
                    </a:lnTo>
                    <a:lnTo>
                      <a:pt x="294" y="923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481" y="1301"/>
                    </a:lnTo>
                    <a:lnTo>
                      <a:pt x="3481" y="1301"/>
                    </a:lnTo>
                    <a:lnTo>
                      <a:pt x="3565" y="1301"/>
                    </a:lnTo>
                    <a:lnTo>
                      <a:pt x="3565" y="1301"/>
                    </a:lnTo>
                    <a:lnTo>
                      <a:pt x="3733" y="1259"/>
                    </a:lnTo>
                    <a:lnTo>
                      <a:pt x="3900" y="1133"/>
                    </a:lnTo>
                    <a:lnTo>
                      <a:pt x="3984" y="1007"/>
                    </a:lnTo>
                    <a:lnTo>
                      <a:pt x="4068" y="839"/>
                    </a:lnTo>
                    <a:lnTo>
                      <a:pt x="4068" y="839"/>
                    </a:lnTo>
                    <a:lnTo>
                      <a:pt x="4026" y="630"/>
                    </a:lnTo>
                    <a:lnTo>
                      <a:pt x="3942" y="462"/>
                    </a:lnTo>
                    <a:lnTo>
                      <a:pt x="3775" y="336"/>
                    </a:lnTo>
                    <a:lnTo>
                      <a:pt x="3607" y="252"/>
                    </a:lnTo>
                    <a:lnTo>
                      <a:pt x="3607" y="252"/>
                    </a:lnTo>
                    <a:lnTo>
                      <a:pt x="546" y="1"/>
                    </a:lnTo>
                    <a:lnTo>
                      <a:pt x="546" y="1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333;p17">
                <a:extLst>
                  <a:ext uri="{FF2B5EF4-FFF2-40B4-BE49-F238E27FC236}">
                    <a16:creationId xmlns:a16="http://schemas.microsoft.com/office/drawing/2014/main" id="{83FE7D8A-9F4F-EAF0-02A0-342B85D83BF5}"/>
                  </a:ext>
                </a:extLst>
              </p:cNvPr>
              <p:cNvSpPr/>
              <p:nvPr/>
            </p:nvSpPr>
            <p:spPr>
              <a:xfrm>
                <a:off x="5729053" y="2910371"/>
                <a:ext cx="79050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59" fill="none" extrusionOk="0">
                    <a:moveTo>
                      <a:pt x="3523" y="0"/>
                    </a:moveTo>
                    <a:lnTo>
                      <a:pt x="3523" y="0"/>
                    </a:lnTo>
                    <a:lnTo>
                      <a:pt x="3481" y="0"/>
                    </a:lnTo>
                    <a:lnTo>
                      <a:pt x="3481" y="0"/>
                    </a:lnTo>
                    <a:lnTo>
                      <a:pt x="462" y="252"/>
                    </a:lnTo>
                    <a:lnTo>
                      <a:pt x="462" y="252"/>
                    </a:lnTo>
                    <a:lnTo>
                      <a:pt x="252" y="294"/>
                    </a:lnTo>
                    <a:lnTo>
                      <a:pt x="127" y="419"/>
                    </a:lnTo>
                    <a:lnTo>
                      <a:pt x="1" y="587"/>
                    </a:lnTo>
                    <a:lnTo>
                      <a:pt x="1" y="797"/>
                    </a:lnTo>
                    <a:lnTo>
                      <a:pt x="1" y="797"/>
                    </a:lnTo>
                    <a:lnTo>
                      <a:pt x="43" y="965"/>
                    </a:lnTo>
                    <a:lnTo>
                      <a:pt x="168" y="1132"/>
                    </a:lnTo>
                    <a:lnTo>
                      <a:pt x="294" y="1216"/>
                    </a:lnTo>
                    <a:lnTo>
                      <a:pt x="504" y="1258"/>
                    </a:lnTo>
                    <a:lnTo>
                      <a:pt x="546" y="1258"/>
                    </a:lnTo>
                    <a:lnTo>
                      <a:pt x="546" y="1258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27" y="671"/>
                    </a:lnTo>
                    <a:lnTo>
                      <a:pt x="4069" y="461"/>
                    </a:lnTo>
                    <a:lnTo>
                      <a:pt x="4069" y="461"/>
                    </a:lnTo>
                    <a:lnTo>
                      <a:pt x="3985" y="294"/>
                    </a:lnTo>
                    <a:lnTo>
                      <a:pt x="3901" y="126"/>
                    </a:lnTo>
                    <a:lnTo>
                      <a:pt x="3733" y="42"/>
                    </a:lnTo>
                    <a:lnTo>
                      <a:pt x="352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334;p17">
                <a:extLst>
                  <a:ext uri="{FF2B5EF4-FFF2-40B4-BE49-F238E27FC236}">
                    <a16:creationId xmlns:a16="http://schemas.microsoft.com/office/drawing/2014/main" id="{7FF29A36-A242-4B9A-A5A3-0A556CF06012}"/>
                  </a:ext>
                </a:extLst>
              </p:cNvPr>
              <p:cNvSpPr/>
              <p:nvPr/>
            </p:nvSpPr>
            <p:spPr>
              <a:xfrm>
                <a:off x="7022776" y="2907107"/>
                <a:ext cx="79050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59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43" y="252"/>
                    </a:lnTo>
                    <a:lnTo>
                      <a:pt x="1" y="462"/>
                    </a:lnTo>
                    <a:lnTo>
                      <a:pt x="1" y="462"/>
                    </a:lnTo>
                    <a:lnTo>
                      <a:pt x="43" y="671"/>
                    </a:lnTo>
                    <a:lnTo>
                      <a:pt x="126" y="839"/>
                    </a:lnTo>
                    <a:lnTo>
                      <a:pt x="294" y="965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523" y="1258"/>
                    </a:lnTo>
                    <a:lnTo>
                      <a:pt x="3565" y="1258"/>
                    </a:lnTo>
                    <a:lnTo>
                      <a:pt x="3565" y="1258"/>
                    </a:lnTo>
                    <a:lnTo>
                      <a:pt x="3733" y="1217"/>
                    </a:lnTo>
                    <a:lnTo>
                      <a:pt x="3901" y="1091"/>
                    </a:lnTo>
                    <a:lnTo>
                      <a:pt x="4026" y="965"/>
                    </a:lnTo>
                    <a:lnTo>
                      <a:pt x="4068" y="755"/>
                    </a:lnTo>
                    <a:lnTo>
                      <a:pt x="4068" y="755"/>
                    </a:lnTo>
                    <a:lnTo>
                      <a:pt x="4026" y="587"/>
                    </a:lnTo>
                    <a:lnTo>
                      <a:pt x="3943" y="420"/>
                    </a:lnTo>
                    <a:lnTo>
                      <a:pt x="3775" y="294"/>
                    </a:lnTo>
                    <a:lnTo>
                      <a:pt x="3607" y="210"/>
                    </a:lnTo>
                    <a:lnTo>
                      <a:pt x="3607" y="210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335;p17">
                <a:extLst>
                  <a:ext uri="{FF2B5EF4-FFF2-40B4-BE49-F238E27FC236}">
                    <a16:creationId xmlns:a16="http://schemas.microsoft.com/office/drawing/2014/main" id="{87A66094-FEA9-9E03-5470-725CCFD09F24}"/>
                  </a:ext>
                </a:extLst>
              </p:cNvPr>
              <p:cNvSpPr/>
              <p:nvPr/>
            </p:nvSpPr>
            <p:spPr>
              <a:xfrm>
                <a:off x="5847188" y="2902211"/>
                <a:ext cx="79050" cy="23643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17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462" y="169"/>
                    </a:lnTo>
                    <a:lnTo>
                      <a:pt x="462" y="169"/>
                    </a:lnTo>
                    <a:lnTo>
                      <a:pt x="252" y="252"/>
                    </a:lnTo>
                    <a:lnTo>
                      <a:pt x="126" y="378"/>
                    </a:lnTo>
                    <a:lnTo>
                      <a:pt x="42" y="546"/>
                    </a:lnTo>
                    <a:lnTo>
                      <a:pt x="0" y="714"/>
                    </a:lnTo>
                    <a:lnTo>
                      <a:pt x="0" y="714"/>
                    </a:lnTo>
                    <a:lnTo>
                      <a:pt x="42" y="923"/>
                    </a:lnTo>
                    <a:lnTo>
                      <a:pt x="168" y="1049"/>
                    </a:lnTo>
                    <a:lnTo>
                      <a:pt x="294" y="1175"/>
                    </a:lnTo>
                    <a:lnTo>
                      <a:pt x="504" y="1217"/>
                    </a:lnTo>
                    <a:lnTo>
                      <a:pt x="546" y="1217"/>
                    </a:lnTo>
                    <a:lnTo>
                      <a:pt x="546" y="1217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23"/>
                    </a:lnTo>
                    <a:lnTo>
                      <a:pt x="3942" y="839"/>
                    </a:lnTo>
                    <a:lnTo>
                      <a:pt x="4026" y="672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3984" y="252"/>
                    </a:lnTo>
                    <a:lnTo>
                      <a:pt x="3900" y="127"/>
                    </a:lnTo>
                    <a:lnTo>
                      <a:pt x="3733" y="1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336;p17">
                <a:extLst>
                  <a:ext uri="{FF2B5EF4-FFF2-40B4-BE49-F238E27FC236}">
                    <a16:creationId xmlns:a16="http://schemas.microsoft.com/office/drawing/2014/main" id="{2E471CED-121D-D9DF-0BFC-4710933AE261}"/>
                  </a:ext>
                </a:extLst>
              </p:cNvPr>
              <p:cNvSpPr/>
              <p:nvPr/>
            </p:nvSpPr>
            <p:spPr>
              <a:xfrm>
                <a:off x="6904641" y="2898967"/>
                <a:ext cx="79050" cy="23643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17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9" y="126"/>
                    </a:lnTo>
                    <a:lnTo>
                      <a:pt x="43" y="294"/>
                    </a:lnTo>
                    <a:lnTo>
                      <a:pt x="1" y="461"/>
                    </a:lnTo>
                    <a:lnTo>
                      <a:pt x="1" y="461"/>
                    </a:lnTo>
                    <a:lnTo>
                      <a:pt x="43" y="671"/>
                    </a:lnTo>
                    <a:lnTo>
                      <a:pt x="127" y="839"/>
                    </a:lnTo>
                    <a:lnTo>
                      <a:pt x="295" y="965"/>
                    </a:lnTo>
                    <a:lnTo>
                      <a:pt x="462" y="1006"/>
                    </a:lnTo>
                    <a:lnTo>
                      <a:pt x="462" y="1006"/>
                    </a:lnTo>
                    <a:lnTo>
                      <a:pt x="3524" y="1216"/>
                    </a:lnTo>
                    <a:lnTo>
                      <a:pt x="3566" y="1216"/>
                    </a:lnTo>
                    <a:lnTo>
                      <a:pt x="3566" y="1216"/>
                    </a:lnTo>
                    <a:lnTo>
                      <a:pt x="3733" y="1174"/>
                    </a:lnTo>
                    <a:lnTo>
                      <a:pt x="3901" y="1048"/>
                    </a:lnTo>
                    <a:lnTo>
                      <a:pt x="4027" y="923"/>
                    </a:lnTo>
                    <a:lnTo>
                      <a:pt x="4069" y="713"/>
                    </a:lnTo>
                    <a:lnTo>
                      <a:pt x="4069" y="713"/>
                    </a:lnTo>
                    <a:lnTo>
                      <a:pt x="4027" y="545"/>
                    </a:lnTo>
                    <a:lnTo>
                      <a:pt x="3943" y="377"/>
                    </a:lnTo>
                    <a:lnTo>
                      <a:pt x="3775" y="252"/>
                    </a:lnTo>
                    <a:lnTo>
                      <a:pt x="3566" y="168"/>
                    </a:lnTo>
                    <a:lnTo>
                      <a:pt x="3566" y="168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337;p17">
                <a:extLst>
                  <a:ext uri="{FF2B5EF4-FFF2-40B4-BE49-F238E27FC236}">
                    <a16:creationId xmlns:a16="http://schemas.microsoft.com/office/drawing/2014/main" id="{D755BC88-C0A2-A9A0-091A-E69095EE2B81}"/>
                  </a:ext>
                </a:extLst>
              </p:cNvPr>
              <p:cNvSpPr/>
              <p:nvPr/>
            </p:nvSpPr>
            <p:spPr>
              <a:xfrm>
                <a:off x="5965324" y="2894887"/>
                <a:ext cx="79031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175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23" y="0"/>
                    </a:lnTo>
                    <a:lnTo>
                      <a:pt x="3523" y="0"/>
                    </a:lnTo>
                    <a:lnTo>
                      <a:pt x="461" y="168"/>
                    </a:lnTo>
                    <a:lnTo>
                      <a:pt x="461" y="168"/>
                    </a:lnTo>
                    <a:lnTo>
                      <a:pt x="294" y="210"/>
                    </a:lnTo>
                    <a:lnTo>
                      <a:pt x="126" y="336"/>
                    </a:lnTo>
                    <a:lnTo>
                      <a:pt x="42" y="504"/>
                    </a:lnTo>
                    <a:lnTo>
                      <a:pt x="0" y="713"/>
                    </a:lnTo>
                    <a:lnTo>
                      <a:pt x="0" y="713"/>
                    </a:lnTo>
                    <a:lnTo>
                      <a:pt x="42" y="881"/>
                    </a:lnTo>
                    <a:lnTo>
                      <a:pt x="168" y="1049"/>
                    </a:lnTo>
                    <a:lnTo>
                      <a:pt x="336" y="1133"/>
                    </a:lnTo>
                    <a:lnTo>
                      <a:pt x="503" y="1175"/>
                    </a:lnTo>
                    <a:lnTo>
                      <a:pt x="545" y="1175"/>
                    </a:lnTo>
                    <a:lnTo>
                      <a:pt x="545" y="1175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4" y="965"/>
                    </a:lnTo>
                    <a:lnTo>
                      <a:pt x="3942" y="839"/>
                    </a:lnTo>
                    <a:lnTo>
                      <a:pt x="4026" y="671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294"/>
                    </a:lnTo>
                    <a:lnTo>
                      <a:pt x="3900" y="126"/>
                    </a:lnTo>
                    <a:lnTo>
                      <a:pt x="3732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338;p17">
                <a:extLst>
                  <a:ext uri="{FF2B5EF4-FFF2-40B4-BE49-F238E27FC236}">
                    <a16:creationId xmlns:a16="http://schemas.microsoft.com/office/drawing/2014/main" id="{C2413BB2-2184-4F13-1189-13168B1A50A9}"/>
                  </a:ext>
                </a:extLst>
              </p:cNvPr>
              <p:cNvSpPr/>
              <p:nvPr/>
            </p:nvSpPr>
            <p:spPr>
              <a:xfrm>
                <a:off x="6786524" y="2892440"/>
                <a:ext cx="78235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175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294" y="42"/>
                    </a:lnTo>
                    <a:lnTo>
                      <a:pt x="126" y="126"/>
                    </a:lnTo>
                    <a:lnTo>
                      <a:pt x="42" y="294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0" y="672"/>
                    </a:lnTo>
                    <a:lnTo>
                      <a:pt x="126" y="839"/>
                    </a:lnTo>
                    <a:lnTo>
                      <a:pt x="252" y="965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523" y="1175"/>
                    </a:lnTo>
                    <a:lnTo>
                      <a:pt x="3523" y="1175"/>
                    </a:lnTo>
                    <a:lnTo>
                      <a:pt x="3523" y="1175"/>
                    </a:lnTo>
                    <a:lnTo>
                      <a:pt x="3733" y="1133"/>
                    </a:lnTo>
                    <a:lnTo>
                      <a:pt x="3900" y="1049"/>
                    </a:lnTo>
                    <a:lnTo>
                      <a:pt x="3984" y="881"/>
                    </a:lnTo>
                    <a:lnTo>
                      <a:pt x="4026" y="672"/>
                    </a:lnTo>
                    <a:lnTo>
                      <a:pt x="4026" y="672"/>
                    </a:lnTo>
                    <a:lnTo>
                      <a:pt x="4026" y="504"/>
                    </a:lnTo>
                    <a:lnTo>
                      <a:pt x="3900" y="336"/>
                    </a:lnTo>
                    <a:lnTo>
                      <a:pt x="3775" y="210"/>
                    </a:lnTo>
                    <a:lnTo>
                      <a:pt x="3565" y="168"/>
                    </a:lnTo>
                    <a:lnTo>
                      <a:pt x="3565" y="168"/>
                    </a:lnTo>
                    <a:lnTo>
                      <a:pt x="504" y="1"/>
                    </a:lnTo>
                    <a:lnTo>
                      <a:pt x="504" y="1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339;p17">
                <a:extLst>
                  <a:ext uri="{FF2B5EF4-FFF2-40B4-BE49-F238E27FC236}">
                    <a16:creationId xmlns:a16="http://schemas.microsoft.com/office/drawing/2014/main" id="{4671B188-74C6-799F-58E2-AAE21B2F8DFE}"/>
                  </a:ext>
                </a:extLst>
              </p:cNvPr>
              <p:cNvSpPr/>
              <p:nvPr/>
            </p:nvSpPr>
            <p:spPr>
              <a:xfrm>
                <a:off x="6083441" y="2889992"/>
                <a:ext cx="79050" cy="2201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33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65" y="1"/>
                    </a:lnTo>
                    <a:lnTo>
                      <a:pt x="3565" y="1"/>
                    </a:lnTo>
                    <a:lnTo>
                      <a:pt x="504" y="127"/>
                    </a:lnTo>
                    <a:lnTo>
                      <a:pt x="504" y="127"/>
                    </a:lnTo>
                    <a:lnTo>
                      <a:pt x="294" y="168"/>
                    </a:lnTo>
                    <a:lnTo>
                      <a:pt x="169" y="294"/>
                    </a:lnTo>
                    <a:lnTo>
                      <a:pt x="43" y="462"/>
                    </a:lnTo>
                    <a:lnTo>
                      <a:pt x="1" y="630"/>
                    </a:lnTo>
                    <a:lnTo>
                      <a:pt x="1" y="630"/>
                    </a:lnTo>
                    <a:lnTo>
                      <a:pt x="43" y="839"/>
                    </a:lnTo>
                    <a:lnTo>
                      <a:pt x="169" y="1007"/>
                    </a:lnTo>
                    <a:lnTo>
                      <a:pt x="336" y="1091"/>
                    </a:lnTo>
                    <a:lnTo>
                      <a:pt x="504" y="1133"/>
                    </a:lnTo>
                    <a:lnTo>
                      <a:pt x="546" y="1133"/>
                    </a:lnTo>
                    <a:lnTo>
                      <a:pt x="546" y="1133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69" y="672"/>
                    </a:lnTo>
                    <a:lnTo>
                      <a:pt x="4069" y="462"/>
                    </a:lnTo>
                    <a:lnTo>
                      <a:pt x="4069" y="462"/>
                    </a:lnTo>
                    <a:lnTo>
                      <a:pt x="4027" y="294"/>
                    </a:lnTo>
                    <a:lnTo>
                      <a:pt x="3943" y="127"/>
                    </a:lnTo>
                    <a:lnTo>
                      <a:pt x="3775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340;p17">
                <a:extLst>
                  <a:ext uri="{FF2B5EF4-FFF2-40B4-BE49-F238E27FC236}">
                    <a16:creationId xmlns:a16="http://schemas.microsoft.com/office/drawing/2014/main" id="{5B435602-7A57-44ED-1191-C394EF3C02A6}"/>
                  </a:ext>
                </a:extLst>
              </p:cNvPr>
              <p:cNvSpPr/>
              <p:nvPr/>
            </p:nvSpPr>
            <p:spPr>
              <a:xfrm>
                <a:off x="6667573" y="2888360"/>
                <a:ext cx="79050" cy="2121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92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1"/>
                    </a:lnTo>
                    <a:lnTo>
                      <a:pt x="168" y="127"/>
                    </a:lnTo>
                    <a:lnTo>
                      <a:pt x="43" y="294"/>
                    </a:lnTo>
                    <a:lnTo>
                      <a:pt x="1" y="462"/>
                    </a:lnTo>
                    <a:lnTo>
                      <a:pt x="1" y="462"/>
                    </a:lnTo>
                    <a:lnTo>
                      <a:pt x="43" y="672"/>
                    </a:lnTo>
                    <a:lnTo>
                      <a:pt x="126" y="840"/>
                    </a:lnTo>
                    <a:lnTo>
                      <a:pt x="294" y="965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3565" y="1091"/>
                    </a:lnTo>
                    <a:lnTo>
                      <a:pt x="3565" y="1091"/>
                    </a:lnTo>
                    <a:lnTo>
                      <a:pt x="3565" y="1091"/>
                    </a:lnTo>
                    <a:lnTo>
                      <a:pt x="3775" y="1049"/>
                    </a:lnTo>
                    <a:lnTo>
                      <a:pt x="3901" y="965"/>
                    </a:lnTo>
                    <a:lnTo>
                      <a:pt x="4027" y="798"/>
                    </a:lnTo>
                    <a:lnTo>
                      <a:pt x="4068" y="630"/>
                    </a:lnTo>
                    <a:lnTo>
                      <a:pt x="4068" y="630"/>
                    </a:lnTo>
                    <a:lnTo>
                      <a:pt x="4027" y="420"/>
                    </a:lnTo>
                    <a:lnTo>
                      <a:pt x="3943" y="252"/>
                    </a:lnTo>
                    <a:lnTo>
                      <a:pt x="3775" y="127"/>
                    </a:lnTo>
                    <a:lnTo>
                      <a:pt x="3607" y="85"/>
                    </a:lnTo>
                    <a:lnTo>
                      <a:pt x="3607" y="85"/>
                    </a:lnTo>
                    <a:lnTo>
                      <a:pt x="546" y="1"/>
                    </a:lnTo>
                    <a:lnTo>
                      <a:pt x="546" y="1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341;p17">
                <a:extLst>
                  <a:ext uri="{FF2B5EF4-FFF2-40B4-BE49-F238E27FC236}">
                    <a16:creationId xmlns:a16="http://schemas.microsoft.com/office/drawing/2014/main" id="{548A4C1C-CD30-DCC7-EA21-52A05FCA358B}"/>
                  </a:ext>
                </a:extLst>
              </p:cNvPr>
              <p:cNvSpPr/>
              <p:nvPr/>
            </p:nvSpPr>
            <p:spPr>
              <a:xfrm>
                <a:off x="6202392" y="2885932"/>
                <a:ext cx="79050" cy="2201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33" fill="none" extrusionOk="0">
                    <a:moveTo>
                      <a:pt x="3565" y="0"/>
                    </a:moveTo>
                    <a:lnTo>
                      <a:pt x="3523" y="0"/>
                    </a:lnTo>
                    <a:lnTo>
                      <a:pt x="3523" y="0"/>
                    </a:lnTo>
                    <a:lnTo>
                      <a:pt x="504" y="84"/>
                    </a:lnTo>
                    <a:lnTo>
                      <a:pt x="504" y="84"/>
                    </a:lnTo>
                    <a:lnTo>
                      <a:pt x="294" y="126"/>
                    </a:lnTo>
                    <a:lnTo>
                      <a:pt x="126" y="252"/>
                    </a:lnTo>
                    <a:lnTo>
                      <a:pt x="42" y="419"/>
                    </a:lnTo>
                    <a:lnTo>
                      <a:pt x="0" y="629"/>
                    </a:lnTo>
                    <a:lnTo>
                      <a:pt x="0" y="629"/>
                    </a:lnTo>
                    <a:lnTo>
                      <a:pt x="42" y="797"/>
                    </a:lnTo>
                    <a:lnTo>
                      <a:pt x="126" y="965"/>
                    </a:lnTo>
                    <a:lnTo>
                      <a:pt x="294" y="1090"/>
                    </a:lnTo>
                    <a:lnTo>
                      <a:pt x="504" y="1132"/>
                    </a:lnTo>
                    <a:lnTo>
                      <a:pt x="504" y="1132"/>
                    </a:lnTo>
                    <a:lnTo>
                      <a:pt x="504" y="1132"/>
                    </a:lnTo>
                    <a:lnTo>
                      <a:pt x="3565" y="1048"/>
                    </a:lnTo>
                    <a:lnTo>
                      <a:pt x="3565" y="1048"/>
                    </a:lnTo>
                    <a:lnTo>
                      <a:pt x="3775" y="1007"/>
                    </a:lnTo>
                    <a:lnTo>
                      <a:pt x="3900" y="881"/>
                    </a:lnTo>
                    <a:lnTo>
                      <a:pt x="4026" y="713"/>
                    </a:lnTo>
                    <a:lnTo>
                      <a:pt x="4068" y="503"/>
                    </a:lnTo>
                    <a:lnTo>
                      <a:pt x="4068" y="503"/>
                    </a:lnTo>
                    <a:lnTo>
                      <a:pt x="4026" y="336"/>
                    </a:lnTo>
                    <a:lnTo>
                      <a:pt x="3900" y="168"/>
                    </a:lnTo>
                    <a:lnTo>
                      <a:pt x="3733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342;p17">
                <a:extLst>
                  <a:ext uri="{FF2B5EF4-FFF2-40B4-BE49-F238E27FC236}">
                    <a16:creationId xmlns:a16="http://schemas.microsoft.com/office/drawing/2014/main" id="{988A81E4-E1E3-66CF-FA88-BF544BF65F8C}"/>
                  </a:ext>
                </a:extLst>
              </p:cNvPr>
              <p:cNvSpPr/>
              <p:nvPr/>
            </p:nvSpPr>
            <p:spPr>
              <a:xfrm>
                <a:off x="6549456" y="2885116"/>
                <a:ext cx="79031" cy="21195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091" fill="none" extrusionOk="0">
                    <a:moveTo>
                      <a:pt x="461" y="0"/>
                    </a:moveTo>
                    <a:lnTo>
                      <a:pt x="461" y="0"/>
                    </a:lnTo>
                    <a:lnTo>
                      <a:pt x="294" y="42"/>
                    </a:lnTo>
                    <a:lnTo>
                      <a:pt x="126" y="168"/>
                    </a:lnTo>
                    <a:lnTo>
                      <a:pt x="42" y="336"/>
                    </a:lnTo>
                    <a:lnTo>
                      <a:pt x="0" y="503"/>
                    </a:lnTo>
                    <a:lnTo>
                      <a:pt x="0" y="503"/>
                    </a:lnTo>
                    <a:lnTo>
                      <a:pt x="42" y="713"/>
                    </a:lnTo>
                    <a:lnTo>
                      <a:pt x="126" y="881"/>
                    </a:lnTo>
                    <a:lnTo>
                      <a:pt x="294" y="965"/>
                    </a:lnTo>
                    <a:lnTo>
                      <a:pt x="503" y="1007"/>
                    </a:lnTo>
                    <a:lnTo>
                      <a:pt x="503" y="1007"/>
                    </a:lnTo>
                    <a:lnTo>
                      <a:pt x="3523" y="1090"/>
                    </a:lnTo>
                    <a:lnTo>
                      <a:pt x="3565" y="1090"/>
                    </a:lnTo>
                    <a:lnTo>
                      <a:pt x="3565" y="1090"/>
                    </a:lnTo>
                    <a:lnTo>
                      <a:pt x="3732" y="1049"/>
                    </a:lnTo>
                    <a:lnTo>
                      <a:pt x="3900" y="923"/>
                    </a:lnTo>
                    <a:lnTo>
                      <a:pt x="4026" y="797"/>
                    </a:lnTo>
                    <a:lnTo>
                      <a:pt x="4068" y="587"/>
                    </a:lnTo>
                    <a:lnTo>
                      <a:pt x="4068" y="587"/>
                    </a:lnTo>
                    <a:lnTo>
                      <a:pt x="4026" y="378"/>
                    </a:lnTo>
                    <a:lnTo>
                      <a:pt x="3900" y="210"/>
                    </a:lnTo>
                    <a:lnTo>
                      <a:pt x="3774" y="126"/>
                    </a:lnTo>
                    <a:lnTo>
                      <a:pt x="3565" y="84"/>
                    </a:lnTo>
                    <a:lnTo>
                      <a:pt x="3565" y="84"/>
                    </a:lnTo>
                    <a:lnTo>
                      <a:pt x="503" y="0"/>
                    </a:lnTo>
                    <a:lnTo>
                      <a:pt x="503" y="0"/>
                    </a:lnTo>
                    <a:lnTo>
                      <a:pt x="461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343;p17">
                <a:extLst>
                  <a:ext uri="{FF2B5EF4-FFF2-40B4-BE49-F238E27FC236}">
                    <a16:creationId xmlns:a16="http://schemas.microsoft.com/office/drawing/2014/main" id="{E3DFCE81-69EE-CD91-E6ED-E2367936448C}"/>
                  </a:ext>
                </a:extLst>
              </p:cNvPr>
              <p:cNvSpPr/>
              <p:nvPr/>
            </p:nvSpPr>
            <p:spPr>
              <a:xfrm>
                <a:off x="6320528" y="2884300"/>
                <a:ext cx="79031" cy="20379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049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65" y="0"/>
                    </a:lnTo>
                    <a:lnTo>
                      <a:pt x="503" y="42"/>
                    </a:lnTo>
                    <a:lnTo>
                      <a:pt x="503" y="42"/>
                    </a:lnTo>
                    <a:lnTo>
                      <a:pt x="294" y="84"/>
                    </a:lnTo>
                    <a:lnTo>
                      <a:pt x="168" y="210"/>
                    </a:lnTo>
                    <a:lnTo>
                      <a:pt x="42" y="378"/>
                    </a:lnTo>
                    <a:lnTo>
                      <a:pt x="0" y="545"/>
                    </a:lnTo>
                    <a:lnTo>
                      <a:pt x="0" y="545"/>
                    </a:lnTo>
                    <a:lnTo>
                      <a:pt x="42" y="755"/>
                    </a:lnTo>
                    <a:lnTo>
                      <a:pt x="168" y="923"/>
                    </a:lnTo>
                    <a:lnTo>
                      <a:pt x="336" y="1007"/>
                    </a:lnTo>
                    <a:lnTo>
                      <a:pt x="503" y="1049"/>
                    </a:lnTo>
                    <a:lnTo>
                      <a:pt x="545" y="1049"/>
                    </a:lnTo>
                    <a:lnTo>
                      <a:pt x="545" y="1049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74" y="1007"/>
                    </a:lnTo>
                    <a:lnTo>
                      <a:pt x="3942" y="881"/>
                    </a:lnTo>
                    <a:lnTo>
                      <a:pt x="4026" y="713"/>
                    </a:lnTo>
                    <a:lnTo>
                      <a:pt x="4068" y="503"/>
                    </a:lnTo>
                    <a:lnTo>
                      <a:pt x="4068" y="503"/>
                    </a:lnTo>
                    <a:lnTo>
                      <a:pt x="4026" y="336"/>
                    </a:lnTo>
                    <a:lnTo>
                      <a:pt x="3942" y="168"/>
                    </a:lnTo>
                    <a:lnTo>
                      <a:pt x="3774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344;p17">
                <a:extLst>
                  <a:ext uri="{FF2B5EF4-FFF2-40B4-BE49-F238E27FC236}">
                    <a16:creationId xmlns:a16="http://schemas.microsoft.com/office/drawing/2014/main" id="{E73AF6FD-B716-2A11-5766-05D86A7BA7FC}"/>
                  </a:ext>
                </a:extLst>
              </p:cNvPr>
              <p:cNvSpPr/>
              <p:nvPr/>
            </p:nvSpPr>
            <p:spPr>
              <a:xfrm>
                <a:off x="6430504" y="2884300"/>
                <a:ext cx="79050" cy="2037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49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8" y="168"/>
                    </a:lnTo>
                    <a:lnTo>
                      <a:pt x="42" y="336"/>
                    </a:lnTo>
                    <a:lnTo>
                      <a:pt x="0" y="503"/>
                    </a:lnTo>
                    <a:lnTo>
                      <a:pt x="0" y="503"/>
                    </a:lnTo>
                    <a:lnTo>
                      <a:pt x="42" y="713"/>
                    </a:lnTo>
                    <a:lnTo>
                      <a:pt x="168" y="881"/>
                    </a:lnTo>
                    <a:lnTo>
                      <a:pt x="336" y="965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75" y="1007"/>
                    </a:lnTo>
                    <a:lnTo>
                      <a:pt x="3942" y="881"/>
                    </a:lnTo>
                    <a:lnTo>
                      <a:pt x="4026" y="713"/>
                    </a:lnTo>
                    <a:lnTo>
                      <a:pt x="4068" y="545"/>
                    </a:lnTo>
                    <a:lnTo>
                      <a:pt x="4068" y="545"/>
                    </a:lnTo>
                    <a:lnTo>
                      <a:pt x="4026" y="336"/>
                    </a:lnTo>
                    <a:lnTo>
                      <a:pt x="3942" y="168"/>
                    </a:lnTo>
                    <a:lnTo>
                      <a:pt x="3775" y="42"/>
                    </a:lnTo>
                    <a:lnTo>
                      <a:pt x="3565" y="0"/>
                    </a:lnTo>
                    <a:lnTo>
                      <a:pt x="3565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1" name="Google Shape;349;p17">
              <a:extLst>
                <a:ext uri="{FF2B5EF4-FFF2-40B4-BE49-F238E27FC236}">
                  <a16:creationId xmlns:a16="http://schemas.microsoft.com/office/drawing/2014/main" id="{723D5287-84F8-EF39-F7C5-7D422B0886C5}"/>
                </a:ext>
              </a:extLst>
            </p:cNvPr>
            <p:cNvSpPr/>
            <p:nvPr/>
          </p:nvSpPr>
          <p:spPr>
            <a:xfrm>
              <a:off x="5716939" y="2339601"/>
              <a:ext cx="1097400" cy="1097400"/>
            </a:xfrm>
            <a:prstGeom prst="ellipse">
              <a:avLst/>
            </a:prstGeom>
            <a:solidFill>
              <a:srgbClr val="B3043E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28575" dir="5400000" algn="bl" rotWithShape="0">
                <a:srgbClr val="000000">
                  <a:alpha val="22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350;p17">
              <a:extLst>
                <a:ext uri="{FF2B5EF4-FFF2-40B4-BE49-F238E27FC236}">
                  <a16:creationId xmlns:a16="http://schemas.microsoft.com/office/drawing/2014/main" id="{B92002B8-C939-62F1-F763-51346C2A33D9}"/>
                </a:ext>
              </a:extLst>
            </p:cNvPr>
            <p:cNvSpPr txBox="1"/>
            <p:nvPr/>
          </p:nvSpPr>
          <p:spPr>
            <a:xfrm>
              <a:off x="5864388" y="2629419"/>
              <a:ext cx="8025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4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43" name="Google Shape;351;p17">
              <a:extLst>
                <a:ext uri="{FF2B5EF4-FFF2-40B4-BE49-F238E27FC236}">
                  <a16:creationId xmlns:a16="http://schemas.microsoft.com/office/drawing/2014/main" id="{C6EE366A-F372-5E95-2BE3-D862BB5F22D5}"/>
                </a:ext>
              </a:extLst>
            </p:cNvPr>
            <p:cNvSpPr txBox="1"/>
            <p:nvPr/>
          </p:nvSpPr>
          <p:spPr>
            <a:xfrm>
              <a:off x="2538722" y="2895519"/>
              <a:ext cx="2981419" cy="32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s-ES_tradnl" sz="3000" b="1" dirty="0" err="1">
                  <a:solidFill>
                    <a:schemeClr val="bg1"/>
                  </a:solidFill>
                </a:rPr>
                <a:t>Modeling</a:t>
              </a:r>
              <a:r>
                <a:rPr lang="es-ES_tradnl" sz="3000" b="1" dirty="0">
                  <a:solidFill>
                    <a:schemeClr val="bg1"/>
                  </a:solidFill>
                </a:rPr>
                <a:t> </a:t>
              </a:r>
              <a:r>
                <a:rPr lang="es-ES_tradnl" sz="3000" b="1" dirty="0" err="1">
                  <a:solidFill>
                    <a:schemeClr val="bg1"/>
                  </a:solidFill>
                </a:rPr>
                <a:t>of</a:t>
              </a:r>
              <a:r>
                <a:rPr lang="es-ES_tradnl" sz="3000" b="1" dirty="0">
                  <a:solidFill>
                    <a:schemeClr val="bg1"/>
                  </a:solidFill>
                </a:rPr>
                <a:t> </a:t>
              </a:r>
              <a:r>
                <a:rPr lang="es-ES_tradnl" sz="3000" b="1" dirty="0" err="1">
                  <a:solidFill>
                    <a:schemeClr val="bg1"/>
                  </a:solidFill>
                </a:rPr>
                <a:t>inter-addons</a:t>
              </a:r>
              <a:r>
                <a:rPr lang="es-ES_tradnl" sz="3000" b="1" dirty="0">
                  <a:solidFill>
                    <a:schemeClr val="bg1"/>
                  </a:solidFill>
                </a:rPr>
                <a:t> </a:t>
              </a:r>
              <a:r>
                <a:rPr lang="es-ES_tradnl" sz="3000" b="1" dirty="0" err="1">
                  <a:solidFill>
                    <a:schemeClr val="bg1"/>
                  </a:solidFill>
                </a:rPr>
                <a:t>constraints</a:t>
              </a:r>
              <a:endParaRPr lang="es-ES_tradnl" sz="3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63" name="Grupo 362">
            <a:extLst>
              <a:ext uri="{FF2B5EF4-FFF2-40B4-BE49-F238E27FC236}">
                <a16:creationId xmlns:a16="http://schemas.microsoft.com/office/drawing/2014/main" id="{556F8394-419A-75B0-F38C-03DF8261105C}"/>
              </a:ext>
            </a:extLst>
          </p:cNvPr>
          <p:cNvGrpSpPr/>
          <p:nvPr/>
        </p:nvGrpSpPr>
        <p:grpSpPr>
          <a:xfrm>
            <a:off x="3645465" y="4593389"/>
            <a:ext cx="8377200" cy="1605600"/>
            <a:chOff x="1885375" y="3630633"/>
            <a:chExt cx="5551408" cy="1143400"/>
          </a:xfrm>
        </p:grpSpPr>
        <p:sp>
          <p:nvSpPr>
            <p:cNvPr id="245" name="Google Shape;353;p17">
              <a:extLst>
                <a:ext uri="{FF2B5EF4-FFF2-40B4-BE49-F238E27FC236}">
                  <a16:creationId xmlns:a16="http://schemas.microsoft.com/office/drawing/2014/main" id="{FE50D18B-CE0A-A496-4A0E-BD1DB497E618}"/>
                </a:ext>
              </a:extLst>
            </p:cNvPr>
            <p:cNvSpPr/>
            <p:nvPr/>
          </p:nvSpPr>
          <p:spPr>
            <a:xfrm>
              <a:off x="1885375" y="3630633"/>
              <a:ext cx="5551408" cy="1078983"/>
            </a:xfrm>
            <a:custGeom>
              <a:avLst/>
              <a:gdLst/>
              <a:ahLst/>
              <a:cxnLst/>
              <a:rect l="l" t="t" r="r" b="b"/>
              <a:pathLst>
                <a:path w="285750" h="65294" extrusionOk="0">
                  <a:moveTo>
                    <a:pt x="201375" y="0"/>
                  </a:moveTo>
                  <a:lnTo>
                    <a:pt x="196427" y="42"/>
                  </a:lnTo>
                  <a:lnTo>
                    <a:pt x="191562" y="126"/>
                  </a:lnTo>
                  <a:lnTo>
                    <a:pt x="186740" y="252"/>
                  </a:lnTo>
                  <a:lnTo>
                    <a:pt x="182001" y="419"/>
                  </a:lnTo>
                  <a:lnTo>
                    <a:pt x="177262" y="629"/>
                  </a:lnTo>
                  <a:lnTo>
                    <a:pt x="172607" y="881"/>
                  </a:lnTo>
                  <a:lnTo>
                    <a:pt x="168036" y="1174"/>
                  </a:lnTo>
                  <a:lnTo>
                    <a:pt x="163465" y="1468"/>
                  </a:lnTo>
                  <a:lnTo>
                    <a:pt x="158936" y="1845"/>
                  </a:lnTo>
                  <a:lnTo>
                    <a:pt x="154449" y="2181"/>
                  </a:lnTo>
                  <a:lnTo>
                    <a:pt x="149962" y="2600"/>
                  </a:lnTo>
                  <a:lnTo>
                    <a:pt x="141156" y="3439"/>
                  </a:lnTo>
                  <a:lnTo>
                    <a:pt x="132391" y="4319"/>
                  </a:lnTo>
                  <a:lnTo>
                    <a:pt x="123668" y="5242"/>
                  </a:lnTo>
                  <a:lnTo>
                    <a:pt x="109368" y="6752"/>
                  </a:lnTo>
                  <a:lnTo>
                    <a:pt x="102197" y="7465"/>
                  </a:lnTo>
                  <a:lnTo>
                    <a:pt x="95026" y="8136"/>
                  </a:lnTo>
                  <a:lnTo>
                    <a:pt x="87771" y="8765"/>
                  </a:lnTo>
                  <a:lnTo>
                    <a:pt x="80433" y="9310"/>
                  </a:lnTo>
                  <a:lnTo>
                    <a:pt x="73052" y="9771"/>
                  </a:lnTo>
                  <a:lnTo>
                    <a:pt x="69320" y="9939"/>
                  </a:lnTo>
                  <a:lnTo>
                    <a:pt x="65546" y="10106"/>
                  </a:lnTo>
                  <a:lnTo>
                    <a:pt x="61729" y="10274"/>
                  </a:lnTo>
                  <a:lnTo>
                    <a:pt x="57913" y="10358"/>
                  </a:lnTo>
                  <a:lnTo>
                    <a:pt x="54055" y="10442"/>
                  </a:lnTo>
                  <a:lnTo>
                    <a:pt x="50197" y="10484"/>
                  </a:lnTo>
                  <a:lnTo>
                    <a:pt x="42271" y="10484"/>
                  </a:lnTo>
                  <a:lnTo>
                    <a:pt x="38287" y="10400"/>
                  </a:lnTo>
                  <a:lnTo>
                    <a:pt x="34220" y="10274"/>
                  </a:lnTo>
                  <a:lnTo>
                    <a:pt x="30110" y="10148"/>
                  </a:lnTo>
                  <a:lnTo>
                    <a:pt x="26000" y="9939"/>
                  </a:lnTo>
                  <a:lnTo>
                    <a:pt x="21807" y="9687"/>
                  </a:lnTo>
                  <a:lnTo>
                    <a:pt x="17529" y="9436"/>
                  </a:lnTo>
                  <a:lnTo>
                    <a:pt x="13252" y="9100"/>
                  </a:lnTo>
                  <a:lnTo>
                    <a:pt x="8890" y="8681"/>
                  </a:lnTo>
                  <a:lnTo>
                    <a:pt x="4487" y="8261"/>
                  </a:lnTo>
                  <a:lnTo>
                    <a:pt x="0" y="7758"/>
                  </a:lnTo>
                  <a:lnTo>
                    <a:pt x="0" y="62232"/>
                  </a:lnTo>
                  <a:lnTo>
                    <a:pt x="4865" y="62778"/>
                  </a:lnTo>
                  <a:lnTo>
                    <a:pt x="9645" y="63281"/>
                  </a:lnTo>
                  <a:lnTo>
                    <a:pt x="14300" y="63700"/>
                  </a:lnTo>
                  <a:lnTo>
                    <a:pt x="18913" y="64078"/>
                  </a:lnTo>
                  <a:lnTo>
                    <a:pt x="23442" y="64413"/>
                  </a:lnTo>
                  <a:lnTo>
                    <a:pt x="27845" y="64665"/>
                  </a:lnTo>
                  <a:lnTo>
                    <a:pt x="32207" y="64874"/>
                  </a:lnTo>
                  <a:lnTo>
                    <a:pt x="36484" y="65042"/>
                  </a:lnTo>
                  <a:lnTo>
                    <a:pt x="40720" y="65168"/>
                  </a:lnTo>
                  <a:lnTo>
                    <a:pt x="44829" y="65252"/>
                  </a:lnTo>
                  <a:lnTo>
                    <a:pt x="48897" y="65294"/>
                  </a:lnTo>
                  <a:lnTo>
                    <a:pt x="52923" y="65294"/>
                  </a:lnTo>
                  <a:lnTo>
                    <a:pt x="56865" y="65252"/>
                  </a:lnTo>
                  <a:lnTo>
                    <a:pt x="60765" y="65168"/>
                  </a:lnTo>
                  <a:lnTo>
                    <a:pt x="64623" y="65042"/>
                  </a:lnTo>
                  <a:lnTo>
                    <a:pt x="68439" y="64916"/>
                  </a:lnTo>
                  <a:lnTo>
                    <a:pt x="72171" y="64707"/>
                  </a:lnTo>
                  <a:lnTo>
                    <a:pt x="75904" y="64497"/>
                  </a:lnTo>
                  <a:lnTo>
                    <a:pt x="79552" y="64287"/>
                  </a:lnTo>
                  <a:lnTo>
                    <a:pt x="83159" y="64036"/>
                  </a:lnTo>
                  <a:lnTo>
                    <a:pt x="90330" y="63407"/>
                  </a:lnTo>
                  <a:lnTo>
                    <a:pt x="97375" y="62736"/>
                  </a:lnTo>
                  <a:lnTo>
                    <a:pt x="104294" y="62023"/>
                  </a:lnTo>
                  <a:lnTo>
                    <a:pt x="111172" y="61226"/>
                  </a:lnTo>
                  <a:lnTo>
                    <a:pt x="124843" y="59591"/>
                  </a:lnTo>
                  <a:lnTo>
                    <a:pt x="133062" y="58626"/>
                  </a:lnTo>
                  <a:lnTo>
                    <a:pt x="141323" y="57661"/>
                  </a:lnTo>
                  <a:lnTo>
                    <a:pt x="149669" y="56739"/>
                  </a:lnTo>
                  <a:lnTo>
                    <a:pt x="153904" y="56320"/>
                  </a:lnTo>
                  <a:lnTo>
                    <a:pt x="158182" y="55900"/>
                  </a:lnTo>
                  <a:lnTo>
                    <a:pt x="162501" y="55523"/>
                  </a:lnTo>
                  <a:lnTo>
                    <a:pt x="166820" y="55187"/>
                  </a:lnTo>
                  <a:lnTo>
                    <a:pt x="171265" y="54894"/>
                  </a:lnTo>
                  <a:lnTo>
                    <a:pt x="175711" y="54600"/>
                  </a:lnTo>
                  <a:lnTo>
                    <a:pt x="180240" y="54349"/>
                  </a:lnTo>
                  <a:lnTo>
                    <a:pt x="184853" y="54181"/>
                  </a:lnTo>
                  <a:lnTo>
                    <a:pt x="189549" y="54055"/>
                  </a:lnTo>
                  <a:lnTo>
                    <a:pt x="194330" y="53929"/>
                  </a:lnTo>
                  <a:lnTo>
                    <a:pt x="204101" y="53929"/>
                  </a:lnTo>
                  <a:lnTo>
                    <a:pt x="209133" y="54013"/>
                  </a:lnTo>
                  <a:lnTo>
                    <a:pt x="214292" y="54181"/>
                  </a:lnTo>
                  <a:lnTo>
                    <a:pt x="219534" y="54390"/>
                  </a:lnTo>
                  <a:lnTo>
                    <a:pt x="224859" y="54684"/>
                  </a:lnTo>
                  <a:lnTo>
                    <a:pt x="230353" y="55020"/>
                  </a:lnTo>
                  <a:lnTo>
                    <a:pt x="235930" y="55481"/>
                  </a:lnTo>
                  <a:lnTo>
                    <a:pt x="241676" y="55984"/>
                  </a:lnTo>
                  <a:lnTo>
                    <a:pt x="247505" y="56613"/>
                  </a:lnTo>
                  <a:lnTo>
                    <a:pt x="253501" y="57284"/>
                  </a:lnTo>
                  <a:lnTo>
                    <a:pt x="259666" y="58081"/>
                  </a:lnTo>
                  <a:lnTo>
                    <a:pt x="265956" y="58961"/>
                  </a:lnTo>
                  <a:lnTo>
                    <a:pt x="272373" y="59968"/>
                  </a:lnTo>
                  <a:lnTo>
                    <a:pt x="278998" y="61058"/>
                  </a:lnTo>
                  <a:lnTo>
                    <a:pt x="285750" y="62232"/>
                  </a:lnTo>
                  <a:lnTo>
                    <a:pt x="285750" y="62232"/>
                  </a:lnTo>
                  <a:lnTo>
                    <a:pt x="285037" y="60513"/>
                  </a:lnTo>
                  <a:lnTo>
                    <a:pt x="284324" y="58836"/>
                  </a:lnTo>
                  <a:lnTo>
                    <a:pt x="283569" y="57200"/>
                  </a:lnTo>
                  <a:lnTo>
                    <a:pt x="282773" y="55607"/>
                  </a:lnTo>
                  <a:lnTo>
                    <a:pt x="281976" y="54055"/>
                  </a:lnTo>
                  <a:lnTo>
                    <a:pt x="281179" y="52545"/>
                  </a:lnTo>
                  <a:lnTo>
                    <a:pt x="280340" y="51078"/>
                  </a:lnTo>
                  <a:lnTo>
                    <a:pt x="279502" y="49694"/>
                  </a:lnTo>
                  <a:lnTo>
                    <a:pt x="278663" y="48310"/>
                  </a:lnTo>
                  <a:lnTo>
                    <a:pt x="277824" y="47010"/>
                  </a:lnTo>
                  <a:lnTo>
                    <a:pt x="276985" y="45752"/>
                  </a:lnTo>
                  <a:lnTo>
                    <a:pt x="276147" y="44536"/>
                  </a:lnTo>
                  <a:lnTo>
                    <a:pt x="274469" y="42271"/>
                  </a:lnTo>
                  <a:lnTo>
                    <a:pt x="272876" y="40216"/>
                  </a:lnTo>
                  <a:lnTo>
                    <a:pt x="271366" y="38371"/>
                  </a:lnTo>
                  <a:lnTo>
                    <a:pt x="269982" y="36736"/>
                  </a:lnTo>
                  <a:lnTo>
                    <a:pt x="268724" y="35352"/>
                  </a:lnTo>
                  <a:lnTo>
                    <a:pt x="267634" y="34219"/>
                  </a:lnTo>
                  <a:lnTo>
                    <a:pt x="266753" y="33297"/>
                  </a:lnTo>
                  <a:lnTo>
                    <a:pt x="266082" y="32668"/>
                  </a:lnTo>
                  <a:lnTo>
                    <a:pt x="265495" y="32123"/>
                  </a:lnTo>
                  <a:lnTo>
                    <a:pt x="265831" y="31578"/>
                  </a:lnTo>
                  <a:lnTo>
                    <a:pt x="266837" y="30110"/>
                  </a:lnTo>
                  <a:lnTo>
                    <a:pt x="268472" y="27761"/>
                  </a:lnTo>
                  <a:lnTo>
                    <a:pt x="269521" y="26336"/>
                  </a:lnTo>
                  <a:lnTo>
                    <a:pt x="270695" y="24742"/>
                  </a:lnTo>
                  <a:lnTo>
                    <a:pt x="272079" y="22981"/>
                  </a:lnTo>
                  <a:lnTo>
                    <a:pt x="273589" y="21052"/>
                  </a:lnTo>
                  <a:lnTo>
                    <a:pt x="275266" y="19039"/>
                  </a:lnTo>
                  <a:lnTo>
                    <a:pt x="277069" y="16942"/>
                  </a:lnTo>
                  <a:lnTo>
                    <a:pt x="279040" y="14761"/>
                  </a:lnTo>
                  <a:lnTo>
                    <a:pt x="281137" y="12455"/>
                  </a:lnTo>
                  <a:lnTo>
                    <a:pt x="283360" y="10148"/>
                  </a:lnTo>
                  <a:lnTo>
                    <a:pt x="285750" y="7758"/>
                  </a:lnTo>
                  <a:lnTo>
                    <a:pt x="279418" y="6626"/>
                  </a:lnTo>
                  <a:lnTo>
                    <a:pt x="273169" y="5619"/>
                  </a:lnTo>
                  <a:lnTo>
                    <a:pt x="267047" y="4739"/>
                  </a:lnTo>
                  <a:lnTo>
                    <a:pt x="261050" y="3900"/>
                  </a:lnTo>
                  <a:lnTo>
                    <a:pt x="255137" y="3145"/>
                  </a:lnTo>
                  <a:lnTo>
                    <a:pt x="249350" y="2516"/>
                  </a:lnTo>
                  <a:lnTo>
                    <a:pt x="243688" y="1929"/>
                  </a:lnTo>
                  <a:lnTo>
                    <a:pt x="238069" y="1468"/>
                  </a:lnTo>
                  <a:lnTo>
                    <a:pt x="232576" y="1048"/>
                  </a:lnTo>
                  <a:lnTo>
                    <a:pt x="227166" y="713"/>
                  </a:lnTo>
                  <a:lnTo>
                    <a:pt x="221840" y="461"/>
                  </a:lnTo>
                  <a:lnTo>
                    <a:pt x="216640" y="252"/>
                  </a:lnTo>
                  <a:lnTo>
                    <a:pt x="211482" y="84"/>
                  </a:lnTo>
                  <a:lnTo>
                    <a:pt x="206366" y="0"/>
                  </a:lnTo>
                  <a:close/>
                </a:path>
              </a:pathLst>
            </a:custGeom>
            <a:solidFill>
              <a:srgbClr val="7E0029"/>
            </a:solidFill>
            <a:ln>
              <a:noFill/>
            </a:ln>
            <a:effectLst>
              <a:outerShdw blurRad="57150" dist="28575" dir="5400000" algn="bl" rotWithShape="0">
                <a:srgbClr val="000000">
                  <a:alpha val="23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6" name="Google Shape;354;p17">
              <a:extLst>
                <a:ext uri="{FF2B5EF4-FFF2-40B4-BE49-F238E27FC236}">
                  <a16:creationId xmlns:a16="http://schemas.microsoft.com/office/drawing/2014/main" id="{229F8D7C-58F4-358A-74FB-6A11313B4722}"/>
                </a:ext>
              </a:extLst>
            </p:cNvPr>
            <p:cNvGrpSpPr/>
            <p:nvPr/>
          </p:nvGrpSpPr>
          <p:grpSpPr>
            <a:xfrm>
              <a:off x="1923652" y="3662073"/>
              <a:ext cx="5408869" cy="995154"/>
              <a:chOff x="1923646" y="1205218"/>
              <a:chExt cx="5408869" cy="1169943"/>
            </a:xfrm>
          </p:grpSpPr>
          <p:sp>
            <p:nvSpPr>
              <p:cNvPr id="247" name="Google Shape;355;p17">
                <a:extLst>
                  <a:ext uri="{FF2B5EF4-FFF2-40B4-BE49-F238E27FC236}">
                    <a16:creationId xmlns:a16="http://schemas.microsoft.com/office/drawing/2014/main" id="{7733BD1B-CC04-569D-391D-129AD5E3505D}"/>
                  </a:ext>
                </a:extLst>
              </p:cNvPr>
              <p:cNvSpPr/>
              <p:nvPr/>
            </p:nvSpPr>
            <p:spPr>
              <a:xfrm>
                <a:off x="1923646" y="1205218"/>
                <a:ext cx="5408869" cy="1169943"/>
              </a:xfrm>
              <a:custGeom>
                <a:avLst/>
                <a:gdLst/>
                <a:ahLst/>
                <a:cxnLst/>
                <a:rect l="l" t="t" r="r" b="b"/>
                <a:pathLst>
                  <a:path w="278413" h="60221" extrusionOk="0">
                    <a:moveTo>
                      <a:pt x="197183" y="1"/>
                    </a:moveTo>
                    <a:lnTo>
                      <a:pt x="196973" y="43"/>
                    </a:lnTo>
                    <a:lnTo>
                      <a:pt x="196805" y="127"/>
                    </a:lnTo>
                    <a:lnTo>
                      <a:pt x="196721" y="294"/>
                    </a:lnTo>
                    <a:lnTo>
                      <a:pt x="196680" y="504"/>
                    </a:lnTo>
                    <a:lnTo>
                      <a:pt x="196721" y="714"/>
                    </a:lnTo>
                    <a:lnTo>
                      <a:pt x="196805" y="840"/>
                    </a:lnTo>
                    <a:lnTo>
                      <a:pt x="196973" y="965"/>
                    </a:lnTo>
                    <a:lnTo>
                      <a:pt x="197183" y="1007"/>
                    </a:lnTo>
                    <a:lnTo>
                      <a:pt x="200244" y="1007"/>
                    </a:lnTo>
                    <a:lnTo>
                      <a:pt x="200412" y="965"/>
                    </a:lnTo>
                    <a:lnTo>
                      <a:pt x="200580" y="840"/>
                    </a:lnTo>
                    <a:lnTo>
                      <a:pt x="200705" y="672"/>
                    </a:lnTo>
                    <a:lnTo>
                      <a:pt x="200747" y="504"/>
                    </a:lnTo>
                    <a:lnTo>
                      <a:pt x="200705" y="294"/>
                    </a:lnTo>
                    <a:lnTo>
                      <a:pt x="200580" y="127"/>
                    </a:lnTo>
                    <a:lnTo>
                      <a:pt x="200454" y="43"/>
                    </a:lnTo>
                    <a:lnTo>
                      <a:pt x="200244" y="1"/>
                    </a:lnTo>
                    <a:close/>
                    <a:moveTo>
                      <a:pt x="194121" y="1"/>
                    </a:moveTo>
                    <a:lnTo>
                      <a:pt x="191060" y="43"/>
                    </a:lnTo>
                    <a:lnTo>
                      <a:pt x="190892" y="85"/>
                    </a:lnTo>
                    <a:lnTo>
                      <a:pt x="190725" y="211"/>
                    </a:lnTo>
                    <a:lnTo>
                      <a:pt x="190599" y="378"/>
                    </a:lnTo>
                    <a:lnTo>
                      <a:pt x="190557" y="588"/>
                    </a:lnTo>
                    <a:lnTo>
                      <a:pt x="190599" y="756"/>
                    </a:lnTo>
                    <a:lnTo>
                      <a:pt x="190725" y="923"/>
                    </a:lnTo>
                    <a:lnTo>
                      <a:pt x="190892" y="1049"/>
                    </a:lnTo>
                    <a:lnTo>
                      <a:pt x="191102" y="1049"/>
                    </a:lnTo>
                    <a:lnTo>
                      <a:pt x="194121" y="1007"/>
                    </a:lnTo>
                    <a:lnTo>
                      <a:pt x="194331" y="965"/>
                    </a:lnTo>
                    <a:lnTo>
                      <a:pt x="194499" y="882"/>
                    </a:lnTo>
                    <a:lnTo>
                      <a:pt x="194583" y="714"/>
                    </a:lnTo>
                    <a:lnTo>
                      <a:pt x="194625" y="504"/>
                    </a:lnTo>
                    <a:lnTo>
                      <a:pt x="194583" y="294"/>
                    </a:lnTo>
                    <a:lnTo>
                      <a:pt x="194499" y="169"/>
                    </a:lnTo>
                    <a:lnTo>
                      <a:pt x="194331" y="43"/>
                    </a:lnTo>
                    <a:lnTo>
                      <a:pt x="194121" y="1"/>
                    </a:lnTo>
                    <a:close/>
                    <a:moveTo>
                      <a:pt x="203305" y="1"/>
                    </a:moveTo>
                    <a:lnTo>
                      <a:pt x="203096" y="43"/>
                    </a:lnTo>
                    <a:lnTo>
                      <a:pt x="202928" y="169"/>
                    </a:lnTo>
                    <a:lnTo>
                      <a:pt x="202802" y="294"/>
                    </a:lnTo>
                    <a:lnTo>
                      <a:pt x="202760" y="504"/>
                    </a:lnTo>
                    <a:lnTo>
                      <a:pt x="202802" y="714"/>
                    </a:lnTo>
                    <a:lnTo>
                      <a:pt x="202928" y="882"/>
                    </a:lnTo>
                    <a:lnTo>
                      <a:pt x="203096" y="965"/>
                    </a:lnTo>
                    <a:lnTo>
                      <a:pt x="203263" y="1007"/>
                    </a:lnTo>
                    <a:lnTo>
                      <a:pt x="206325" y="1049"/>
                    </a:lnTo>
                    <a:lnTo>
                      <a:pt x="206534" y="1007"/>
                    </a:lnTo>
                    <a:lnTo>
                      <a:pt x="206702" y="923"/>
                    </a:lnTo>
                    <a:lnTo>
                      <a:pt x="206786" y="756"/>
                    </a:lnTo>
                    <a:lnTo>
                      <a:pt x="206828" y="546"/>
                    </a:lnTo>
                    <a:lnTo>
                      <a:pt x="206828" y="378"/>
                    </a:lnTo>
                    <a:lnTo>
                      <a:pt x="206702" y="211"/>
                    </a:lnTo>
                    <a:lnTo>
                      <a:pt x="206534" y="85"/>
                    </a:lnTo>
                    <a:lnTo>
                      <a:pt x="206325" y="43"/>
                    </a:lnTo>
                    <a:lnTo>
                      <a:pt x="203305" y="1"/>
                    </a:lnTo>
                    <a:close/>
                    <a:moveTo>
                      <a:pt x="187999" y="127"/>
                    </a:moveTo>
                    <a:lnTo>
                      <a:pt x="184979" y="211"/>
                    </a:lnTo>
                    <a:lnTo>
                      <a:pt x="184770" y="252"/>
                    </a:lnTo>
                    <a:lnTo>
                      <a:pt x="184602" y="336"/>
                    </a:lnTo>
                    <a:lnTo>
                      <a:pt x="184518" y="504"/>
                    </a:lnTo>
                    <a:lnTo>
                      <a:pt x="184476" y="714"/>
                    </a:lnTo>
                    <a:lnTo>
                      <a:pt x="184518" y="923"/>
                    </a:lnTo>
                    <a:lnTo>
                      <a:pt x="184644" y="1049"/>
                    </a:lnTo>
                    <a:lnTo>
                      <a:pt x="184770" y="1175"/>
                    </a:lnTo>
                    <a:lnTo>
                      <a:pt x="184979" y="1217"/>
                    </a:lnTo>
                    <a:lnTo>
                      <a:pt x="188041" y="1133"/>
                    </a:lnTo>
                    <a:lnTo>
                      <a:pt x="188250" y="1091"/>
                    </a:lnTo>
                    <a:lnTo>
                      <a:pt x="188418" y="965"/>
                    </a:lnTo>
                    <a:lnTo>
                      <a:pt x="188502" y="798"/>
                    </a:lnTo>
                    <a:lnTo>
                      <a:pt x="188544" y="630"/>
                    </a:lnTo>
                    <a:lnTo>
                      <a:pt x="188502" y="420"/>
                    </a:lnTo>
                    <a:lnTo>
                      <a:pt x="188376" y="252"/>
                    </a:lnTo>
                    <a:lnTo>
                      <a:pt x="188209" y="169"/>
                    </a:lnTo>
                    <a:lnTo>
                      <a:pt x="188041" y="127"/>
                    </a:lnTo>
                    <a:close/>
                    <a:moveTo>
                      <a:pt x="209386" y="85"/>
                    </a:moveTo>
                    <a:lnTo>
                      <a:pt x="209176" y="127"/>
                    </a:lnTo>
                    <a:lnTo>
                      <a:pt x="209051" y="252"/>
                    </a:lnTo>
                    <a:lnTo>
                      <a:pt x="208925" y="420"/>
                    </a:lnTo>
                    <a:lnTo>
                      <a:pt x="208883" y="588"/>
                    </a:lnTo>
                    <a:lnTo>
                      <a:pt x="208925" y="798"/>
                    </a:lnTo>
                    <a:lnTo>
                      <a:pt x="209009" y="965"/>
                    </a:lnTo>
                    <a:lnTo>
                      <a:pt x="209176" y="1091"/>
                    </a:lnTo>
                    <a:lnTo>
                      <a:pt x="209386" y="1133"/>
                    </a:lnTo>
                    <a:lnTo>
                      <a:pt x="212405" y="1217"/>
                    </a:lnTo>
                    <a:lnTo>
                      <a:pt x="212447" y="1217"/>
                    </a:lnTo>
                    <a:lnTo>
                      <a:pt x="212615" y="1175"/>
                    </a:lnTo>
                    <a:lnTo>
                      <a:pt x="212783" y="1049"/>
                    </a:lnTo>
                    <a:lnTo>
                      <a:pt x="212909" y="882"/>
                    </a:lnTo>
                    <a:lnTo>
                      <a:pt x="212951" y="714"/>
                    </a:lnTo>
                    <a:lnTo>
                      <a:pt x="212909" y="504"/>
                    </a:lnTo>
                    <a:lnTo>
                      <a:pt x="212825" y="336"/>
                    </a:lnTo>
                    <a:lnTo>
                      <a:pt x="212657" y="211"/>
                    </a:lnTo>
                    <a:lnTo>
                      <a:pt x="212447" y="169"/>
                    </a:lnTo>
                    <a:lnTo>
                      <a:pt x="209386" y="85"/>
                    </a:lnTo>
                    <a:close/>
                    <a:moveTo>
                      <a:pt x="181918" y="294"/>
                    </a:moveTo>
                    <a:lnTo>
                      <a:pt x="178857" y="420"/>
                    </a:lnTo>
                    <a:lnTo>
                      <a:pt x="178647" y="462"/>
                    </a:lnTo>
                    <a:lnTo>
                      <a:pt x="178521" y="588"/>
                    </a:lnTo>
                    <a:lnTo>
                      <a:pt x="178396" y="756"/>
                    </a:lnTo>
                    <a:lnTo>
                      <a:pt x="178354" y="965"/>
                    </a:lnTo>
                    <a:lnTo>
                      <a:pt x="178437" y="1133"/>
                    </a:lnTo>
                    <a:lnTo>
                      <a:pt x="178521" y="1301"/>
                    </a:lnTo>
                    <a:lnTo>
                      <a:pt x="178689" y="1385"/>
                    </a:lnTo>
                    <a:lnTo>
                      <a:pt x="178899" y="1427"/>
                    </a:lnTo>
                    <a:lnTo>
                      <a:pt x="181960" y="1301"/>
                    </a:lnTo>
                    <a:lnTo>
                      <a:pt x="182128" y="1259"/>
                    </a:lnTo>
                    <a:lnTo>
                      <a:pt x="182296" y="1133"/>
                    </a:lnTo>
                    <a:lnTo>
                      <a:pt x="182421" y="965"/>
                    </a:lnTo>
                    <a:lnTo>
                      <a:pt x="182421" y="798"/>
                    </a:lnTo>
                    <a:lnTo>
                      <a:pt x="182379" y="588"/>
                    </a:lnTo>
                    <a:lnTo>
                      <a:pt x="182296" y="420"/>
                    </a:lnTo>
                    <a:lnTo>
                      <a:pt x="182128" y="336"/>
                    </a:lnTo>
                    <a:lnTo>
                      <a:pt x="181918" y="294"/>
                    </a:lnTo>
                    <a:close/>
                    <a:moveTo>
                      <a:pt x="215467" y="294"/>
                    </a:moveTo>
                    <a:lnTo>
                      <a:pt x="215299" y="336"/>
                    </a:lnTo>
                    <a:lnTo>
                      <a:pt x="215131" y="420"/>
                    </a:lnTo>
                    <a:lnTo>
                      <a:pt x="215005" y="588"/>
                    </a:lnTo>
                    <a:lnTo>
                      <a:pt x="214963" y="756"/>
                    </a:lnTo>
                    <a:lnTo>
                      <a:pt x="215005" y="965"/>
                    </a:lnTo>
                    <a:lnTo>
                      <a:pt x="215131" y="1133"/>
                    </a:lnTo>
                    <a:lnTo>
                      <a:pt x="215257" y="1259"/>
                    </a:lnTo>
                    <a:lnTo>
                      <a:pt x="215467" y="1301"/>
                    </a:lnTo>
                    <a:lnTo>
                      <a:pt x="218528" y="1427"/>
                    </a:lnTo>
                    <a:lnTo>
                      <a:pt x="218738" y="1385"/>
                    </a:lnTo>
                    <a:lnTo>
                      <a:pt x="218864" y="1301"/>
                    </a:lnTo>
                    <a:lnTo>
                      <a:pt x="218989" y="1133"/>
                    </a:lnTo>
                    <a:lnTo>
                      <a:pt x="219031" y="923"/>
                    </a:lnTo>
                    <a:lnTo>
                      <a:pt x="218989" y="756"/>
                    </a:lnTo>
                    <a:lnTo>
                      <a:pt x="218905" y="588"/>
                    </a:lnTo>
                    <a:lnTo>
                      <a:pt x="218738" y="462"/>
                    </a:lnTo>
                    <a:lnTo>
                      <a:pt x="218570" y="420"/>
                    </a:lnTo>
                    <a:lnTo>
                      <a:pt x="215509" y="294"/>
                    </a:lnTo>
                    <a:close/>
                    <a:moveTo>
                      <a:pt x="175796" y="546"/>
                    </a:moveTo>
                    <a:lnTo>
                      <a:pt x="172776" y="714"/>
                    </a:lnTo>
                    <a:lnTo>
                      <a:pt x="172566" y="756"/>
                    </a:lnTo>
                    <a:lnTo>
                      <a:pt x="172399" y="882"/>
                    </a:lnTo>
                    <a:lnTo>
                      <a:pt x="172315" y="1049"/>
                    </a:lnTo>
                    <a:lnTo>
                      <a:pt x="172273" y="1259"/>
                    </a:lnTo>
                    <a:lnTo>
                      <a:pt x="172315" y="1427"/>
                    </a:lnTo>
                    <a:lnTo>
                      <a:pt x="172441" y="1594"/>
                    </a:lnTo>
                    <a:lnTo>
                      <a:pt x="172608" y="1678"/>
                    </a:lnTo>
                    <a:lnTo>
                      <a:pt x="172776" y="1720"/>
                    </a:lnTo>
                    <a:lnTo>
                      <a:pt x="172818" y="1720"/>
                    </a:lnTo>
                    <a:lnTo>
                      <a:pt x="175837" y="1552"/>
                    </a:lnTo>
                    <a:lnTo>
                      <a:pt x="176047" y="1511"/>
                    </a:lnTo>
                    <a:lnTo>
                      <a:pt x="176215" y="1385"/>
                    </a:lnTo>
                    <a:lnTo>
                      <a:pt x="176299" y="1217"/>
                    </a:lnTo>
                    <a:lnTo>
                      <a:pt x="176341" y="1049"/>
                    </a:lnTo>
                    <a:lnTo>
                      <a:pt x="176299" y="840"/>
                    </a:lnTo>
                    <a:lnTo>
                      <a:pt x="176173" y="714"/>
                    </a:lnTo>
                    <a:lnTo>
                      <a:pt x="176005" y="588"/>
                    </a:lnTo>
                    <a:lnTo>
                      <a:pt x="175837" y="546"/>
                    </a:lnTo>
                    <a:close/>
                    <a:moveTo>
                      <a:pt x="221589" y="546"/>
                    </a:moveTo>
                    <a:lnTo>
                      <a:pt x="221380" y="588"/>
                    </a:lnTo>
                    <a:lnTo>
                      <a:pt x="221212" y="714"/>
                    </a:lnTo>
                    <a:lnTo>
                      <a:pt x="221128" y="840"/>
                    </a:lnTo>
                    <a:lnTo>
                      <a:pt x="221086" y="1049"/>
                    </a:lnTo>
                    <a:lnTo>
                      <a:pt x="221086" y="1217"/>
                    </a:lnTo>
                    <a:lnTo>
                      <a:pt x="221212" y="1385"/>
                    </a:lnTo>
                    <a:lnTo>
                      <a:pt x="221338" y="1511"/>
                    </a:lnTo>
                    <a:lnTo>
                      <a:pt x="221547" y="1552"/>
                    </a:lnTo>
                    <a:lnTo>
                      <a:pt x="224609" y="1720"/>
                    </a:lnTo>
                    <a:lnTo>
                      <a:pt x="224818" y="1720"/>
                    </a:lnTo>
                    <a:lnTo>
                      <a:pt x="224986" y="1594"/>
                    </a:lnTo>
                    <a:lnTo>
                      <a:pt x="225070" y="1427"/>
                    </a:lnTo>
                    <a:lnTo>
                      <a:pt x="225112" y="1259"/>
                    </a:lnTo>
                    <a:lnTo>
                      <a:pt x="225112" y="1049"/>
                    </a:lnTo>
                    <a:lnTo>
                      <a:pt x="224986" y="882"/>
                    </a:lnTo>
                    <a:lnTo>
                      <a:pt x="224860" y="756"/>
                    </a:lnTo>
                    <a:lnTo>
                      <a:pt x="224651" y="714"/>
                    </a:lnTo>
                    <a:lnTo>
                      <a:pt x="221589" y="546"/>
                    </a:lnTo>
                    <a:close/>
                    <a:moveTo>
                      <a:pt x="169715" y="882"/>
                    </a:moveTo>
                    <a:lnTo>
                      <a:pt x="166654" y="1049"/>
                    </a:lnTo>
                    <a:lnTo>
                      <a:pt x="166486" y="1133"/>
                    </a:lnTo>
                    <a:lnTo>
                      <a:pt x="166318" y="1259"/>
                    </a:lnTo>
                    <a:lnTo>
                      <a:pt x="166234" y="1427"/>
                    </a:lnTo>
                    <a:lnTo>
                      <a:pt x="166192" y="1594"/>
                    </a:lnTo>
                    <a:lnTo>
                      <a:pt x="166234" y="1804"/>
                    </a:lnTo>
                    <a:lnTo>
                      <a:pt x="166360" y="1930"/>
                    </a:lnTo>
                    <a:lnTo>
                      <a:pt x="166486" y="2056"/>
                    </a:lnTo>
                    <a:lnTo>
                      <a:pt x="166695" y="2098"/>
                    </a:lnTo>
                    <a:lnTo>
                      <a:pt x="166737" y="2098"/>
                    </a:lnTo>
                    <a:lnTo>
                      <a:pt x="169757" y="1888"/>
                    </a:lnTo>
                    <a:lnTo>
                      <a:pt x="169966" y="1846"/>
                    </a:lnTo>
                    <a:lnTo>
                      <a:pt x="170134" y="1720"/>
                    </a:lnTo>
                    <a:lnTo>
                      <a:pt x="170218" y="1552"/>
                    </a:lnTo>
                    <a:lnTo>
                      <a:pt x="170260" y="1343"/>
                    </a:lnTo>
                    <a:lnTo>
                      <a:pt x="170218" y="1175"/>
                    </a:lnTo>
                    <a:lnTo>
                      <a:pt x="170092" y="1007"/>
                    </a:lnTo>
                    <a:lnTo>
                      <a:pt x="169925" y="923"/>
                    </a:lnTo>
                    <a:lnTo>
                      <a:pt x="169757" y="882"/>
                    </a:lnTo>
                    <a:close/>
                    <a:moveTo>
                      <a:pt x="227460" y="923"/>
                    </a:moveTo>
                    <a:lnTo>
                      <a:pt x="227335" y="1049"/>
                    </a:lnTo>
                    <a:lnTo>
                      <a:pt x="227209" y="1175"/>
                    </a:lnTo>
                    <a:lnTo>
                      <a:pt x="227167" y="1385"/>
                    </a:lnTo>
                    <a:lnTo>
                      <a:pt x="227167" y="1594"/>
                    </a:lnTo>
                    <a:lnTo>
                      <a:pt x="227293" y="1762"/>
                    </a:lnTo>
                    <a:lnTo>
                      <a:pt x="227460" y="1888"/>
                    </a:lnTo>
                    <a:lnTo>
                      <a:pt x="227628" y="1930"/>
                    </a:lnTo>
                    <a:lnTo>
                      <a:pt x="230689" y="2140"/>
                    </a:lnTo>
                    <a:lnTo>
                      <a:pt x="230731" y="2140"/>
                    </a:lnTo>
                    <a:lnTo>
                      <a:pt x="230899" y="2098"/>
                    </a:lnTo>
                    <a:lnTo>
                      <a:pt x="231067" y="2014"/>
                    </a:lnTo>
                    <a:lnTo>
                      <a:pt x="231151" y="1846"/>
                    </a:lnTo>
                    <a:lnTo>
                      <a:pt x="231235" y="1636"/>
                    </a:lnTo>
                    <a:lnTo>
                      <a:pt x="231193" y="1469"/>
                    </a:lnTo>
                    <a:lnTo>
                      <a:pt x="231109" y="1301"/>
                    </a:lnTo>
                    <a:lnTo>
                      <a:pt x="230941" y="1175"/>
                    </a:lnTo>
                    <a:lnTo>
                      <a:pt x="230731" y="1133"/>
                    </a:lnTo>
                    <a:lnTo>
                      <a:pt x="227712" y="923"/>
                    </a:lnTo>
                    <a:close/>
                    <a:moveTo>
                      <a:pt x="163634" y="1259"/>
                    </a:moveTo>
                    <a:lnTo>
                      <a:pt x="160573" y="1469"/>
                    </a:lnTo>
                    <a:lnTo>
                      <a:pt x="160405" y="1552"/>
                    </a:lnTo>
                    <a:lnTo>
                      <a:pt x="160237" y="1678"/>
                    </a:lnTo>
                    <a:lnTo>
                      <a:pt x="160154" y="1846"/>
                    </a:lnTo>
                    <a:lnTo>
                      <a:pt x="160112" y="2014"/>
                    </a:lnTo>
                    <a:lnTo>
                      <a:pt x="160154" y="2223"/>
                    </a:lnTo>
                    <a:lnTo>
                      <a:pt x="160279" y="2349"/>
                    </a:lnTo>
                    <a:lnTo>
                      <a:pt x="160447" y="2475"/>
                    </a:lnTo>
                    <a:lnTo>
                      <a:pt x="160615" y="2517"/>
                    </a:lnTo>
                    <a:lnTo>
                      <a:pt x="160657" y="2517"/>
                    </a:lnTo>
                    <a:lnTo>
                      <a:pt x="163676" y="2265"/>
                    </a:lnTo>
                    <a:lnTo>
                      <a:pt x="163886" y="2223"/>
                    </a:lnTo>
                    <a:lnTo>
                      <a:pt x="164054" y="2098"/>
                    </a:lnTo>
                    <a:lnTo>
                      <a:pt x="164137" y="1930"/>
                    </a:lnTo>
                    <a:lnTo>
                      <a:pt x="164179" y="1762"/>
                    </a:lnTo>
                    <a:lnTo>
                      <a:pt x="164095" y="1552"/>
                    </a:lnTo>
                    <a:lnTo>
                      <a:pt x="164012" y="1427"/>
                    </a:lnTo>
                    <a:lnTo>
                      <a:pt x="163844" y="1301"/>
                    </a:lnTo>
                    <a:lnTo>
                      <a:pt x="163676" y="1259"/>
                    </a:lnTo>
                    <a:close/>
                    <a:moveTo>
                      <a:pt x="233751" y="1343"/>
                    </a:moveTo>
                    <a:lnTo>
                      <a:pt x="233583" y="1385"/>
                    </a:lnTo>
                    <a:lnTo>
                      <a:pt x="233415" y="1469"/>
                    </a:lnTo>
                    <a:lnTo>
                      <a:pt x="233289" y="1636"/>
                    </a:lnTo>
                    <a:lnTo>
                      <a:pt x="233247" y="1804"/>
                    </a:lnTo>
                    <a:lnTo>
                      <a:pt x="233247" y="2014"/>
                    </a:lnTo>
                    <a:lnTo>
                      <a:pt x="233373" y="2182"/>
                    </a:lnTo>
                    <a:lnTo>
                      <a:pt x="233499" y="2307"/>
                    </a:lnTo>
                    <a:lnTo>
                      <a:pt x="233709" y="2349"/>
                    </a:lnTo>
                    <a:lnTo>
                      <a:pt x="236728" y="2601"/>
                    </a:lnTo>
                    <a:lnTo>
                      <a:pt x="236770" y="2601"/>
                    </a:lnTo>
                    <a:lnTo>
                      <a:pt x="236980" y="2559"/>
                    </a:lnTo>
                    <a:lnTo>
                      <a:pt x="237147" y="2475"/>
                    </a:lnTo>
                    <a:lnTo>
                      <a:pt x="237231" y="2307"/>
                    </a:lnTo>
                    <a:lnTo>
                      <a:pt x="237315" y="2140"/>
                    </a:lnTo>
                    <a:lnTo>
                      <a:pt x="237273" y="1930"/>
                    </a:lnTo>
                    <a:lnTo>
                      <a:pt x="237189" y="1762"/>
                    </a:lnTo>
                    <a:lnTo>
                      <a:pt x="237022" y="1636"/>
                    </a:lnTo>
                    <a:lnTo>
                      <a:pt x="236854" y="1594"/>
                    </a:lnTo>
                    <a:lnTo>
                      <a:pt x="233793" y="1343"/>
                    </a:lnTo>
                    <a:close/>
                    <a:moveTo>
                      <a:pt x="157553" y="1720"/>
                    </a:moveTo>
                    <a:lnTo>
                      <a:pt x="154492" y="1972"/>
                    </a:lnTo>
                    <a:lnTo>
                      <a:pt x="154324" y="2014"/>
                    </a:lnTo>
                    <a:lnTo>
                      <a:pt x="154157" y="2140"/>
                    </a:lnTo>
                    <a:lnTo>
                      <a:pt x="154073" y="2307"/>
                    </a:lnTo>
                    <a:lnTo>
                      <a:pt x="154031" y="2517"/>
                    </a:lnTo>
                    <a:lnTo>
                      <a:pt x="154073" y="2685"/>
                    </a:lnTo>
                    <a:lnTo>
                      <a:pt x="154199" y="2852"/>
                    </a:lnTo>
                    <a:lnTo>
                      <a:pt x="154366" y="2936"/>
                    </a:lnTo>
                    <a:lnTo>
                      <a:pt x="154534" y="2978"/>
                    </a:lnTo>
                    <a:lnTo>
                      <a:pt x="154576" y="2978"/>
                    </a:lnTo>
                    <a:lnTo>
                      <a:pt x="157637" y="2727"/>
                    </a:lnTo>
                    <a:lnTo>
                      <a:pt x="157805" y="2685"/>
                    </a:lnTo>
                    <a:lnTo>
                      <a:pt x="157973" y="2559"/>
                    </a:lnTo>
                    <a:lnTo>
                      <a:pt x="158057" y="2391"/>
                    </a:lnTo>
                    <a:lnTo>
                      <a:pt x="158099" y="2182"/>
                    </a:lnTo>
                    <a:lnTo>
                      <a:pt x="158057" y="2014"/>
                    </a:lnTo>
                    <a:lnTo>
                      <a:pt x="157931" y="1846"/>
                    </a:lnTo>
                    <a:lnTo>
                      <a:pt x="157763" y="1762"/>
                    </a:lnTo>
                    <a:lnTo>
                      <a:pt x="157595" y="1720"/>
                    </a:lnTo>
                    <a:close/>
                    <a:moveTo>
                      <a:pt x="239831" y="1846"/>
                    </a:moveTo>
                    <a:lnTo>
                      <a:pt x="239622" y="1888"/>
                    </a:lnTo>
                    <a:lnTo>
                      <a:pt x="239496" y="1972"/>
                    </a:lnTo>
                    <a:lnTo>
                      <a:pt x="239370" y="2140"/>
                    </a:lnTo>
                    <a:lnTo>
                      <a:pt x="239328" y="2307"/>
                    </a:lnTo>
                    <a:lnTo>
                      <a:pt x="239328" y="2517"/>
                    </a:lnTo>
                    <a:lnTo>
                      <a:pt x="239454" y="2685"/>
                    </a:lnTo>
                    <a:lnTo>
                      <a:pt x="239580" y="2811"/>
                    </a:lnTo>
                    <a:lnTo>
                      <a:pt x="239789" y="2852"/>
                    </a:lnTo>
                    <a:lnTo>
                      <a:pt x="242809" y="3146"/>
                    </a:lnTo>
                    <a:lnTo>
                      <a:pt x="243060" y="3146"/>
                    </a:lnTo>
                    <a:lnTo>
                      <a:pt x="243186" y="3020"/>
                    </a:lnTo>
                    <a:lnTo>
                      <a:pt x="243312" y="2894"/>
                    </a:lnTo>
                    <a:lnTo>
                      <a:pt x="243354" y="2685"/>
                    </a:lnTo>
                    <a:lnTo>
                      <a:pt x="243354" y="2517"/>
                    </a:lnTo>
                    <a:lnTo>
                      <a:pt x="243270" y="2349"/>
                    </a:lnTo>
                    <a:lnTo>
                      <a:pt x="243102" y="2223"/>
                    </a:lnTo>
                    <a:lnTo>
                      <a:pt x="242893" y="2140"/>
                    </a:lnTo>
                    <a:lnTo>
                      <a:pt x="239873" y="1846"/>
                    </a:lnTo>
                    <a:close/>
                    <a:moveTo>
                      <a:pt x="151473" y="2223"/>
                    </a:moveTo>
                    <a:lnTo>
                      <a:pt x="148412" y="2475"/>
                    </a:lnTo>
                    <a:lnTo>
                      <a:pt x="148244" y="2559"/>
                    </a:lnTo>
                    <a:lnTo>
                      <a:pt x="148076" y="2685"/>
                    </a:lnTo>
                    <a:lnTo>
                      <a:pt x="147992" y="2852"/>
                    </a:lnTo>
                    <a:lnTo>
                      <a:pt x="147950" y="3020"/>
                    </a:lnTo>
                    <a:lnTo>
                      <a:pt x="148034" y="3230"/>
                    </a:lnTo>
                    <a:lnTo>
                      <a:pt x="148118" y="3356"/>
                    </a:lnTo>
                    <a:lnTo>
                      <a:pt x="148286" y="3482"/>
                    </a:lnTo>
                    <a:lnTo>
                      <a:pt x="148453" y="3523"/>
                    </a:lnTo>
                    <a:lnTo>
                      <a:pt x="148537" y="3482"/>
                    </a:lnTo>
                    <a:lnTo>
                      <a:pt x="151557" y="3230"/>
                    </a:lnTo>
                    <a:lnTo>
                      <a:pt x="151766" y="3188"/>
                    </a:lnTo>
                    <a:lnTo>
                      <a:pt x="151892" y="3062"/>
                    </a:lnTo>
                    <a:lnTo>
                      <a:pt x="151976" y="2894"/>
                    </a:lnTo>
                    <a:lnTo>
                      <a:pt x="152018" y="2685"/>
                    </a:lnTo>
                    <a:lnTo>
                      <a:pt x="151976" y="2517"/>
                    </a:lnTo>
                    <a:lnTo>
                      <a:pt x="151850" y="2349"/>
                    </a:lnTo>
                    <a:lnTo>
                      <a:pt x="151682" y="2265"/>
                    </a:lnTo>
                    <a:lnTo>
                      <a:pt x="151515" y="2223"/>
                    </a:lnTo>
                    <a:close/>
                    <a:moveTo>
                      <a:pt x="245912" y="2433"/>
                    </a:moveTo>
                    <a:lnTo>
                      <a:pt x="245702" y="2475"/>
                    </a:lnTo>
                    <a:lnTo>
                      <a:pt x="245535" y="2601"/>
                    </a:lnTo>
                    <a:lnTo>
                      <a:pt x="245451" y="2727"/>
                    </a:lnTo>
                    <a:lnTo>
                      <a:pt x="245409" y="2894"/>
                    </a:lnTo>
                    <a:lnTo>
                      <a:pt x="245409" y="3104"/>
                    </a:lnTo>
                    <a:lnTo>
                      <a:pt x="245493" y="3272"/>
                    </a:lnTo>
                    <a:lnTo>
                      <a:pt x="245660" y="3398"/>
                    </a:lnTo>
                    <a:lnTo>
                      <a:pt x="245828" y="3482"/>
                    </a:lnTo>
                    <a:lnTo>
                      <a:pt x="248889" y="3775"/>
                    </a:lnTo>
                    <a:lnTo>
                      <a:pt x="248931" y="3817"/>
                    </a:lnTo>
                    <a:lnTo>
                      <a:pt x="249099" y="3775"/>
                    </a:lnTo>
                    <a:lnTo>
                      <a:pt x="249267" y="3649"/>
                    </a:lnTo>
                    <a:lnTo>
                      <a:pt x="249393" y="3523"/>
                    </a:lnTo>
                    <a:lnTo>
                      <a:pt x="249435" y="3356"/>
                    </a:lnTo>
                    <a:lnTo>
                      <a:pt x="249435" y="3146"/>
                    </a:lnTo>
                    <a:lnTo>
                      <a:pt x="249309" y="2978"/>
                    </a:lnTo>
                    <a:lnTo>
                      <a:pt x="249183" y="2852"/>
                    </a:lnTo>
                    <a:lnTo>
                      <a:pt x="248973" y="2769"/>
                    </a:lnTo>
                    <a:lnTo>
                      <a:pt x="245954" y="2475"/>
                    </a:lnTo>
                    <a:lnTo>
                      <a:pt x="245912" y="2433"/>
                    </a:lnTo>
                    <a:close/>
                    <a:moveTo>
                      <a:pt x="145392" y="2769"/>
                    </a:moveTo>
                    <a:lnTo>
                      <a:pt x="142373" y="3062"/>
                    </a:lnTo>
                    <a:lnTo>
                      <a:pt x="142163" y="3104"/>
                    </a:lnTo>
                    <a:lnTo>
                      <a:pt x="141995" y="3230"/>
                    </a:lnTo>
                    <a:lnTo>
                      <a:pt x="141911" y="3398"/>
                    </a:lnTo>
                    <a:lnTo>
                      <a:pt x="141911" y="3607"/>
                    </a:lnTo>
                    <a:lnTo>
                      <a:pt x="141953" y="3775"/>
                    </a:lnTo>
                    <a:lnTo>
                      <a:pt x="142079" y="3943"/>
                    </a:lnTo>
                    <a:lnTo>
                      <a:pt x="142205" y="4027"/>
                    </a:lnTo>
                    <a:lnTo>
                      <a:pt x="142415" y="4069"/>
                    </a:lnTo>
                    <a:lnTo>
                      <a:pt x="142457" y="4069"/>
                    </a:lnTo>
                    <a:lnTo>
                      <a:pt x="145476" y="3775"/>
                    </a:lnTo>
                    <a:lnTo>
                      <a:pt x="145686" y="3733"/>
                    </a:lnTo>
                    <a:lnTo>
                      <a:pt x="145811" y="3607"/>
                    </a:lnTo>
                    <a:lnTo>
                      <a:pt x="145937" y="3440"/>
                    </a:lnTo>
                    <a:lnTo>
                      <a:pt x="145937" y="3230"/>
                    </a:lnTo>
                    <a:lnTo>
                      <a:pt x="145895" y="3062"/>
                    </a:lnTo>
                    <a:lnTo>
                      <a:pt x="145770" y="2894"/>
                    </a:lnTo>
                    <a:lnTo>
                      <a:pt x="145602" y="2811"/>
                    </a:lnTo>
                    <a:lnTo>
                      <a:pt x="145434" y="2769"/>
                    </a:lnTo>
                    <a:close/>
                    <a:moveTo>
                      <a:pt x="251783" y="3146"/>
                    </a:moveTo>
                    <a:lnTo>
                      <a:pt x="251615" y="3272"/>
                    </a:lnTo>
                    <a:lnTo>
                      <a:pt x="251490" y="3398"/>
                    </a:lnTo>
                    <a:lnTo>
                      <a:pt x="251448" y="3565"/>
                    </a:lnTo>
                    <a:lnTo>
                      <a:pt x="251448" y="3775"/>
                    </a:lnTo>
                    <a:lnTo>
                      <a:pt x="251573" y="3943"/>
                    </a:lnTo>
                    <a:lnTo>
                      <a:pt x="251699" y="4069"/>
                    </a:lnTo>
                    <a:lnTo>
                      <a:pt x="251909" y="4153"/>
                    </a:lnTo>
                    <a:lnTo>
                      <a:pt x="254928" y="4488"/>
                    </a:lnTo>
                    <a:lnTo>
                      <a:pt x="254970" y="4530"/>
                    </a:lnTo>
                    <a:lnTo>
                      <a:pt x="255180" y="4488"/>
                    </a:lnTo>
                    <a:lnTo>
                      <a:pt x="255306" y="4404"/>
                    </a:lnTo>
                    <a:lnTo>
                      <a:pt x="255431" y="4236"/>
                    </a:lnTo>
                    <a:lnTo>
                      <a:pt x="255473" y="4069"/>
                    </a:lnTo>
                    <a:lnTo>
                      <a:pt x="255473" y="3859"/>
                    </a:lnTo>
                    <a:lnTo>
                      <a:pt x="255390" y="3691"/>
                    </a:lnTo>
                    <a:lnTo>
                      <a:pt x="255222" y="3565"/>
                    </a:lnTo>
                    <a:lnTo>
                      <a:pt x="255054" y="3482"/>
                    </a:lnTo>
                    <a:lnTo>
                      <a:pt x="252035" y="3146"/>
                    </a:lnTo>
                    <a:close/>
                    <a:moveTo>
                      <a:pt x="139311" y="3356"/>
                    </a:moveTo>
                    <a:lnTo>
                      <a:pt x="136292" y="3649"/>
                    </a:lnTo>
                    <a:lnTo>
                      <a:pt x="136082" y="3691"/>
                    </a:lnTo>
                    <a:lnTo>
                      <a:pt x="135957" y="3817"/>
                    </a:lnTo>
                    <a:lnTo>
                      <a:pt x="135873" y="4027"/>
                    </a:lnTo>
                    <a:lnTo>
                      <a:pt x="135831" y="4194"/>
                    </a:lnTo>
                    <a:lnTo>
                      <a:pt x="135873" y="4404"/>
                    </a:lnTo>
                    <a:lnTo>
                      <a:pt x="135999" y="4530"/>
                    </a:lnTo>
                    <a:lnTo>
                      <a:pt x="136166" y="4614"/>
                    </a:lnTo>
                    <a:lnTo>
                      <a:pt x="136334" y="4656"/>
                    </a:lnTo>
                    <a:lnTo>
                      <a:pt x="136376" y="4656"/>
                    </a:lnTo>
                    <a:lnTo>
                      <a:pt x="139437" y="4362"/>
                    </a:lnTo>
                    <a:lnTo>
                      <a:pt x="139605" y="4320"/>
                    </a:lnTo>
                    <a:lnTo>
                      <a:pt x="139773" y="4194"/>
                    </a:lnTo>
                    <a:lnTo>
                      <a:pt x="139857" y="4027"/>
                    </a:lnTo>
                    <a:lnTo>
                      <a:pt x="139899" y="3817"/>
                    </a:lnTo>
                    <a:lnTo>
                      <a:pt x="139815" y="3607"/>
                    </a:lnTo>
                    <a:lnTo>
                      <a:pt x="139731" y="3482"/>
                    </a:lnTo>
                    <a:lnTo>
                      <a:pt x="139563" y="3398"/>
                    </a:lnTo>
                    <a:lnTo>
                      <a:pt x="139353" y="3356"/>
                    </a:lnTo>
                    <a:close/>
                    <a:moveTo>
                      <a:pt x="133273" y="3943"/>
                    </a:moveTo>
                    <a:lnTo>
                      <a:pt x="130211" y="4278"/>
                    </a:lnTo>
                    <a:lnTo>
                      <a:pt x="130044" y="4320"/>
                    </a:lnTo>
                    <a:lnTo>
                      <a:pt x="129876" y="4446"/>
                    </a:lnTo>
                    <a:lnTo>
                      <a:pt x="129792" y="4614"/>
                    </a:lnTo>
                    <a:lnTo>
                      <a:pt x="129750" y="4823"/>
                    </a:lnTo>
                    <a:lnTo>
                      <a:pt x="129834" y="5033"/>
                    </a:lnTo>
                    <a:lnTo>
                      <a:pt x="129918" y="5159"/>
                    </a:lnTo>
                    <a:lnTo>
                      <a:pt x="130086" y="5243"/>
                    </a:lnTo>
                    <a:lnTo>
                      <a:pt x="130295" y="5285"/>
                    </a:lnTo>
                    <a:lnTo>
                      <a:pt x="130337" y="5285"/>
                    </a:lnTo>
                    <a:lnTo>
                      <a:pt x="133357" y="4991"/>
                    </a:lnTo>
                    <a:lnTo>
                      <a:pt x="133566" y="4907"/>
                    </a:lnTo>
                    <a:lnTo>
                      <a:pt x="133692" y="4782"/>
                    </a:lnTo>
                    <a:lnTo>
                      <a:pt x="133776" y="4614"/>
                    </a:lnTo>
                    <a:lnTo>
                      <a:pt x="133818" y="4404"/>
                    </a:lnTo>
                    <a:lnTo>
                      <a:pt x="133776" y="4236"/>
                    </a:lnTo>
                    <a:lnTo>
                      <a:pt x="133650" y="4069"/>
                    </a:lnTo>
                    <a:lnTo>
                      <a:pt x="133482" y="3985"/>
                    </a:lnTo>
                    <a:lnTo>
                      <a:pt x="133315" y="3943"/>
                    </a:lnTo>
                    <a:close/>
                    <a:moveTo>
                      <a:pt x="257990" y="3859"/>
                    </a:moveTo>
                    <a:lnTo>
                      <a:pt x="257822" y="3901"/>
                    </a:lnTo>
                    <a:lnTo>
                      <a:pt x="257654" y="3985"/>
                    </a:lnTo>
                    <a:lnTo>
                      <a:pt x="257570" y="4153"/>
                    </a:lnTo>
                    <a:lnTo>
                      <a:pt x="257486" y="4320"/>
                    </a:lnTo>
                    <a:lnTo>
                      <a:pt x="257528" y="4530"/>
                    </a:lnTo>
                    <a:lnTo>
                      <a:pt x="257612" y="4698"/>
                    </a:lnTo>
                    <a:lnTo>
                      <a:pt x="257738" y="4823"/>
                    </a:lnTo>
                    <a:lnTo>
                      <a:pt x="257948" y="4907"/>
                    </a:lnTo>
                    <a:lnTo>
                      <a:pt x="260967" y="5285"/>
                    </a:lnTo>
                    <a:lnTo>
                      <a:pt x="261219" y="5285"/>
                    </a:lnTo>
                    <a:lnTo>
                      <a:pt x="261344" y="5159"/>
                    </a:lnTo>
                    <a:lnTo>
                      <a:pt x="261470" y="5033"/>
                    </a:lnTo>
                    <a:lnTo>
                      <a:pt x="261512" y="4865"/>
                    </a:lnTo>
                    <a:lnTo>
                      <a:pt x="261512" y="4656"/>
                    </a:lnTo>
                    <a:lnTo>
                      <a:pt x="261428" y="4488"/>
                    </a:lnTo>
                    <a:lnTo>
                      <a:pt x="261302" y="4362"/>
                    </a:lnTo>
                    <a:lnTo>
                      <a:pt x="261093" y="4278"/>
                    </a:lnTo>
                    <a:lnTo>
                      <a:pt x="258073" y="3901"/>
                    </a:lnTo>
                    <a:lnTo>
                      <a:pt x="257990" y="3859"/>
                    </a:lnTo>
                    <a:close/>
                    <a:moveTo>
                      <a:pt x="127192" y="4572"/>
                    </a:moveTo>
                    <a:lnTo>
                      <a:pt x="124173" y="4907"/>
                    </a:lnTo>
                    <a:lnTo>
                      <a:pt x="123963" y="4991"/>
                    </a:lnTo>
                    <a:lnTo>
                      <a:pt x="123837" y="5117"/>
                    </a:lnTo>
                    <a:lnTo>
                      <a:pt x="123711" y="5285"/>
                    </a:lnTo>
                    <a:lnTo>
                      <a:pt x="123711" y="5453"/>
                    </a:lnTo>
                    <a:lnTo>
                      <a:pt x="123753" y="5662"/>
                    </a:lnTo>
                    <a:lnTo>
                      <a:pt x="123879" y="5788"/>
                    </a:lnTo>
                    <a:lnTo>
                      <a:pt x="124047" y="5914"/>
                    </a:lnTo>
                    <a:lnTo>
                      <a:pt x="124257" y="5914"/>
                    </a:lnTo>
                    <a:lnTo>
                      <a:pt x="127318" y="5620"/>
                    </a:lnTo>
                    <a:lnTo>
                      <a:pt x="127486" y="5536"/>
                    </a:lnTo>
                    <a:lnTo>
                      <a:pt x="127653" y="5411"/>
                    </a:lnTo>
                    <a:lnTo>
                      <a:pt x="127737" y="5243"/>
                    </a:lnTo>
                    <a:lnTo>
                      <a:pt x="127737" y="5033"/>
                    </a:lnTo>
                    <a:lnTo>
                      <a:pt x="127695" y="4865"/>
                    </a:lnTo>
                    <a:lnTo>
                      <a:pt x="127569" y="4740"/>
                    </a:lnTo>
                    <a:lnTo>
                      <a:pt x="127444" y="4614"/>
                    </a:lnTo>
                    <a:lnTo>
                      <a:pt x="127234" y="4572"/>
                    </a:lnTo>
                    <a:close/>
                    <a:moveTo>
                      <a:pt x="264028" y="4698"/>
                    </a:moveTo>
                    <a:lnTo>
                      <a:pt x="263861" y="4740"/>
                    </a:lnTo>
                    <a:lnTo>
                      <a:pt x="263693" y="4823"/>
                    </a:lnTo>
                    <a:lnTo>
                      <a:pt x="263609" y="4949"/>
                    </a:lnTo>
                    <a:lnTo>
                      <a:pt x="263525" y="5159"/>
                    </a:lnTo>
                    <a:lnTo>
                      <a:pt x="263567" y="5327"/>
                    </a:lnTo>
                    <a:lnTo>
                      <a:pt x="263651" y="5536"/>
                    </a:lnTo>
                    <a:lnTo>
                      <a:pt x="263777" y="5662"/>
                    </a:lnTo>
                    <a:lnTo>
                      <a:pt x="263986" y="5704"/>
                    </a:lnTo>
                    <a:lnTo>
                      <a:pt x="266964" y="6165"/>
                    </a:lnTo>
                    <a:lnTo>
                      <a:pt x="267048" y="6165"/>
                    </a:lnTo>
                    <a:lnTo>
                      <a:pt x="267257" y="6123"/>
                    </a:lnTo>
                    <a:lnTo>
                      <a:pt x="267383" y="6040"/>
                    </a:lnTo>
                    <a:lnTo>
                      <a:pt x="267509" y="5914"/>
                    </a:lnTo>
                    <a:lnTo>
                      <a:pt x="267551" y="5746"/>
                    </a:lnTo>
                    <a:lnTo>
                      <a:pt x="267551" y="5536"/>
                    </a:lnTo>
                    <a:lnTo>
                      <a:pt x="267467" y="5369"/>
                    </a:lnTo>
                    <a:lnTo>
                      <a:pt x="267341" y="5243"/>
                    </a:lnTo>
                    <a:lnTo>
                      <a:pt x="267132" y="5159"/>
                    </a:lnTo>
                    <a:lnTo>
                      <a:pt x="264112" y="4698"/>
                    </a:lnTo>
                    <a:close/>
                    <a:moveTo>
                      <a:pt x="121111" y="5243"/>
                    </a:moveTo>
                    <a:lnTo>
                      <a:pt x="118092" y="5578"/>
                    </a:lnTo>
                    <a:lnTo>
                      <a:pt x="117882" y="5620"/>
                    </a:lnTo>
                    <a:lnTo>
                      <a:pt x="117756" y="5746"/>
                    </a:lnTo>
                    <a:lnTo>
                      <a:pt x="117673" y="5914"/>
                    </a:lnTo>
                    <a:lnTo>
                      <a:pt x="117631" y="6123"/>
                    </a:lnTo>
                    <a:lnTo>
                      <a:pt x="117715" y="6291"/>
                    </a:lnTo>
                    <a:lnTo>
                      <a:pt x="117798" y="6459"/>
                    </a:lnTo>
                    <a:lnTo>
                      <a:pt x="117966" y="6543"/>
                    </a:lnTo>
                    <a:lnTo>
                      <a:pt x="118134" y="6585"/>
                    </a:lnTo>
                    <a:lnTo>
                      <a:pt x="118218" y="6585"/>
                    </a:lnTo>
                    <a:lnTo>
                      <a:pt x="121237" y="6249"/>
                    </a:lnTo>
                    <a:lnTo>
                      <a:pt x="121447" y="6165"/>
                    </a:lnTo>
                    <a:lnTo>
                      <a:pt x="121573" y="6082"/>
                    </a:lnTo>
                    <a:lnTo>
                      <a:pt x="121657" y="5872"/>
                    </a:lnTo>
                    <a:lnTo>
                      <a:pt x="121698" y="5704"/>
                    </a:lnTo>
                    <a:lnTo>
                      <a:pt x="121615" y="5494"/>
                    </a:lnTo>
                    <a:lnTo>
                      <a:pt x="121531" y="5369"/>
                    </a:lnTo>
                    <a:lnTo>
                      <a:pt x="121363" y="5285"/>
                    </a:lnTo>
                    <a:lnTo>
                      <a:pt x="121195" y="5243"/>
                    </a:lnTo>
                    <a:close/>
                    <a:moveTo>
                      <a:pt x="270067" y="5620"/>
                    </a:moveTo>
                    <a:lnTo>
                      <a:pt x="269899" y="5662"/>
                    </a:lnTo>
                    <a:lnTo>
                      <a:pt x="269732" y="5746"/>
                    </a:lnTo>
                    <a:lnTo>
                      <a:pt x="269648" y="5872"/>
                    </a:lnTo>
                    <a:lnTo>
                      <a:pt x="269564" y="6040"/>
                    </a:lnTo>
                    <a:lnTo>
                      <a:pt x="269564" y="6249"/>
                    </a:lnTo>
                    <a:lnTo>
                      <a:pt x="269648" y="6417"/>
                    </a:lnTo>
                    <a:lnTo>
                      <a:pt x="269815" y="6543"/>
                    </a:lnTo>
                    <a:lnTo>
                      <a:pt x="269983" y="6627"/>
                    </a:lnTo>
                    <a:lnTo>
                      <a:pt x="273003" y="7088"/>
                    </a:lnTo>
                    <a:lnTo>
                      <a:pt x="273254" y="7088"/>
                    </a:lnTo>
                    <a:lnTo>
                      <a:pt x="273422" y="7004"/>
                    </a:lnTo>
                    <a:lnTo>
                      <a:pt x="273506" y="6836"/>
                    </a:lnTo>
                    <a:lnTo>
                      <a:pt x="273590" y="6669"/>
                    </a:lnTo>
                    <a:lnTo>
                      <a:pt x="273590" y="6459"/>
                    </a:lnTo>
                    <a:lnTo>
                      <a:pt x="273506" y="6291"/>
                    </a:lnTo>
                    <a:lnTo>
                      <a:pt x="273338" y="6165"/>
                    </a:lnTo>
                    <a:lnTo>
                      <a:pt x="273170" y="6082"/>
                    </a:lnTo>
                    <a:lnTo>
                      <a:pt x="270151" y="5620"/>
                    </a:lnTo>
                    <a:close/>
                    <a:moveTo>
                      <a:pt x="115073" y="5872"/>
                    </a:moveTo>
                    <a:lnTo>
                      <a:pt x="112011" y="6207"/>
                    </a:lnTo>
                    <a:lnTo>
                      <a:pt x="111844" y="6249"/>
                    </a:lnTo>
                    <a:lnTo>
                      <a:pt x="111676" y="6375"/>
                    </a:lnTo>
                    <a:lnTo>
                      <a:pt x="111592" y="6543"/>
                    </a:lnTo>
                    <a:lnTo>
                      <a:pt x="111550" y="6753"/>
                    </a:lnTo>
                    <a:lnTo>
                      <a:pt x="111634" y="6920"/>
                    </a:lnTo>
                    <a:lnTo>
                      <a:pt x="111718" y="7088"/>
                    </a:lnTo>
                    <a:lnTo>
                      <a:pt x="111885" y="7172"/>
                    </a:lnTo>
                    <a:lnTo>
                      <a:pt x="112095" y="7214"/>
                    </a:lnTo>
                    <a:lnTo>
                      <a:pt x="112137" y="7214"/>
                    </a:lnTo>
                    <a:lnTo>
                      <a:pt x="115156" y="6878"/>
                    </a:lnTo>
                    <a:lnTo>
                      <a:pt x="115366" y="6836"/>
                    </a:lnTo>
                    <a:lnTo>
                      <a:pt x="115492" y="6711"/>
                    </a:lnTo>
                    <a:lnTo>
                      <a:pt x="115618" y="6543"/>
                    </a:lnTo>
                    <a:lnTo>
                      <a:pt x="115618" y="6333"/>
                    </a:lnTo>
                    <a:lnTo>
                      <a:pt x="115576" y="6165"/>
                    </a:lnTo>
                    <a:lnTo>
                      <a:pt x="115450" y="5998"/>
                    </a:lnTo>
                    <a:lnTo>
                      <a:pt x="115282" y="5914"/>
                    </a:lnTo>
                    <a:lnTo>
                      <a:pt x="115115" y="5872"/>
                    </a:lnTo>
                    <a:close/>
                    <a:moveTo>
                      <a:pt x="108992" y="6501"/>
                    </a:moveTo>
                    <a:lnTo>
                      <a:pt x="105931" y="6836"/>
                    </a:lnTo>
                    <a:lnTo>
                      <a:pt x="105763" y="6878"/>
                    </a:lnTo>
                    <a:lnTo>
                      <a:pt x="105595" y="7004"/>
                    </a:lnTo>
                    <a:lnTo>
                      <a:pt x="105511" y="7172"/>
                    </a:lnTo>
                    <a:lnTo>
                      <a:pt x="105511" y="7382"/>
                    </a:lnTo>
                    <a:lnTo>
                      <a:pt x="105553" y="7549"/>
                    </a:lnTo>
                    <a:lnTo>
                      <a:pt x="105679" y="7717"/>
                    </a:lnTo>
                    <a:lnTo>
                      <a:pt x="105805" y="7801"/>
                    </a:lnTo>
                    <a:lnTo>
                      <a:pt x="106014" y="7843"/>
                    </a:lnTo>
                    <a:lnTo>
                      <a:pt x="106056" y="7843"/>
                    </a:lnTo>
                    <a:lnTo>
                      <a:pt x="109076" y="7507"/>
                    </a:lnTo>
                    <a:lnTo>
                      <a:pt x="109285" y="7465"/>
                    </a:lnTo>
                    <a:lnTo>
                      <a:pt x="109453" y="7340"/>
                    </a:lnTo>
                    <a:lnTo>
                      <a:pt x="109537" y="7172"/>
                    </a:lnTo>
                    <a:lnTo>
                      <a:pt x="109537" y="6962"/>
                    </a:lnTo>
                    <a:lnTo>
                      <a:pt x="109495" y="6794"/>
                    </a:lnTo>
                    <a:lnTo>
                      <a:pt x="109369" y="6627"/>
                    </a:lnTo>
                    <a:lnTo>
                      <a:pt x="109244" y="6543"/>
                    </a:lnTo>
                    <a:lnTo>
                      <a:pt x="109034" y="6501"/>
                    </a:lnTo>
                    <a:close/>
                    <a:moveTo>
                      <a:pt x="102911" y="7130"/>
                    </a:moveTo>
                    <a:lnTo>
                      <a:pt x="99892" y="7423"/>
                    </a:lnTo>
                    <a:lnTo>
                      <a:pt x="99682" y="7507"/>
                    </a:lnTo>
                    <a:lnTo>
                      <a:pt x="99514" y="7633"/>
                    </a:lnTo>
                    <a:lnTo>
                      <a:pt x="99431" y="7801"/>
                    </a:lnTo>
                    <a:lnTo>
                      <a:pt x="99431" y="7969"/>
                    </a:lnTo>
                    <a:lnTo>
                      <a:pt x="99473" y="8178"/>
                    </a:lnTo>
                    <a:lnTo>
                      <a:pt x="99598" y="8304"/>
                    </a:lnTo>
                    <a:lnTo>
                      <a:pt x="99724" y="8430"/>
                    </a:lnTo>
                    <a:lnTo>
                      <a:pt x="99976" y="8430"/>
                    </a:lnTo>
                    <a:lnTo>
                      <a:pt x="102995" y="8136"/>
                    </a:lnTo>
                    <a:lnTo>
                      <a:pt x="103205" y="8094"/>
                    </a:lnTo>
                    <a:lnTo>
                      <a:pt x="103373" y="7969"/>
                    </a:lnTo>
                    <a:lnTo>
                      <a:pt x="103456" y="7801"/>
                    </a:lnTo>
                    <a:lnTo>
                      <a:pt x="103456" y="7591"/>
                    </a:lnTo>
                    <a:lnTo>
                      <a:pt x="103414" y="7423"/>
                    </a:lnTo>
                    <a:lnTo>
                      <a:pt x="103289" y="7256"/>
                    </a:lnTo>
                    <a:lnTo>
                      <a:pt x="103163" y="7172"/>
                    </a:lnTo>
                    <a:lnTo>
                      <a:pt x="102953" y="7130"/>
                    </a:lnTo>
                    <a:close/>
                    <a:moveTo>
                      <a:pt x="96831" y="7717"/>
                    </a:moveTo>
                    <a:lnTo>
                      <a:pt x="93811" y="8011"/>
                    </a:lnTo>
                    <a:lnTo>
                      <a:pt x="93602" y="8053"/>
                    </a:lnTo>
                    <a:lnTo>
                      <a:pt x="93434" y="8178"/>
                    </a:lnTo>
                    <a:lnTo>
                      <a:pt x="93350" y="8346"/>
                    </a:lnTo>
                    <a:lnTo>
                      <a:pt x="93350" y="8556"/>
                    </a:lnTo>
                    <a:lnTo>
                      <a:pt x="93392" y="8723"/>
                    </a:lnTo>
                    <a:lnTo>
                      <a:pt x="93518" y="8891"/>
                    </a:lnTo>
                    <a:lnTo>
                      <a:pt x="93643" y="8975"/>
                    </a:lnTo>
                    <a:lnTo>
                      <a:pt x="93853" y="9017"/>
                    </a:lnTo>
                    <a:lnTo>
                      <a:pt x="93895" y="9017"/>
                    </a:lnTo>
                    <a:lnTo>
                      <a:pt x="96914" y="8723"/>
                    </a:lnTo>
                    <a:lnTo>
                      <a:pt x="97124" y="8682"/>
                    </a:lnTo>
                    <a:lnTo>
                      <a:pt x="97292" y="8556"/>
                    </a:lnTo>
                    <a:lnTo>
                      <a:pt x="97376" y="8388"/>
                    </a:lnTo>
                    <a:lnTo>
                      <a:pt x="97376" y="8178"/>
                    </a:lnTo>
                    <a:lnTo>
                      <a:pt x="97334" y="8011"/>
                    </a:lnTo>
                    <a:lnTo>
                      <a:pt x="97208" y="7843"/>
                    </a:lnTo>
                    <a:lnTo>
                      <a:pt x="97082" y="7759"/>
                    </a:lnTo>
                    <a:lnTo>
                      <a:pt x="96872" y="7717"/>
                    </a:lnTo>
                    <a:close/>
                    <a:moveTo>
                      <a:pt x="276106" y="6585"/>
                    </a:moveTo>
                    <a:lnTo>
                      <a:pt x="275896" y="6627"/>
                    </a:lnTo>
                    <a:lnTo>
                      <a:pt x="275770" y="6711"/>
                    </a:lnTo>
                    <a:lnTo>
                      <a:pt x="275644" y="6836"/>
                    </a:lnTo>
                    <a:lnTo>
                      <a:pt x="275603" y="7004"/>
                    </a:lnTo>
                    <a:lnTo>
                      <a:pt x="275603" y="7130"/>
                    </a:lnTo>
                    <a:lnTo>
                      <a:pt x="275603" y="7256"/>
                    </a:lnTo>
                    <a:lnTo>
                      <a:pt x="275644" y="7382"/>
                    </a:lnTo>
                    <a:lnTo>
                      <a:pt x="275728" y="7465"/>
                    </a:lnTo>
                    <a:lnTo>
                      <a:pt x="274638" y="8640"/>
                    </a:lnTo>
                    <a:lnTo>
                      <a:pt x="274554" y="8807"/>
                    </a:lnTo>
                    <a:lnTo>
                      <a:pt x="274512" y="9017"/>
                    </a:lnTo>
                    <a:lnTo>
                      <a:pt x="274554" y="9185"/>
                    </a:lnTo>
                    <a:lnTo>
                      <a:pt x="274680" y="9353"/>
                    </a:lnTo>
                    <a:lnTo>
                      <a:pt x="274848" y="9436"/>
                    </a:lnTo>
                    <a:lnTo>
                      <a:pt x="275015" y="9478"/>
                    </a:lnTo>
                    <a:lnTo>
                      <a:pt x="275225" y="9436"/>
                    </a:lnTo>
                    <a:lnTo>
                      <a:pt x="275393" y="9311"/>
                    </a:lnTo>
                    <a:lnTo>
                      <a:pt x="277070" y="7549"/>
                    </a:lnTo>
                    <a:lnTo>
                      <a:pt x="277154" y="7423"/>
                    </a:lnTo>
                    <a:lnTo>
                      <a:pt x="277196" y="7298"/>
                    </a:lnTo>
                    <a:lnTo>
                      <a:pt x="277196" y="7172"/>
                    </a:lnTo>
                    <a:lnTo>
                      <a:pt x="277196" y="7046"/>
                    </a:lnTo>
                    <a:lnTo>
                      <a:pt x="277112" y="6920"/>
                    </a:lnTo>
                    <a:lnTo>
                      <a:pt x="277028" y="6794"/>
                    </a:lnTo>
                    <a:lnTo>
                      <a:pt x="276903" y="6753"/>
                    </a:lnTo>
                    <a:lnTo>
                      <a:pt x="276777" y="6711"/>
                    </a:lnTo>
                    <a:lnTo>
                      <a:pt x="276190" y="6585"/>
                    </a:lnTo>
                    <a:close/>
                    <a:moveTo>
                      <a:pt x="90750" y="8262"/>
                    </a:moveTo>
                    <a:lnTo>
                      <a:pt x="87731" y="8514"/>
                    </a:lnTo>
                    <a:lnTo>
                      <a:pt x="87521" y="8598"/>
                    </a:lnTo>
                    <a:lnTo>
                      <a:pt x="87353" y="8723"/>
                    </a:lnTo>
                    <a:lnTo>
                      <a:pt x="87269" y="8891"/>
                    </a:lnTo>
                    <a:lnTo>
                      <a:pt x="87227" y="9101"/>
                    </a:lnTo>
                    <a:lnTo>
                      <a:pt x="87311" y="9269"/>
                    </a:lnTo>
                    <a:lnTo>
                      <a:pt x="87395" y="9394"/>
                    </a:lnTo>
                    <a:lnTo>
                      <a:pt x="87563" y="9520"/>
                    </a:lnTo>
                    <a:lnTo>
                      <a:pt x="87772" y="9562"/>
                    </a:lnTo>
                    <a:lnTo>
                      <a:pt x="87814" y="9562"/>
                    </a:lnTo>
                    <a:lnTo>
                      <a:pt x="90834" y="9269"/>
                    </a:lnTo>
                    <a:lnTo>
                      <a:pt x="91043" y="9227"/>
                    </a:lnTo>
                    <a:lnTo>
                      <a:pt x="91169" y="9101"/>
                    </a:lnTo>
                    <a:lnTo>
                      <a:pt x="91295" y="8933"/>
                    </a:lnTo>
                    <a:lnTo>
                      <a:pt x="91295" y="8723"/>
                    </a:lnTo>
                    <a:lnTo>
                      <a:pt x="91253" y="8556"/>
                    </a:lnTo>
                    <a:lnTo>
                      <a:pt x="91127" y="8388"/>
                    </a:lnTo>
                    <a:lnTo>
                      <a:pt x="91001" y="8304"/>
                    </a:lnTo>
                    <a:lnTo>
                      <a:pt x="90792" y="8262"/>
                    </a:lnTo>
                    <a:close/>
                    <a:moveTo>
                      <a:pt x="2391" y="8304"/>
                    </a:moveTo>
                    <a:lnTo>
                      <a:pt x="2224" y="8346"/>
                    </a:lnTo>
                    <a:lnTo>
                      <a:pt x="2056" y="8430"/>
                    </a:lnTo>
                    <a:lnTo>
                      <a:pt x="1930" y="8556"/>
                    </a:lnTo>
                    <a:lnTo>
                      <a:pt x="1888" y="8765"/>
                    </a:lnTo>
                    <a:lnTo>
                      <a:pt x="1888" y="8975"/>
                    </a:lnTo>
                    <a:lnTo>
                      <a:pt x="2014" y="9143"/>
                    </a:lnTo>
                    <a:lnTo>
                      <a:pt x="2140" y="9269"/>
                    </a:lnTo>
                    <a:lnTo>
                      <a:pt x="2349" y="9311"/>
                    </a:lnTo>
                    <a:lnTo>
                      <a:pt x="5369" y="9604"/>
                    </a:lnTo>
                    <a:lnTo>
                      <a:pt x="5620" y="9604"/>
                    </a:lnTo>
                    <a:lnTo>
                      <a:pt x="5788" y="9478"/>
                    </a:lnTo>
                    <a:lnTo>
                      <a:pt x="5872" y="9353"/>
                    </a:lnTo>
                    <a:lnTo>
                      <a:pt x="5914" y="9143"/>
                    </a:lnTo>
                    <a:lnTo>
                      <a:pt x="5914" y="8975"/>
                    </a:lnTo>
                    <a:lnTo>
                      <a:pt x="5830" y="8807"/>
                    </a:lnTo>
                    <a:lnTo>
                      <a:pt x="5662" y="8682"/>
                    </a:lnTo>
                    <a:lnTo>
                      <a:pt x="5495" y="8598"/>
                    </a:lnTo>
                    <a:lnTo>
                      <a:pt x="2433" y="8304"/>
                    </a:lnTo>
                    <a:close/>
                    <a:moveTo>
                      <a:pt x="84669" y="8765"/>
                    </a:moveTo>
                    <a:lnTo>
                      <a:pt x="81608" y="9017"/>
                    </a:lnTo>
                    <a:lnTo>
                      <a:pt x="81440" y="9059"/>
                    </a:lnTo>
                    <a:lnTo>
                      <a:pt x="81272" y="9185"/>
                    </a:lnTo>
                    <a:lnTo>
                      <a:pt x="81189" y="9353"/>
                    </a:lnTo>
                    <a:lnTo>
                      <a:pt x="81147" y="9562"/>
                    </a:lnTo>
                    <a:lnTo>
                      <a:pt x="81189" y="9730"/>
                    </a:lnTo>
                    <a:lnTo>
                      <a:pt x="81314" y="9898"/>
                    </a:lnTo>
                    <a:lnTo>
                      <a:pt x="81482" y="9982"/>
                    </a:lnTo>
                    <a:lnTo>
                      <a:pt x="81650" y="10023"/>
                    </a:lnTo>
                    <a:lnTo>
                      <a:pt x="81692" y="10023"/>
                    </a:lnTo>
                    <a:lnTo>
                      <a:pt x="84753" y="9814"/>
                    </a:lnTo>
                    <a:lnTo>
                      <a:pt x="84963" y="9730"/>
                    </a:lnTo>
                    <a:lnTo>
                      <a:pt x="85089" y="9604"/>
                    </a:lnTo>
                    <a:lnTo>
                      <a:pt x="85172" y="9436"/>
                    </a:lnTo>
                    <a:lnTo>
                      <a:pt x="85214" y="9227"/>
                    </a:lnTo>
                    <a:lnTo>
                      <a:pt x="85172" y="9059"/>
                    </a:lnTo>
                    <a:lnTo>
                      <a:pt x="85047" y="8891"/>
                    </a:lnTo>
                    <a:lnTo>
                      <a:pt x="84879" y="8807"/>
                    </a:lnTo>
                    <a:lnTo>
                      <a:pt x="84711" y="8765"/>
                    </a:lnTo>
                    <a:close/>
                    <a:moveTo>
                      <a:pt x="8472" y="8891"/>
                    </a:moveTo>
                    <a:lnTo>
                      <a:pt x="8304" y="8933"/>
                    </a:lnTo>
                    <a:lnTo>
                      <a:pt x="8137" y="9017"/>
                    </a:lnTo>
                    <a:lnTo>
                      <a:pt x="8011" y="9185"/>
                    </a:lnTo>
                    <a:lnTo>
                      <a:pt x="7969" y="9353"/>
                    </a:lnTo>
                    <a:lnTo>
                      <a:pt x="7969" y="9562"/>
                    </a:lnTo>
                    <a:lnTo>
                      <a:pt x="8095" y="9730"/>
                    </a:lnTo>
                    <a:lnTo>
                      <a:pt x="8220" y="9856"/>
                    </a:lnTo>
                    <a:lnTo>
                      <a:pt x="8430" y="9898"/>
                    </a:lnTo>
                    <a:lnTo>
                      <a:pt x="11449" y="10149"/>
                    </a:lnTo>
                    <a:lnTo>
                      <a:pt x="11491" y="10149"/>
                    </a:lnTo>
                    <a:lnTo>
                      <a:pt x="11701" y="10107"/>
                    </a:lnTo>
                    <a:lnTo>
                      <a:pt x="11869" y="10023"/>
                    </a:lnTo>
                    <a:lnTo>
                      <a:pt x="11953" y="9898"/>
                    </a:lnTo>
                    <a:lnTo>
                      <a:pt x="11995" y="9688"/>
                    </a:lnTo>
                    <a:lnTo>
                      <a:pt x="11995" y="9478"/>
                    </a:lnTo>
                    <a:lnTo>
                      <a:pt x="11911" y="9311"/>
                    </a:lnTo>
                    <a:lnTo>
                      <a:pt x="11743" y="9185"/>
                    </a:lnTo>
                    <a:lnTo>
                      <a:pt x="11533" y="9143"/>
                    </a:lnTo>
                    <a:lnTo>
                      <a:pt x="8514" y="8891"/>
                    </a:lnTo>
                    <a:close/>
                    <a:moveTo>
                      <a:pt x="78589" y="9227"/>
                    </a:moveTo>
                    <a:lnTo>
                      <a:pt x="75527" y="9436"/>
                    </a:lnTo>
                    <a:lnTo>
                      <a:pt x="75359" y="9478"/>
                    </a:lnTo>
                    <a:lnTo>
                      <a:pt x="75192" y="9604"/>
                    </a:lnTo>
                    <a:lnTo>
                      <a:pt x="75066" y="9772"/>
                    </a:lnTo>
                    <a:lnTo>
                      <a:pt x="75066" y="9982"/>
                    </a:lnTo>
                    <a:lnTo>
                      <a:pt x="75108" y="10149"/>
                    </a:lnTo>
                    <a:lnTo>
                      <a:pt x="75234" y="10317"/>
                    </a:lnTo>
                    <a:lnTo>
                      <a:pt x="75359" y="10401"/>
                    </a:lnTo>
                    <a:lnTo>
                      <a:pt x="75569" y="10443"/>
                    </a:lnTo>
                    <a:lnTo>
                      <a:pt x="75611" y="10443"/>
                    </a:lnTo>
                    <a:lnTo>
                      <a:pt x="78630" y="10233"/>
                    </a:lnTo>
                    <a:lnTo>
                      <a:pt x="78840" y="10191"/>
                    </a:lnTo>
                    <a:lnTo>
                      <a:pt x="79008" y="10065"/>
                    </a:lnTo>
                    <a:lnTo>
                      <a:pt x="79092" y="9898"/>
                    </a:lnTo>
                    <a:lnTo>
                      <a:pt x="79134" y="9688"/>
                    </a:lnTo>
                    <a:lnTo>
                      <a:pt x="79092" y="9520"/>
                    </a:lnTo>
                    <a:lnTo>
                      <a:pt x="78966" y="9353"/>
                    </a:lnTo>
                    <a:lnTo>
                      <a:pt x="78798" y="9269"/>
                    </a:lnTo>
                    <a:lnTo>
                      <a:pt x="78589" y="9227"/>
                    </a:lnTo>
                    <a:close/>
                    <a:moveTo>
                      <a:pt x="14553" y="9394"/>
                    </a:moveTo>
                    <a:lnTo>
                      <a:pt x="14343" y="9436"/>
                    </a:lnTo>
                    <a:lnTo>
                      <a:pt x="14217" y="9520"/>
                    </a:lnTo>
                    <a:lnTo>
                      <a:pt x="14091" y="9688"/>
                    </a:lnTo>
                    <a:lnTo>
                      <a:pt x="14049" y="9856"/>
                    </a:lnTo>
                    <a:lnTo>
                      <a:pt x="14049" y="10065"/>
                    </a:lnTo>
                    <a:lnTo>
                      <a:pt x="14175" y="10233"/>
                    </a:lnTo>
                    <a:lnTo>
                      <a:pt x="14301" y="10359"/>
                    </a:lnTo>
                    <a:lnTo>
                      <a:pt x="14511" y="10401"/>
                    </a:lnTo>
                    <a:lnTo>
                      <a:pt x="17572" y="10611"/>
                    </a:lnTo>
                    <a:lnTo>
                      <a:pt x="17614" y="10611"/>
                    </a:lnTo>
                    <a:lnTo>
                      <a:pt x="17782" y="10569"/>
                    </a:lnTo>
                    <a:lnTo>
                      <a:pt x="17949" y="10485"/>
                    </a:lnTo>
                    <a:lnTo>
                      <a:pt x="18033" y="10317"/>
                    </a:lnTo>
                    <a:lnTo>
                      <a:pt x="18117" y="10149"/>
                    </a:lnTo>
                    <a:lnTo>
                      <a:pt x="18075" y="9940"/>
                    </a:lnTo>
                    <a:lnTo>
                      <a:pt x="17991" y="9772"/>
                    </a:lnTo>
                    <a:lnTo>
                      <a:pt x="17824" y="9646"/>
                    </a:lnTo>
                    <a:lnTo>
                      <a:pt x="17614" y="9604"/>
                    </a:lnTo>
                    <a:lnTo>
                      <a:pt x="14595" y="9394"/>
                    </a:lnTo>
                    <a:close/>
                    <a:moveTo>
                      <a:pt x="72508" y="9646"/>
                    </a:moveTo>
                    <a:lnTo>
                      <a:pt x="69447" y="9814"/>
                    </a:lnTo>
                    <a:lnTo>
                      <a:pt x="69237" y="9856"/>
                    </a:lnTo>
                    <a:lnTo>
                      <a:pt x="69069" y="9982"/>
                    </a:lnTo>
                    <a:lnTo>
                      <a:pt x="68985" y="10149"/>
                    </a:lnTo>
                    <a:lnTo>
                      <a:pt x="68943" y="10317"/>
                    </a:lnTo>
                    <a:lnTo>
                      <a:pt x="68985" y="10527"/>
                    </a:lnTo>
                    <a:lnTo>
                      <a:pt x="69111" y="10694"/>
                    </a:lnTo>
                    <a:lnTo>
                      <a:pt x="69279" y="10778"/>
                    </a:lnTo>
                    <a:lnTo>
                      <a:pt x="69447" y="10820"/>
                    </a:lnTo>
                    <a:lnTo>
                      <a:pt x="69488" y="10820"/>
                    </a:lnTo>
                    <a:lnTo>
                      <a:pt x="72550" y="10653"/>
                    </a:lnTo>
                    <a:lnTo>
                      <a:pt x="72759" y="10611"/>
                    </a:lnTo>
                    <a:lnTo>
                      <a:pt x="72885" y="10485"/>
                    </a:lnTo>
                    <a:lnTo>
                      <a:pt x="73011" y="10317"/>
                    </a:lnTo>
                    <a:lnTo>
                      <a:pt x="73011" y="10107"/>
                    </a:lnTo>
                    <a:lnTo>
                      <a:pt x="72969" y="9898"/>
                    </a:lnTo>
                    <a:lnTo>
                      <a:pt x="72885" y="9772"/>
                    </a:lnTo>
                    <a:lnTo>
                      <a:pt x="72718" y="9646"/>
                    </a:lnTo>
                    <a:close/>
                    <a:moveTo>
                      <a:pt x="20633" y="9772"/>
                    </a:moveTo>
                    <a:lnTo>
                      <a:pt x="20424" y="9814"/>
                    </a:lnTo>
                    <a:lnTo>
                      <a:pt x="20298" y="9940"/>
                    </a:lnTo>
                    <a:lnTo>
                      <a:pt x="20172" y="10065"/>
                    </a:lnTo>
                    <a:lnTo>
                      <a:pt x="20130" y="10275"/>
                    </a:lnTo>
                    <a:lnTo>
                      <a:pt x="20172" y="10485"/>
                    </a:lnTo>
                    <a:lnTo>
                      <a:pt x="20256" y="10653"/>
                    </a:lnTo>
                    <a:lnTo>
                      <a:pt x="20424" y="10736"/>
                    </a:lnTo>
                    <a:lnTo>
                      <a:pt x="20591" y="10820"/>
                    </a:lnTo>
                    <a:lnTo>
                      <a:pt x="23653" y="10988"/>
                    </a:lnTo>
                    <a:lnTo>
                      <a:pt x="23695" y="10988"/>
                    </a:lnTo>
                    <a:lnTo>
                      <a:pt x="23862" y="10946"/>
                    </a:lnTo>
                    <a:lnTo>
                      <a:pt x="24030" y="10820"/>
                    </a:lnTo>
                    <a:lnTo>
                      <a:pt x="24156" y="10694"/>
                    </a:lnTo>
                    <a:lnTo>
                      <a:pt x="24198" y="10485"/>
                    </a:lnTo>
                    <a:lnTo>
                      <a:pt x="24156" y="10275"/>
                    </a:lnTo>
                    <a:lnTo>
                      <a:pt x="24072" y="10107"/>
                    </a:lnTo>
                    <a:lnTo>
                      <a:pt x="23904" y="10023"/>
                    </a:lnTo>
                    <a:lnTo>
                      <a:pt x="23695" y="9940"/>
                    </a:lnTo>
                    <a:lnTo>
                      <a:pt x="20675" y="9772"/>
                    </a:lnTo>
                    <a:close/>
                    <a:moveTo>
                      <a:pt x="66385" y="9940"/>
                    </a:moveTo>
                    <a:lnTo>
                      <a:pt x="63324" y="10107"/>
                    </a:lnTo>
                    <a:lnTo>
                      <a:pt x="63156" y="10149"/>
                    </a:lnTo>
                    <a:lnTo>
                      <a:pt x="62988" y="10233"/>
                    </a:lnTo>
                    <a:lnTo>
                      <a:pt x="62905" y="10401"/>
                    </a:lnTo>
                    <a:lnTo>
                      <a:pt x="62863" y="10611"/>
                    </a:lnTo>
                    <a:lnTo>
                      <a:pt x="62905" y="10820"/>
                    </a:lnTo>
                    <a:lnTo>
                      <a:pt x="63030" y="10946"/>
                    </a:lnTo>
                    <a:lnTo>
                      <a:pt x="63156" y="11072"/>
                    </a:lnTo>
                    <a:lnTo>
                      <a:pt x="63366" y="11114"/>
                    </a:lnTo>
                    <a:lnTo>
                      <a:pt x="66427" y="10988"/>
                    </a:lnTo>
                    <a:lnTo>
                      <a:pt x="66637" y="10904"/>
                    </a:lnTo>
                    <a:lnTo>
                      <a:pt x="66805" y="10820"/>
                    </a:lnTo>
                    <a:lnTo>
                      <a:pt x="66888" y="10653"/>
                    </a:lnTo>
                    <a:lnTo>
                      <a:pt x="66930" y="10443"/>
                    </a:lnTo>
                    <a:lnTo>
                      <a:pt x="66888" y="10233"/>
                    </a:lnTo>
                    <a:lnTo>
                      <a:pt x="66763" y="10107"/>
                    </a:lnTo>
                    <a:lnTo>
                      <a:pt x="66595" y="9982"/>
                    </a:lnTo>
                    <a:lnTo>
                      <a:pt x="66427" y="9940"/>
                    </a:lnTo>
                    <a:close/>
                    <a:moveTo>
                      <a:pt x="26756" y="10107"/>
                    </a:moveTo>
                    <a:lnTo>
                      <a:pt x="26546" y="10149"/>
                    </a:lnTo>
                    <a:lnTo>
                      <a:pt x="26379" y="10233"/>
                    </a:lnTo>
                    <a:lnTo>
                      <a:pt x="26253" y="10401"/>
                    </a:lnTo>
                    <a:lnTo>
                      <a:pt x="26211" y="10569"/>
                    </a:lnTo>
                    <a:lnTo>
                      <a:pt x="26253" y="10778"/>
                    </a:lnTo>
                    <a:lnTo>
                      <a:pt x="26337" y="10946"/>
                    </a:lnTo>
                    <a:lnTo>
                      <a:pt x="26504" y="11072"/>
                    </a:lnTo>
                    <a:lnTo>
                      <a:pt x="26714" y="11114"/>
                    </a:lnTo>
                    <a:lnTo>
                      <a:pt x="29775" y="11240"/>
                    </a:lnTo>
                    <a:lnTo>
                      <a:pt x="29985" y="11198"/>
                    </a:lnTo>
                    <a:lnTo>
                      <a:pt x="30153" y="11114"/>
                    </a:lnTo>
                    <a:lnTo>
                      <a:pt x="30237" y="10946"/>
                    </a:lnTo>
                    <a:lnTo>
                      <a:pt x="30279" y="10736"/>
                    </a:lnTo>
                    <a:lnTo>
                      <a:pt x="30237" y="10569"/>
                    </a:lnTo>
                    <a:lnTo>
                      <a:pt x="30153" y="10401"/>
                    </a:lnTo>
                    <a:lnTo>
                      <a:pt x="29985" y="10275"/>
                    </a:lnTo>
                    <a:lnTo>
                      <a:pt x="29817" y="10233"/>
                    </a:lnTo>
                    <a:lnTo>
                      <a:pt x="26756" y="10107"/>
                    </a:lnTo>
                    <a:close/>
                    <a:moveTo>
                      <a:pt x="60305" y="10191"/>
                    </a:moveTo>
                    <a:lnTo>
                      <a:pt x="57243" y="10317"/>
                    </a:lnTo>
                    <a:lnTo>
                      <a:pt x="57034" y="10359"/>
                    </a:lnTo>
                    <a:lnTo>
                      <a:pt x="56866" y="10443"/>
                    </a:lnTo>
                    <a:lnTo>
                      <a:pt x="56782" y="10611"/>
                    </a:lnTo>
                    <a:lnTo>
                      <a:pt x="56740" y="10820"/>
                    </a:lnTo>
                    <a:lnTo>
                      <a:pt x="56782" y="11030"/>
                    </a:lnTo>
                    <a:lnTo>
                      <a:pt x="56908" y="11198"/>
                    </a:lnTo>
                    <a:lnTo>
                      <a:pt x="57075" y="11282"/>
                    </a:lnTo>
                    <a:lnTo>
                      <a:pt x="57243" y="11323"/>
                    </a:lnTo>
                    <a:lnTo>
                      <a:pt x="57285" y="11323"/>
                    </a:lnTo>
                    <a:lnTo>
                      <a:pt x="60305" y="11240"/>
                    </a:lnTo>
                    <a:lnTo>
                      <a:pt x="60514" y="11156"/>
                    </a:lnTo>
                    <a:lnTo>
                      <a:pt x="60682" y="11072"/>
                    </a:lnTo>
                    <a:lnTo>
                      <a:pt x="60766" y="10904"/>
                    </a:lnTo>
                    <a:lnTo>
                      <a:pt x="60808" y="10694"/>
                    </a:lnTo>
                    <a:lnTo>
                      <a:pt x="60766" y="10485"/>
                    </a:lnTo>
                    <a:lnTo>
                      <a:pt x="60682" y="10359"/>
                    </a:lnTo>
                    <a:lnTo>
                      <a:pt x="60514" y="10233"/>
                    </a:lnTo>
                    <a:lnTo>
                      <a:pt x="60305" y="10191"/>
                    </a:lnTo>
                    <a:close/>
                    <a:moveTo>
                      <a:pt x="32837" y="10317"/>
                    </a:moveTo>
                    <a:lnTo>
                      <a:pt x="32627" y="10359"/>
                    </a:lnTo>
                    <a:lnTo>
                      <a:pt x="32459" y="10443"/>
                    </a:lnTo>
                    <a:lnTo>
                      <a:pt x="32375" y="10611"/>
                    </a:lnTo>
                    <a:lnTo>
                      <a:pt x="32333" y="10820"/>
                    </a:lnTo>
                    <a:lnTo>
                      <a:pt x="32375" y="11030"/>
                    </a:lnTo>
                    <a:lnTo>
                      <a:pt x="32459" y="11156"/>
                    </a:lnTo>
                    <a:lnTo>
                      <a:pt x="32627" y="11282"/>
                    </a:lnTo>
                    <a:lnTo>
                      <a:pt x="32795" y="11323"/>
                    </a:lnTo>
                    <a:lnTo>
                      <a:pt x="35856" y="11407"/>
                    </a:lnTo>
                    <a:lnTo>
                      <a:pt x="35898" y="11407"/>
                    </a:lnTo>
                    <a:lnTo>
                      <a:pt x="36066" y="11365"/>
                    </a:lnTo>
                    <a:lnTo>
                      <a:pt x="36233" y="11282"/>
                    </a:lnTo>
                    <a:lnTo>
                      <a:pt x="36359" y="11114"/>
                    </a:lnTo>
                    <a:lnTo>
                      <a:pt x="36401" y="10904"/>
                    </a:lnTo>
                    <a:lnTo>
                      <a:pt x="36359" y="10694"/>
                    </a:lnTo>
                    <a:lnTo>
                      <a:pt x="36233" y="10569"/>
                    </a:lnTo>
                    <a:lnTo>
                      <a:pt x="36108" y="10443"/>
                    </a:lnTo>
                    <a:lnTo>
                      <a:pt x="35898" y="10401"/>
                    </a:lnTo>
                    <a:lnTo>
                      <a:pt x="32837" y="10317"/>
                    </a:lnTo>
                    <a:close/>
                    <a:moveTo>
                      <a:pt x="54224" y="10359"/>
                    </a:moveTo>
                    <a:lnTo>
                      <a:pt x="54182" y="10401"/>
                    </a:lnTo>
                    <a:lnTo>
                      <a:pt x="51121" y="10443"/>
                    </a:lnTo>
                    <a:lnTo>
                      <a:pt x="50953" y="10485"/>
                    </a:lnTo>
                    <a:lnTo>
                      <a:pt x="50785" y="10611"/>
                    </a:lnTo>
                    <a:lnTo>
                      <a:pt x="50659" y="10736"/>
                    </a:lnTo>
                    <a:lnTo>
                      <a:pt x="50617" y="10946"/>
                    </a:lnTo>
                    <a:lnTo>
                      <a:pt x="50659" y="11156"/>
                    </a:lnTo>
                    <a:lnTo>
                      <a:pt x="50785" y="11323"/>
                    </a:lnTo>
                    <a:lnTo>
                      <a:pt x="50953" y="11407"/>
                    </a:lnTo>
                    <a:lnTo>
                      <a:pt x="51121" y="11449"/>
                    </a:lnTo>
                    <a:lnTo>
                      <a:pt x="51163" y="11449"/>
                    </a:lnTo>
                    <a:lnTo>
                      <a:pt x="54224" y="11407"/>
                    </a:lnTo>
                    <a:lnTo>
                      <a:pt x="54392" y="11365"/>
                    </a:lnTo>
                    <a:lnTo>
                      <a:pt x="54559" y="11240"/>
                    </a:lnTo>
                    <a:lnTo>
                      <a:pt x="54685" y="11072"/>
                    </a:lnTo>
                    <a:lnTo>
                      <a:pt x="54685" y="10862"/>
                    </a:lnTo>
                    <a:lnTo>
                      <a:pt x="54685" y="10694"/>
                    </a:lnTo>
                    <a:lnTo>
                      <a:pt x="54559" y="10527"/>
                    </a:lnTo>
                    <a:lnTo>
                      <a:pt x="54434" y="10401"/>
                    </a:lnTo>
                    <a:lnTo>
                      <a:pt x="54224" y="10359"/>
                    </a:lnTo>
                    <a:close/>
                    <a:moveTo>
                      <a:pt x="38917" y="10443"/>
                    </a:moveTo>
                    <a:lnTo>
                      <a:pt x="38750" y="10485"/>
                    </a:lnTo>
                    <a:lnTo>
                      <a:pt x="38582" y="10611"/>
                    </a:lnTo>
                    <a:lnTo>
                      <a:pt x="38456" y="10736"/>
                    </a:lnTo>
                    <a:lnTo>
                      <a:pt x="38414" y="10946"/>
                    </a:lnTo>
                    <a:lnTo>
                      <a:pt x="38456" y="11156"/>
                    </a:lnTo>
                    <a:lnTo>
                      <a:pt x="38582" y="11323"/>
                    </a:lnTo>
                    <a:lnTo>
                      <a:pt x="38708" y="11407"/>
                    </a:lnTo>
                    <a:lnTo>
                      <a:pt x="38917" y="11449"/>
                    </a:lnTo>
                    <a:lnTo>
                      <a:pt x="41979" y="11491"/>
                    </a:lnTo>
                    <a:lnTo>
                      <a:pt x="42188" y="11449"/>
                    </a:lnTo>
                    <a:lnTo>
                      <a:pt x="42356" y="11365"/>
                    </a:lnTo>
                    <a:lnTo>
                      <a:pt x="42440" y="11198"/>
                    </a:lnTo>
                    <a:lnTo>
                      <a:pt x="42482" y="10988"/>
                    </a:lnTo>
                    <a:lnTo>
                      <a:pt x="42440" y="10778"/>
                    </a:lnTo>
                    <a:lnTo>
                      <a:pt x="42356" y="10611"/>
                    </a:lnTo>
                    <a:lnTo>
                      <a:pt x="42188" y="10527"/>
                    </a:lnTo>
                    <a:lnTo>
                      <a:pt x="41979" y="10485"/>
                    </a:lnTo>
                    <a:lnTo>
                      <a:pt x="38917" y="10443"/>
                    </a:lnTo>
                    <a:close/>
                    <a:moveTo>
                      <a:pt x="45040" y="10485"/>
                    </a:moveTo>
                    <a:lnTo>
                      <a:pt x="44830" y="10527"/>
                    </a:lnTo>
                    <a:lnTo>
                      <a:pt x="44663" y="10653"/>
                    </a:lnTo>
                    <a:lnTo>
                      <a:pt x="44579" y="10778"/>
                    </a:lnTo>
                    <a:lnTo>
                      <a:pt x="44537" y="10988"/>
                    </a:lnTo>
                    <a:lnTo>
                      <a:pt x="44579" y="11198"/>
                    </a:lnTo>
                    <a:lnTo>
                      <a:pt x="44663" y="11365"/>
                    </a:lnTo>
                    <a:lnTo>
                      <a:pt x="44830" y="11449"/>
                    </a:lnTo>
                    <a:lnTo>
                      <a:pt x="45040" y="11491"/>
                    </a:lnTo>
                    <a:lnTo>
                      <a:pt x="48101" y="11491"/>
                    </a:lnTo>
                    <a:lnTo>
                      <a:pt x="48269" y="11449"/>
                    </a:lnTo>
                    <a:lnTo>
                      <a:pt x="48437" y="11323"/>
                    </a:lnTo>
                    <a:lnTo>
                      <a:pt x="48563" y="11198"/>
                    </a:lnTo>
                    <a:lnTo>
                      <a:pt x="48604" y="10988"/>
                    </a:lnTo>
                    <a:lnTo>
                      <a:pt x="48563" y="10778"/>
                    </a:lnTo>
                    <a:lnTo>
                      <a:pt x="48437" y="10611"/>
                    </a:lnTo>
                    <a:lnTo>
                      <a:pt x="48269" y="10527"/>
                    </a:lnTo>
                    <a:lnTo>
                      <a:pt x="48101" y="10485"/>
                    </a:lnTo>
                    <a:close/>
                    <a:moveTo>
                      <a:pt x="504" y="9269"/>
                    </a:moveTo>
                    <a:lnTo>
                      <a:pt x="336" y="9311"/>
                    </a:lnTo>
                    <a:lnTo>
                      <a:pt x="169" y="9436"/>
                    </a:lnTo>
                    <a:lnTo>
                      <a:pt x="43" y="9604"/>
                    </a:lnTo>
                    <a:lnTo>
                      <a:pt x="1" y="9772"/>
                    </a:lnTo>
                    <a:lnTo>
                      <a:pt x="1" y="12833"/>
                    </a:lnTo>
                    <a:lnTo>
                      <a:pt x="43" y="13043"/>
                    </a:lnTo>
                    <a:lnTo>
                      <a:pt x="169" y="13211"/>
                    </a:lnTo>
                    <a:lnTo>
                      <a:pt x="336" y="13294"/>
                    </a:lnTo>
                    <a:lnTo>
                      <a:pt x="504" y="13336"/>
                    </a:lnTo>
                    <a:lnTo>
                      <a:pt x="714" y="13294"/>
                    </a:lnTo>
                    <a:lnTo>
                      <a:pt x="882" y="13211"/>
                    </a:lnTo>
                    <a:lnTo>
                      <a:pt x="1007" y="13043"/>
                    </a:lnTo>
                    <a:lnTo>
                      <a:pt x="1049" y="12833"/>
                    </a:lnTo>
                    <a:lnTo>
                      <a:pt x="1049" y="9772"/>
                    </a:lnTo>
                    <a:lnTo>
                      <a:pt x="1007" y="9604"/>
                    </a:lnTo>
                    <a:lnTo>
                      <a:pt x="882" y="9436"/>
                    </a:lnTo>
                    <a:lnTo>
                      <a:pt x="714" y="9311"/>
                    </a:lnTo>
                    <a:lnTo>
                      <a:pt x="504" y="9269"/>
                    </a:lnTo>
                    <a:close/>
                    <a:moveTo>
                      <a:pt x="272961" y="10736"/>
                    </a:moveTo>
                    <a:lnTo>
                      <a:pt x="272751" y="10778"/>
                    </a:lnTo>
                    <a:lnTo>
                      <a:pt x="272583" y="10904"/>
                    </a:lnTo>
                    <a:lnTo>
                      <a:pt x="270570" y="13211"/>
                    </a:lnTo>
                    <a:lnTo>
                      <a:pt x="270486" y="13378"/>
                    </a:lnTo>
                    <a:lnTo>
                      <a:pt x="270444" y="13588"/>
                    </a:lnTo>
                    <a:lnTo>
                      <a:pt x="270528" y="13756"/>
                    </a:lnTo>
                    <a:lnTo>
                      <a:pt x="270654" y="13924"/>
                    </a:lnTo>
                    <a:lnTo>
                      <a:pt x="270780" y="14007"/>
                    </a:lnTo>
                    <a:lnTo>
                      <a:pt x="270948" y="14049"/>
                    </a:lnTo>
                    <a:lnTo>
                      <a:pt x="271157" y="14007"/>
                    </a:lnTo>
                    <a:lnTo>
                      <a:pt x="271283" y="13965"/>
                    </a:lnTo>
                    <a:lnTo>
                      <a:pt x="271367" y="13882"/>
                    </a:lnTo>
                    <a:lnTo>
                      <a:pt x="273338" y="11575"/>
                    </a:lnTo>
                    <a:lnTo>
                      <a:pt x="273464" y="11407"/>
                    </a:lnTo>
                    <a:lnTo>
                      <a:pt x="273464" y="11198"/>
                    </a:lnTo>
                    <a:lnTo>
                      <a:pt x="273422" y="11030"/>
                    </a:lnTo>
                    <a:lnTo>
                      <a:pt x="273296" y="10862"/>
                    </a:lnTo>
                    <a:lnTo>
                      <a:pt x="273170" y="10778"/>
                    </a:lnTo>
                    <a:lnTo>
                      <a:pt x="272961" y="10736"/>
                    </a:lnTo>
                    <a:close/>
                    <a:moveTo>
                      <a:pt x="269019" y="15349"/>
                    </a:moveTo>
                    <a:lnTo>
                      <a:pt x="268809" y="15433"/>
                    </a:lnTo>
                    <a:lnTo>
                      <a:pt x="268683" y="15475"/>
                    </a:lnTo>
                    <a:lnTo>
                      <a:pt x="268599" y="15559"/>
                    </a:lnTo>
                    <a:lnTo>
                      <a:pt x="266712" y="17949"/>
                    </a:lnTo>
                    <a:lnTo>
                      <a:pt x="266586" y="18117"/>
                    </a:lnTo>
                    <a:lnTo>
                      <a:pt x="266586" y="18327"/>
                    </a:lnTo>
                    <a:lnTo>
                      <a:pt x="266628" y="18494"/>
                    </a:lnTo>
                    <a:lnTo>
                      <a:pt x="266796" y="18662"/>
                    </a:lnTo>
                    <a:lnTo>
                      <a:pt x="266922" y="18746"/>
                    </a:lnTo>
                    <a:lnTo>
                      <a:pt x="267090" y="18746"/>
                    </a:lnTo>
                    <a:lnTo>
                      <a:pt x="267299" y="18704"/>
                    </a:lnTo>
                    <a:lnTo>
                      <a:pt x="267425" y="18662"/>
                    </a:lnTo>
                    <a:lnTo>
                      <a:pt x="267509" y="18578"/>
                    </a:lnTo>
                    <a:lnTo>
                      <a:pt x="269396" y="16188"/>
                    </a:lnTo>
                    <a:lnTo>
                      <a:pt x="269480" y="16020"/>
                    </a:lnTo>
                    <a:lnTo>
                      <a:pt x="269522" y="15811"/>
                    </a:lnTo>
                    <a:lnTo>
                      <a:pt x="269438" y="15643"/>
                    </a:lnTo>
                    <a:lnTo>
                      <a:pt x="269312" y="15475"/>
                    </a:lnTo>
                    <a:lnTo>
                      <a:pt x="269186" y="15391"/>
                    </a:lnTo>
                    <a:lnTo>
                      <a:pt x="269019" y="15349"/>
                    </a:lnTo>
                    <a:close/>
                    <a:moveTo>
                      <a:pt x="504" y="15391"/>
                    </a:moveTo>
                    <a:lnTo>
                      <a:pt x="336" y="15433"/>
                    </a:lnTo>
                    <a:lnTo>
                      <a:pt x="169" y="15517"/>
                    </a:lnTo>
                    <a:lnTo>
                      <a:pt x="43" y="15685"/>
                    </a:lnTo>
                    <a:lnTo>
                      <a:pt x="1" y="15894"/>
                    </a:lnTo>
                    <a:lnTo>
                      <a:pt x="1" y="18956"/>
                    </a:lnTo>
                    <a:lnTo>
                      <a:pt x="43" y="19124"/>
                    </a:lnTo>
                    <a:lnTo>
                      <a:pt x="169" y="19291"/>
                    </a:lnTo>
                    <a:lnTo>
                      <a:pt x="336" y="19417"/>
                    </a:lnTo>
                    <a:lnTo>
                      <a:pt x="504" y="19459"/>
                    </a:lnTo>
                    <a:lnTo>
                      <a:pt x="714" y="19417"/>
                    </a:lnTo>
                    <a:lnTo>
                      <a:pt x="882" y="19291"/>
                    </a:lnTo>
                    <a:lnTo>
                      <a:pt x="1007" y="19124"/>
                    </a:lnTo>
                    <a:lnTo>
                      <a:pt x="1049" y="18956"/>
                    </a:lnTo>
                    <a:lnTo>
                      <a:pt x="1049" y="15894"/>
                    </a:lnTo>
                    <a:lnTo>
                      <a:pt x="1007" y="15685"/>
                    </a:lnTo>
                    <a:lnTo>
                      <a:pt x="882" y="15517"/>
                    </a:lnTo>
                    <a:lnTo>
                      <a:pt x="714" y="15433"/>
                    </a:lnTo>
                    <a:lnTo>
                      <a:pt x="504" y="15391"/>
                    </a:lnTo>
                    <a:close/>
                    <a:moveTo>
                      <a:pt x="265119" y="20172"/>
                    </a:moveTo>
                    <a:lnTo>
                      <a:pt x="264993" y="20214"/>
                    </a:lnTo>
                    <a:lnTo>
                      <a:pt x="264909" y="20256"/>
                    </a:lnTo>
                    <a:lnTo>
                      <a:pt x="264825" y="20340"/>
                    </a:lnTo>
                    <a:lnTo>
                      <a:pt x="262980" y="22814"/>
                    </a:lnTo>
                    <a:lnTo>
                      <a:pt x="262896" y="23024"/>
                    </a:lnTo>
                    <a:lnTo>
                      <a:pt x="262896" y="23191"/>
                    </a:lnTo>
                    <a:lnTo>
                      <a:pt x="262980" y="23401"/>
                    </a:lnTo>
                    <a:lnTo>
                      <a:pt x="263106" y="23527"/>
                    </a:lnTo>
                    <a:lnTo>
                      <a:pt x="263273" y="23611"/>
                    </a:lnTo>
                    <a:lnTo>
                      <a:pt x="263525" y="23611"/>
                    </a:lnTo>
                    <a:lnTo>
                      <a:pt x="263651" y="23569"/>
                    </a:lnTo>
                    <a:lnTo>
                      <a:pt x="263735" y="23527"/>
                    </a:lnTo>
                    <a:lnTo>
                      <a:pt x="263819" y="23401"/>
                    </a:lnTo>
                    <a:lnTo>
                      <a:pt x="265622" y="20969"/>
                    </a:lnTo>
                    <a:lnTo>
                      <a:pt x="265706" y="20801"/>
                    </a:lnTo>
                    <a:lnTo>
                      <a:pt x="265706" y="20591"/>
                    </a:lnTo>
                    <a:lnTo>
                      <a:pt x="265664" y="20424"/>
                    </a:lnTo>
                    <a:lnTo>
                      <a:pt x="265538" y="20256"/>
                    </a:lnTo>
                    <a:lnTo>
                      <a:pt x="265370" y="20172"/>
                    </a:lnTo>
                    <a:close/>
                    <a:moveTo>
                      <a:pt x="504" y="21472"/>
                    </a:moveTo>
                    <a:lnTo>
                      <a:pt x="336" y="21514"/>
                    </a:lnTo>
                    <a:lnTo>
                      <a:pt x="169" y="21640"/>
                    </a:lnTo>
                    <a:lnTo>
                      <a:pt x="43" y="21807"/>
                    </a:lnTo>
                    <a:lnTo>
                      <a:pt x="1" y="21975"/>
                    </a:lnTo>
                    <a:lnTo>
                      <a:pt x="1" y="25036"/>
                    </a:lnTo>
                    <a:lnTo>
                      <a:pt x="43" y="25246"/>
                    </a:lnTo>
                    <a:lnTo>
                      <a:pt x="169" y="25414"/>
                    </a:lnTo>
                    <a:lnTo>
                      <a:pt x="336" y="25498"/>
                    </a:lnTo>
                    <a:lnTo>
                      <a:pt x="504" y="25540"/>
                    </a:lnTo>
                    <a:lnTo>
                      <a:pt x="714" y="25498"/>
                    </a:lnTo>
                    <a:lnTo>
                      <a:pt x="882" y="25414"/>
                    </a:lnTo>
                    <a:lnTo>
                      <a:pt x="1007" y="25246"/>
                    </a:lnTo>
                    <a:lnTo>
                      <a:pt x="1049" y="25036"/>
                    </a:lnTo>
                    <a:lnTo>
                      <a:pt x="1049" y="21975"/>
                    </a:lnTo>
                    <a:lnTo>
                      <a:pt x="1007" y="21807"/>
                    </a:lnTo>
                    <a:lnTo>
                      <a:pt x="882" y="21640"/>
                    </a:lnTo>
                    <a:lnTo>
                      <a:pt x="714" y="21514"/>
                    </a:lnTo>
                    <a:lnTo>
                      <a:pt x="504" y="21472"/>
                    </a:lnTo>
                    <a:close/>
                    <a:moveTo>
                      <a:pt x="261512" y="25120"/>
                    </a:moveTo>
                    <a:lnTo>
                      <a:pt x="261428" y="25162"/>
                    </a:lnTo>
                    <a:lnTo>
                      <a:pt x="261302" y="25246"/>
                    </a:lnTo>
                    <a:lnTo>
                      <a:pt x="261219" y="25330"/>
                    </a:lnTo>
                    <a:lnTo>
                      <a:pt x="260128" y="26965"/>
                    </a:lnTo>
                    <a:lnTo>
                      <a:pt x="259667" y="27678"/>
                    </a:lnTo>
                    <a:lnTo>
                      <a:pt x="259541" y="27888"/>
                    </a:lnTo>
                    <a:lnTo>
                      <a:pt x="259457" y="28098"/>
                    </a:lnTo>
                    <a:lnTo>
                      <a:pt x="259499" y="28307"/>
                    </a:lnTo>
                    <a:lnTo>
                      <a:pt x="259583" y="28475"/>
                    </a:lnTo>
                    <a:lnTo>
                      <a:pt x="259709" y="28601"/>
                    </a:lnTo>
                    <a:lnTo>
                      <a:pt x="259835" y="28643"/>
                    </a:lnTo>
                    <a:lnTo>
                      <a:pt x="259961" y="28685"/>
                    </a:lnTo>
                    <a:lnTo>
                      <a:pt x="260086" y="28685"/>
                    </a:lnTo>
                    <a:lnTo>
                      <a:pt x="260212" y="28601"/>
                    </a:lnTo>
                    <a:lnTo>
                      <a:pt x="260338" y="28559"/>
                    </a:lnTo>
                    <a:lnTo>
                      <a:pt x="260422" y="28433"/>
                    </a:lnTo>
                    <a:lnTo>
                      <a:pt x="260548" y="28224"/>
                    </a:lnTo>
                    <a:lnTo>
                      <a:pt x="261009" y="27511"/>
                    </a:lnTo>
                    <a:lnTo>
                      <a:pt x="262057" y="25917"/>
                    </a:lnTo>
                    <a:lnTo>
                      <a:pt x="262141" y="25707"/>
                    </a:lnTo>
                    <a:lnTo>
                      <a:pt x="262141" y="25540"/>
                    </a:lnTo>
                    <a:lnTo>
                      <a:pt x="262099" y="25330"/>
                    </a:lnTo>
                    <a:lnTo>
                      <a:pt x="261932" y="25204"/>
                    </a:lnTo>
                    <a:lnTo>
                      <a:pt x="261806" y="25120"/>
                    </a:lnTo>
                    <a:close/>
                    <a:moveTo>
                      <a:pt x="504" y="27595"/>
                    </a:moveTo>
                    <a:lnTo>
                      <a:pt x="336" y="27636"/>
                    </a:lnTo>
                    <a:lnTo>
                      <a:pt x="169" y="27720"/>
                    </a:lnTo>
                    <a:lnTo>
                      <a:pt x="43" y="27888"/>
                    </a:lnTo>
                    <a:lnTo>
                      <a:pt x="1" y="28098"/>
                    </a:lnTo>
                    <a:lnTo>
                      <a:pt x="1" y="31159"/>
                    </a:lnTo>
                    <a:lnTo>
                      <a:pt x="43" y="31327"/>
                    </a:lnTo>
                    <a:lnTo>
                      <a:pt x="169" y="31495"/>
                    </a:lnTo>
                    <a:lnTo>
                      <a:pt x="336" y="31620"/>
                    </a:lnTo>
                    <a:lnTo>
                      <a:pt x="504" y="31662"/>
                    </a:lnTo>
                    <a:lnTo>
                      <a:pt x="714" y="31620"/>
                    </a:lnTo>
                    <a:lnTo>
                      <a:pt x="882" y="31495"/>
                    </a:lnTo>
                    <a:lnTo>
                      <a:pt x="1007" y="31327"/>
                    </a:lnTo>
                    <a:lnTo>
                      <a:pt x="1049" y="31159"/>
                    </a:lnTo>
                    <a:lnTo>
                      <a:pt x="1049" y="28098"/>
                    </a:lnTo>
                    <a:lnTo>
                      <a:pt x="1007" y="27888"/>
                    </a:lnTo>
                    <a:lnTo>
                      <a:pt x="882" y="27720"/>
                    </a:lnTo>
                    <a:lnTo>
                      <a:pt x="714" y="27636"/>
                    </a:lnTo>
                    <a:lnTo>
                      <a:pt x="504" y="27595"/>
                    </a:lnTo>
                    <a:close/>
                    <a:moveTo>
                      <a:pt x="259331" y="30111"/>
                    </a:moveTo>
                    <a:lnTo>
                      <a:pt x="259122" y="30153"/>
                    </a:lnTo>
                    <a:lnTo>
                      <a:pt x="258954" y="30278"/>
                    </a:lnTo>
                    <a:lnTo>
                      <a:pt x="258828" y="30488"/>
                    </a:lnTo>
                    <a:lnTo>
                      <a:pt x="258828" y="30656"/>
                    </a:lnTo>
                    <a:lnTo>
                      <a:pt x="258870" y="30865"/>
                    </a:lnTo>
                    <a:lnTo>
                      <a:pt x="258996" y="30991"/>
                    </a:lnTo>
                    <a:lnTo>
                      <a:pt x="260338" y="32207"/>
                    </a:lnTo>
                    <a:lnTo>
                      <a:pt x="261219" y="33046"/>
                    </a:lnTo>
                    <a:lnTo>
                      <a:pt x="261386" y="33172"/>
                    </a:lnTo>
                    <a:lnTo>
                      <a:pt x="261596" y="33214"/>
                    </a:lnTo>
                    <a:lnTo>
                      <a:pt x="261764" y="33172"/>
                    </a:lnTo>
                    <a:lnTo>
                      <a:pt x="261932" y="33046"/>
                    </a:lnTo>
                    <a:lnTo>
                      <a:pt x="262057" y="32878"/>
                    </a:lnTo>
                    <a:lnTo>
                      <a:pt x="262099" y="32669"/>
                    </a:lnTo>
                    <a:lnTo>
                      <a:pt x="262057" y="32501"/>
                    </a:lnTo>
                    <a:lnTo>
                      <a:pt x="261932" y="32333"/>
                    </a:lnTo>
                    <a:lnTo>
                      <a:pt x="261009" y="31453"/>
                    </a:lnTo>
                    <a:lnTo>
                      <a:pt x="259667" y="30236"/>
                    </a:lnTo>
                    <a:lnTo>
                      <a:pt x="259499" y="30153"/>
                    </a:lnTo>
                    <a:lnTo>
                      <a:pt x="259331" y="30111"/>
                    </a:lnTo>
                    <a:close/>
                    <a:moveTo>
                      <a:pt x="263693" y="34388"/>
                    </a:moveTo>
                    <a:lnTo>
                      <a:pt x="263525" y="34430"/>
                    </a:lnTo>
                    <a:lnTo>
                      <a:pt x="263357" y="34514"/>
                    </a:lnTo>
                    <a:lnTo>
                      <a:pt x="263232" y="34682"/>
                    </a:lnTo>
                    <a:lnTo>
                      <a:pt x="263190" y="34849"/>
                    </a:lnTo>
                    <a:lnTo>
                      <a:pt x="263232" y="35059"/>
                    </a:lnTo>
                    <a:lnTo>
                      <a:pt x="263315" y="35227"/>
                    </a:lnTo>
                    <a:lnTo>
                      <a:pt x="264322" y="36359"/>
                    </a:lnTo>
                    <a:lnTo>
                      <a:pt x="265328" y="37491"/>
                    </a:lnTo>
                    <a:lnTo>
                      <a:pt x="265412" y="37575"/>
                    </a:lnTo>
                    <a:lnTo>
                      <a:pt x="265538" y="37617"/>
                    </a:lnTo>
                    <a:lnTo>
                      <a:pt x="265748" y="37659"/>
                    </a:lnTo>
                    <a:lnTo>
                      <a:pt x="265915" y="37659"/>
                    </a:lnTo>
                    <a:lnTo>
                      <a:pt x="266041" y="37575"/>
                    </a:lnTo>
                    <a:lnTo>
                      <a:pt x="266167" y="37407"/>
                    </a:lnTo>
                    <a:lnTo>
                      <a:pt x="266251" y="37198"/>
                    </a:lnTo>
                    <a:lnTo>
                      <a:pt x="266209" y="37030"/>
                    </a:lnTo>
                    <a:lnTo>
                      <a:pt x="266125" y="36820"/>
                    </a:lnTo>
                    <a:lnTo>
                      <a:pt x="265077" y="35688"/>
                    </a:lnTo>
                    <a:lnTo>
                      <a:pt x="264070" y="34556"/>
                    </a:lnTo>
                    <a:lnTo>
                      <a:pt x="263902" y="34430"/>
                    </a:lnTo>
                    <a:lnTo>
                      <a:pt x="263693" y="34388"/>
                    </a:lnTo>
                    <a:close/>
                    <a:moveTo>
                      <a:pt x="504" y="33675"/>
                    </a:moveTo>
                    <a:lnTo>
                      <a:pt x="336" y="33717"/>
                    </a:lnTo>
                    <a:lnTo>
                      <a:pt x="169" y="33843"/>
                    </a:lnTo>
                    <a:lnTo>
                      <a:pt x="43" y="34011"/>
                    </a:lnTo>
                    <a:lnTo>
                      <a:pt x="1" y="34178"/>
                    </a:lnTo>
                    <a:lnTo>
                      <a:pt x="1" y="37240"/>
                    </a:lnTo>
                    <a:lnTo>
                      <a:pt x="43" y="37449"/>
                    </a:lnTo>
                    <a:lnTo>
                      <a:pt x="169" y="37617"/>
                    </a:lnTo>
                    <a:lnTo>
                      <a:pt x="336" y="37701"/>
                    </a:lnTo>
                    <a:lnTo>
                      <a:pt x="504" y="37743"/>
                    </a:lnTo>
                    <a:lnTo>
                      <a:pt x="714" y="37701"/>
                    </a:lnTo>
                    <a:lnTo>
                      <a:pt x="882" y="37617"/>
                    </a:lnTo>
                    <a:lnTo>
                      <a:pt x="1007" y="37449"/>
                    </a:lnTo>
                    <a:lnTo>
                      <a:pt x="1049" y="37240"/>
                    </a:lnTo>
                    <a:lnTo>
                      <a:pt x="1049" y="34178"/>
                    </a:lnTo>
                    <a:lnTo>
                      <a:pt x="1007" y="34011"/>
                    </a:lnTo>
                    <a:lnTo>
                      <a:pt x="882" y="33843"/>
                    </a:lnTo>
                    <a:lnTo>
                      <a:pt x="714" y="33717"/>
                    </a:lnTo>
                    <a:lnTo>
                      <a:pt x="504" y="33675"/>
                    </a:lnTo>
                    <a:close/>
                    <a:moveTo>
                      <a:pt x="267677" y="39001"/>
                    </a:moveTo>
                    <a:lnTo>
                      <a:pt x="267509" y="39043"/>
                    </a:lnTo>
                    <a:lnTo>
                      <a:pt x="267341" y="39127"/>
                    </a:lnTo>
                    <a:lnTo>
                      <a:pt x="267215" y="39295"/>
                    </a:lnTo>
                    <a:lnTo>
                      <a:pt x="267173" y="39462"/>
                    </a:lnTo>
                    <a:lnTo>
                      <a:pt x="267173" y="39672"/>
                    </a:lnTo>
                    <a:lnTo>
                      <a:pt x="267257" y="39840"/>
                    </a:lnTo>
                    <a:lnTo>
                      <a:pt x="268222" y="41014"/>
                    </a:lnTo>
                    <a:lnTo>
                      <a:pt x="269144" y="42230"/>
                    </a:lnTo>
                    <a:lnTo>
                      <a:pt x="269228" y="42356"/>
                    </a:lnTo>
                    <a:lnTo>
                      <a:pt x="269312" y="42398"/>
                    </a:lnTo>
                    <a:lnTo>
                      <a:pt x="269438" y="42440"/>
                    </a:lnTo>
                    <a:lnTo>
                      <a:pt x="269690" y="42440"/>
                    </a:lnTo>
                    <a:lnTo>
                      <a:pt x="269857" y="42356"/>
                    </a:lnTo>
                    <a:lnTo>
                      <a:pt x="269983" y="42188"/>
                    </a:lnTo>
                    <a:lnTo>
                      <a:pt x="270025" y="42020"/>
                    </a:lnTo>
                    <a:lnTo>
                      <a:pt x="270025" y="41811"/>
                    </a:lnTo>
                    <a:lnTo>
                      <a:pt x="269941" y="41643"/>
                    </a:lnTo>
                    <a:lnTo>
                      <a:pt x="269019" y="40427"/>
                    </a:lnTo>
                    <a:lnTo>
                      <a:pt x="268054" y="39211"/>
                    </a:lnTo>
                    <a:lnTo>
                      <a:pt x="267970" y="39127"/>
                    </a:lnTo>
                    <a:lnTo>
                      <a:pt x="267886" y="39085"/>
                    </a:lnTo>
                    <a:lnTo>
                      <a:pt x="267677" y="39001"/>
                    </a:lnTo>
                    <a:close/>
                    <a:moveTo>
                      <a:pt x="504" y="39798"/>
                    </a:moveTo>
                    <a:lnTo>
                      <a:pt x="336" y="39840"/>
                    </a:lnTo>
                    <a:lnTo>
                      <a:pt x="169" y="39924"/>
                    </a:lnTo>
                    <a:lnTo>
                      <a:pt x="43" y="40091"/>
                    </a:lnTo>
                    <a:lnTo>
                      <a:pt x="1" y="40301"/>
                    </a:lnTo>
                    <a:lnTo>
                      <a:pt x="1" y="43362"/>
                    </a:lnTo>
                    <a:lnTo>
                      <a:pt x="43" y="43530"/>
                    </a:lnTo>
                    <a:lnTo>
                      <a:pt x="169" y="43698"/>
                    </a:lnTo>
                    <a:lnTo>
                      <a:pt x="336" y="43824"/>
                    </a:lnTo>
                    <a:lnTo>
                      <a:pt x="504" y="43866"/>
                    </a:lnTo>
                    <a:lnTo>
                      <a:pt x="714" y="43824"/>
                    </a:lnTo>
                    <a:lnTo>
                      <a:pt x="882" y="43698"/>
                    </a:lnTo>
                    <a:lnTo>
                      <a:pt x="1007" y="43530"/>
                    </a:lnTo>
                    <a:lnTo>
                      <a:pt x="1049" y="43362"/>
                    </a:lnTo>
                    <a:lnTo>
                      <a:pt x="1049" y="40301"/>
                    </a:lnTo>
                    <a:lnTo>
                      <a:pt x="1007" y="40091"/>
                    </a:lnTo>
                    <a:lnTo>
                      <a:pt x="882" y="39924"/>
                    </a:lnTo>
                    <a:lnTo>
                      <a:pt x="714" y="39840"/>
                    </a:lnTo>
                    <a:lnTo>
                      <a:pt x="504" y="39798"/>
                    </a:lnTo>
                    <a:close/>
                    <a:moveTo>
                      <a:pt x="271325" y="43907"/>
                    </a:moveTo>
                    <a:lnTo>
                      <a:pt x="271157" y="43949"/>
                    </a:lnTo>
                    <a:lnTo>
                      <a:pt x="271032" y="43991"/>
                    </a:lnTo>
                    <a:lnTo>
                      <a:pt x="270906" y="44159"/>
                    </a:lnTo>
                    <a:lnTo>
                      <a:pt x="270822" y="44327"/>
                    </a:lnTo>
                    <a:lnTo>
                      <a:pt x="270822" y="44537"/>
                    </a:lnTo>
                    <a:lnTo>
                      <a:pt x="270906" y="44704"/>
                    </a:lnTo>
                    <a:lnTo>
                      <a:pt x="271744" y="45962"/>
                    </a:lnTo>
                    <a:lnTo>
                      <a:pt x="272583" y="47220"/>
                    </a:lnTo>
                    <a:lnTo>
                      <a:pt x="272667" y="47346"/>
                    </a:lnTo>
                    <a:lnTo>
                      <a:pt x="272751" y="47430"/>
                    </a:lnTo>
                    <a:lnTo>
                      <a:pt x="272877" y="47472"/>
                    </a:lnTo>
                    <a:lnTo>
                      <a:pt x="273128" y="47472"/>
                    </a:lnTo>
                    <a:lnTo>
                      <a:pt x="273296" y="47388"/>
                    </a:lnTo>
                    <a:lnTo>
                      <a:pt x="273422" y="47262"/>
                    </a:lnTo>
                    <a:lnTo>
                      <a:pt x="273506" y="47095"/>
                    </a:lnTo>
                    <a:lnTo>
                      <a:pt x="273506" y="46885"/>
                    </a:lnTo>
                    <a:lnTo>
                      <a:pt x="273422" y="46675"/>
                    </a:lnTo>
                    <a:lnTo>
                      <a:pt x="272583" y="45417"/>
                    </a:lnTo>
                    <a:lnTo>
                      <a:pt x="271744" y="44117"/>
                    </a:lnTo>
                    <a:lnTo>
                      <a:pt x="271661" y="44033"/>
                    </a:lnTo>
                    <a:lnTo>
                      <a:pt x="271535" y="43991"/>
                    </a:lnTo>
                    <a:lnTo>
                      <a:pt x="271451" y="43949"/>
                    </a:lnTo>
                    <a:lnTo>
                      <a:pt x="271325" y="43907"/>
                    </a:lnTo>
                    <a:close/>
                    <a:moveTo>
                      <a:pt x="196680" y="47807"/>
                    </a:moveTo>
                    <a:lnTo>
                      <a:pt x="196512" y="47849"/>
                    </a:lnTo>
                    <a:lnTo>
                      <a:pt x="196344" y="47933"/>
                    </a:lnTo>
                    <a:lnTo>
                      <a:pt x="196218" y="48101"/>
                    </a:lnTo>
                    <a:lnTo>
                      <a:pt x="196176" y="48311"/>
                    </a:lnTo>
                    <a:lnTo>
                      <a:pt x="196218" y="48520"/>
                    </a:lnTo>
                    <a:lnTo>
                      <a:pt x="196344" y="48646"/>
                    </a:lnTo>
                    <a:lnTo>
                      <a:pt x="196512" y="48772"/>
                    </a:lnTo>
                    <a:lnTo>
                      <a:pt x="196680" y="48814"/>
                    </a:lnTo>
                    <a:lnTo>
                      <a:pt x="199741" y="48814"/>
                    </a:lnTo>
                    <a:lnTo>
                      <a:pt x="199951" y="48772"/>
                    </a:lnTo>
                    <a:lnTo>
                      <a:pt x="200118" y="48688"/>
                    </a:lnTo>
                    <a:lnTo>
                      <a:pt x="200202" y="48520"/>
                    </a:lnTo>
                    <a:lnTo>
                      <a:pt x="200244" y="48311"/>
                    </a:lnTo>
                    <a:lnTo>
                      <a:pt x="200202" y="48101"/>
                    </a:lnTo>
                    <a:lnTo>
                      <a:pt x="200118" y="47975"/>
                    </a:lnTo>
                    <a:lnTo>
                      <a:pt x="199951" y="47849"/>
                    </a:lnTo>
                    <a:lnTo>
                      <a:pt x="199741" y="47807"/>
                    </a:lnTo>
                    <a:close/>
                    <a:moveTo>
                      <a:pt x="193660" y="47807"/>
                    </a:moveTo>
                    <a:lnTo>
                      <a:pt x="190599" y="47849"/>
                    </a:lnTo>
                    <a:lnTo>
                      <a:pt x="190389" y="47891"/>
                    </a:lnTo>
                    <a:lnTo>
                      <a:pt x="190221" y="48017"/>
                    </a:lnTo>
                    <a:lnTo>
                      <a:pt x="190138" y="48185"/>
                    </a:lnTo>
                    <a:lnTo>
                      <a:pt x="190096" y="48353"/>
                    </a:lnTo>
                    <a:lnTo>
                      <a:pt x="190138" y="48562"/>
                    </a:lnTo>
                    <a:lnTo>
                      <a:pt x="190221" y="48730"/>
                    </a:lnTo>
                    <a:lnTo>
                      <a:pt x="190389" y="48814"/>
                    </a:lnTo>
                    <a:lnTo>
                      <a:pt x="190599" y="48856"/>
                    </a:lnTo>
                    <a:lnTo>
                      <a:pt x="193660" y="48814"/>
                    </a:lnTo>
                    <a:lnTo>
                      <a:pt x="193828" y="48772"/>
                    </a:lnTo>
                    <a:lnTo>
                      <a:pt x="193996" y="48688"/>
                    </a:lnTo>
                    <a:lnTo>
                      <a:pt x="194121" y="48520"/>
                    </a:lnTo>
                    <a:lnTo>
                      <a:pt x="194163" y="48311"/>
                    </a:lnTo>
                    <a:lnTo>
                      <a:pt x="194121" y="48101"/>
                    </a:lnTo>
                    <a:lnTo>
                      <a:pt x="193996" y="47975"/>
                    </a:lnTo>
                    <a:lnTo>
                      <a:pt x="193828" y="47849"/>
                    </a:lnTo>
                    <a:lnTo>
                      <a:pt x="193660" y="47807"/>
                    </a:lnTo>
                    <a:close/>
                    <a:moveTo>
                      <a:pt x="202802" y="47849"/>
                    </a:moveTo>
                    <a:lnTo>
                      <a:pt x="202592" y="47891"/>
                    </a:lnTo>
                    <a:lnTo>
                      <a:pt x="202467" y="47975"/>
                    </a:lnTo>
                    <a:lnTo>
                      <a:pt x="202341" y="48143"/>
                    </a:lnTo>
                    <a:lnTo>
                      <a:pt x="202299" y="48353"/>
                    </a:lnTo>
                    <a:lnTo>
                      <a:pt x="202341" y="48520"/>
                    </a:lnTo>
                    <a:lnTo>
                      <a:pt x="202425" y="48688"/>
                    </a:lnTo>
                    <a:lnTo>
                      <a:pt x="202592" y="48814"/>
                    </a:lnTo>
                    <a:lnTo>
                      <a:pt x="202802" y="48856"/>
                    </a:lnTo>
                    <a:lnTo>
                      <a:pt x="205863" y="48898"/>
                    </a:lnTo>
                    <a:lnTo>
                      <a:pt x="206031" y="48856"/>
                    </a:lnTo>
                    <a:lnTo>
                      <a:pt x="206199" y="48772"/>
                    </a:lnTo>
                    <a:lnTo>
                      <a:pt x="206325" y="48604"/>
                    </a:lnTo>
                    <a:lnTo>
                      <a:pt x="206367" y="48395"/>
                    </a:lnTo>
                    <a:lnTo>
                      <a:pt x="206325" y="48227"/>
                    </a:lnTo>
                    <a:lnTo>
                      <a:pt x="206241" y="48059"/>
                    </a:lnTo>
                    <a:lnTo>
                      <a:pt x="206073" y="47933"/>
                    </a:lnTo>
                    <a:lnTo>
                      <a:pt x="205863" y="47891"/>
                    </a:lnTo>
                    <a:lnTo>
                      <a:pt x="202802" y="47849"/>
                    </a:lnTo>
                    <a:close/>
                    <a:moveTo>
                      <a:pt x="187538" y="47891"/>
                    </a:moveTo>
                    <a:lnTo>
                      <a:pt x="184476" y="47975"/>
                    </a:lnTo>
                    <a:lnTo>
                      <a:pt x="184267" y="48017"/>
                    </a:lnTo>
                    <a:lnTo>
                      <a:pt x="184141" y="48143"/>
                    </a:lnTo>
                    <a:lnTo>
                      <a:pt x="184015" y="48311"/>
                    </a:lnTo>
                    <a:lnTo>
                      <a:pt x="183973" y="48520"/>
                    </a:lnTo>
                    <a:lnTo>
                      <a:pt x="184015" y="48688"/>
                    </a:lnTo>
                    <a:lnTo>
                      <a:pt x="184141" y="48856"/>
                    </a:lnTo>
                    <a:lnTo>
                      <a:pt x="184308" y="48982"/>
                    </a:lnTo>
                    <a:lnTo>
                      <a:pt x="184476" y="49024"/>
                    </a:lnTo>
                    <a:lnTo>
                      <a:pt x="184518" y="49024"/>
                    </a:lnTo>
                    <a:lnTo>
                      <a:pt x="187538" y="48940"/>
                    </a:lnTo>
                    <a:lnTo>
                      <a:pt x="187747" y="48898"/>
                    </a:lnTo>
                    <a:lnTo>
                      <a:pt x="187915" y="48772"/>
                    </a:lnTo>
                    <a:lnTo>
                      <a:pt x="187999" y="48604"/>
                    </a:lnTo>
                    <a:lnTo>
                      <a:pt x="188041" y="48395"/>
                    </a:lnTo>
                    <a:lnTo>
                      <a:pt x="187999" y="48227"/>
                    </a:lnTo>
                    <a:lnTo>
                      <a:pt x="187915" y="48059"/>
                    </a:lnTo>
                    <a:lnTo>
                      <a:pt x="187747" y="47933"/>
                    </a:lnTo>
                    <a:lnTo>
                      <a:pt x="187538" y="47891"/>
                    </a:lnTo>
                    <a:close/>
                    <a:moveTo>
                      <a:pt x="208925" y="47975"/>
                    </a:moveTo>
                    <a:lnTo>
                      <a:pt x="208715" y="48017"/>
                    </a:lnTo>
                    <a:lnTo>
                      <a:pt x="208547" y="48101"/>
                    </a:lnTo>
                    <a:lnTo>
                      <a:pt x="208463" y="48269"/>
                    </a:lnTo>
                    <a:lnTo>
                      <a:pt x="208380" y="48478"/>
                    </a:lnTo>
                    <a:lnTo>
                      <a:pt x="208422" y="48646"/>
                    </a:lnTo>
                    <a:lnTo>
                      <a:pt x="208547" y="48814"/>
                    </a:lnTo>
                    <a:lnTo>
                      <a:pt x="208715" y="48940"/>
                    </a:lnTo>
                    <a:lnTo>
                      <a:pt x="208883" y="48982"/>
                    </a:lnTo>
                    <a:lnTo>
                      <a:pt x="211944" y="49107"/>
                    </a:lnTo>
                    <a:lnTo>
                      <a:pt x="212154" y="49066"/>
                    </a:lnTo>
                    <a:lnTo>
                      <a:pt x="212322" y="48940"/>
                    </a:lnTo>
                    <a:lnTo>
                      <a:pt x="212405" y="48772"/>
                    </a:lnTo>
                    <a:lnTo>
                      <a:pt x="212489" y="48604"/>
                    </a:lnTo>
                    <a:lnTo>
                      <a:pt x="212447" y="48395"/>
                    </a:lnTo>
                    <a:lnTo>
                      <a:pt x="212322" y="48227"/>
                    </a:lnTo>
                    <a:lnTo>
                      <a:pt x="212196" y="48101"/>
                    </a:lnTo>
                    <a:lnTo>
                      <a:pt x="211986" y="48059"/>
                    </a:lnTo>
                    <a:lnTo>
                      <a:pt x="208925" y="47975"/>
                    </a:lnTo>
                    <a:close/>
                    <a:moveTo>
                      <a:pt x="181415" y="48101"/>
                    </a:moveTo>
                    <a:lnTo>
                      <a:pt x="178354" y="48227"/>
                    </a:lnTo>
                    <a:lnTo>
                      <a:pt x="178186" y="48269"/>
                    </a:lnTo>
                    <a:lnTo>
                      <a:pt x="178018" y="48395"/>
                    </a:lnTo>
                    <a:lnTo>
                      <a:pt x="177934" y="48562"/>
                    </a:lnTo>
                    <a:lnTo>
                      <a:pt x="177892" y="48730"/>
                    </a:lnTo>
                    <a:lnTo>
                      <a:pt x="177934" y="48940"/>
                    </a:lnTo>
                    <a:lnTo>
                      <a:pt x="178060" y="49107"/>
                    </a:lnTo>
                    <a:lnTo>
                      <a:pt x="178186" y="49191"/>
                    </a:lnTo>
                    <a:lnTo>
                      <a:pt x="178396" y="49233"/>
                    </a:lnTo>
                    <a:lnTo>
                      <a:pt x="178437" y="49233"/>
                    </a:lnTo>
                    <a:lnTo>
                      <a:pt x="181457" y="49107"/>
                    </a:lnTo>
                    <a:lnTo>
                      <a:pt x="181667" y="49066"/>
                    </a:lnTo>
                    <a:lnTo>
                      <a:pt x="181834" y="48940"/>
                    </a:lnTo>
                    <a:lnTo>
                      <a:pt x="181918" y="48772"/>
                    </a:lnTo>
                    <a:lnTo>
                      <a:pt x="181960" y="48562"/>
                    </a:lnTo>
                    <a:lnTo>
                      <a:pt x="181918" y="48395"/>
                    </a:lnTo>
                    <a:lnTo>
                      <a:pt x="181792" y="48227"/>
                    </a:lnTo>
                    <a:lnTo>
                      <a:pt x="181625" y="48143"/>
                    </a:lnTo>
                    <a:lnTo>
                      <a:pt x="181457" y="48101"/>
                    </a:lnTo>
                    <a:close/>
                    <a:moveTo>
                      <a:pt x="215005" y="48185"/>
                    </a:moveTo>
                    <a:lnTo>
                      <a:pt x="214838" y="48227"/>
                    </a:lnTo>
                    <a:lnTo>
                      <a:pt x="214670" y="48353"/>
                    </a:lnTo>
                    <a:lnTo>
                      <a:pt x="214544" y="48478"/>
                    </a:lnTo>
                    <a:lnTo>
                      <a:pt x="214502" y="48688"/>
                    </a:lnTo>
                    <a:lnTo>
                      <a:pt x="214544" y="48898"/>
                    </a:lnTo>
                    <a:lnTo>
                      <a:pt x="214628" y="49024"/>
                    </a:lnTo>
                    <a:lnTo>
                      <a:pt x="214796" y="49149"/>
                    </a:lnTo>
                    <a:lnTo>
                      <a:pt x="215005" y="49191"/>
                    </a:lnTo>
                    <a:lnTo>
                      <a:pt x="218025" y="49359"/>
                    </a:lnTo>
                    <a:lnTo>
                      <a:pt x="218067" y="49359"/>
                    </a:lnTo>
                    <a:lnTo>
                      <a:pt x="218276" y="49317"/>
                    </a:lnTo>
                    <a:lnTo>
                      <a:pt x="218402" y="49233"/>
                    </a:lnTo>
                    <a:lnTo>
                      <a:pt x="218528" y="49066"/>
                    </a:lnTo>
                    <a:lnTo>
                      <a:pt x="218570" y="48856"/>
                    </a:lnTo>
                    <a:lnTo>
                      <a:pt x="218528" y="48688"/>
                    </a:lnTo>
                    <a:lnTo>
                      <a:pt x="218444" y="48520"/>
                    </a:lnTo>
                    <a:lnTo>
                      <a:pt x="218276" y="48395"/>
                    </a:lnTo>
                    <a:lnTo>
                      <a:pt x="218109" y="48353"/>
                    </a:lnTo>
                    <a:lnTo>
                      <a:pt x="215047" y="48185"/>
                    </a:lnTo>
                    <a:close/>
                    <a:moveTo>
                      <a:pt x="175334" y="48353"/>
                    </a:moveTo>
                    <a:lnTo>
                      <a:pt x="172273" y="48520"/>
                    </a:lnTo>
                    <a:lnTo>
                      <a:pt x="172063" y="48562"/>
                    </a:lnTo>
                    <a:lnTo>
                      <a:pt x="171937" y="48688"/>
                    </a:lnTo>
                    <a:lnTo>
                      <a:pt x="171812" y="48856"/>
                    </a:lnTo>
                    <a:lnTo>
                      <a:pt x="171812" y="49066"/>
                    </a:lnTo>
                    <a:lnTo>
                      <a:pt x="171854" y="49233"/>
                    </a:lnTo>
                    <a:lnTo>
                      <a:pt x="171937" y="49401"/>
                    </a:lnTo>
                    <a:lnTo>
                      <a:pt x="172105" y="49485"/>
                    </a:lnTo>
                    <a:lnTo>
                      <a:pt x="172315" y="49527"/>
                    </a:lnTo>
                    <a:lnTo>
                      <a:pt x="175376" y="49359"/>
                    </a:lnTo>
                    <a:lnTo>
                      <a:pt x="175586" y="49317"/>
                    </a:lnTo>
                    <a:lnTo>
                      <a:pt x="175712" y="49191"/>
                    </a:lnTo>
                    <a:lnTo>
                      <a:pt x="175837" y="49024"/>
                    </a:lnTo>
                    <a:lnTo>
                      <a:pt x="175837" y="48856"/>
                    </a:lnTo>
                    <a:lnTo>
                      <a:pt x="175796" y="48646"/>
                    </a:lnTo>
                    <a:lnTo>
                      <a:pt x="175712" y="48478"/>
                    </a:lnTo>
                    <a:lnTo>
                      <a:pt x="175544" y="48395"/>
                    </a:lnTo>
                    <a:lnTo>
                      <a:pt x="175376" y="48353"/>
                    </a:lnTo>
                    <a:close/>
                    <a:moveTo>
                      <a:pt x="220918" y="48520"/>
                    </a:moveTo>
                    <a:lnTo>
                      <a:pt x="220751" y="48646"/>
                    </a:lnTo>
                    <a:lnTo>
                      <a:pt x="220667" y="48772"/>
                    </a:lnTo>
                    <a:lnTo>
                      <a:pt x="220625" y="48982"/>
                    </a:lnTo>
                    <a:lnTo>
                      <a:pt x="220625" y="49191"/>
                    </a:lnTo>
                    <a:lnTo>
                      <a:pt x="220751" y="49359"/>
                    </a:lnTo>
                    <a:lnTo>
                      <a:pt x="220876" y="49485"/>
                    </a:lnTo>
                    <a:lnTo>
                      <a:pt x="221086" y="49527"/>
                    </a:lnTo>
                    <a:lnTo>
                      <a:pt x="224147" y="49695"/>
                    </a:lnTo>
                    <a:lnTo>
                      <a:pt x="224357" y="49653"/>
                    </a:lnTo>
                    <a:lnTo>
                      <a:pt x="224525" y="49569"/>
                    </a:lnTo>
                    <a:lnTo>
                      <a:pt x="224609" y="49401"/>
                    </a:lnTo>
                    <a:lnTo>
                      <a:pt x="224693" y="49233"/>
                    </a:lnTo>
                    <a:lnTo>
                      <a:pt x="224651" y="49024"/>
                    </a:lnTo>
                    <a:lnTo>
                      <a:pt x="224567" y="48856"/>
                    </a:lnTo>
                    <a:lnTo>
                      <a:pt x="224399" y="48730"/>
                    </a:lnTo>
                    <a:lnTo>
                      <a:pt x="224189" y="48688"/>
                    </a:lnTo>
                    <a:lnTo>
                      <a:pt x="221128" y="48520"/>
                    </a:lnTo>
                    <a:close/>
                    <a:moveTo>
                      <a:pt x="504" y="45878"/>
                    </a:moveTo>
                    <a:lnTo>
                      <a:pt x="336" y="45920"/>
                    </a:lnTo>
                    <a:lnTo>
                      <a:pt x="169" y="46046"/>
                    </a:lnTo>
                    <a:lnTo>
                      <a:pt x="43" y="46214"/>
                    </a:lnTo>
                    <a:lnTo>
                      <a:pt x="1" y="46382"/>
                    </a:lnTo>
                    <a:lnTo>
                      <a:pt x="1" y="49443"/>
                    </a:lnTo>
                    <a:lnTo>
                      <a:pt x="43" y="49653"/>
                    </a:lnTo>
                    <a:lnTo>
                      <a:pt x="169" y="49820"/>
                    </a:lnTo>
                    <a:lnTo>
                      <a:pt x="336" y="49904"/>
                    </a:lnTo>
                    <a:lnTo>
                      <a:pt x="504" y="49946"/>
                    </a:lnTo>
                    <a:lnTo>
                      <a:pt x="714" y="49904"/>
                    </a:lnTo>
                    <a:lnTo>
                      <a:pt x="882" y="49820"/>
                    </a:lnTo>
                    <a:lnTo>
                      <a:pt x="1007" y="49653"/>
                    </a:lnTo>
                    <a:lnTo>
                      <a:pt x="1049" y="49443"/>
                    </a:lnTo>
                    <a:lnTo>
                      <a:pt x="1049" y="46382"/>
                    </a:lnTo>
                    <a:lnTo>
                      <a:pt x="1007" y="46214"/>
                    </a:lnTo>
                    <a:lnTo>
                      <a:pt x="882" y="46046"/>
                    </a:lnTo>
                    <a:lnTo>
                      <a:pt x="714" y="45920"/>
                    </a:lnTo>
                    <a:lnTo>
                      <a:pt x="504" y="45878"/>
                    </a:lnTo>
                    <a:close/>
                    <a:moveTo>
                      <a:pt x="169254" y="48688"/>
                    </a:moveTo>
                    <a:lnTo>
                      <a:pt x="169212" y="48730"/>
                    </a:lnTo>
                    <a:lnTo>
                      <a:pt x="166192" y="48898"/>
                    </a:lnTo>
                    <a:lnTo>
                      <a:pt x="165983" y="48982"/>
                    </a:lnTo>
                    <a:lnTo>
                      <a:pt x="165815" y="49107"/>
                    </a:lnTo>
                    <a:lnTo>
                      <a:pt x="165731" y="49275"/>
                    </a:lnTo>
                    <a:lnTo>
                      <a:pt x="165689" y="49443"/>
                    </a:lnTo>
                    <a:lnTo>
                      <a:pt x="165773" y="49653"/>
                    </a:lnTo>
                    <a:lnTo>
                      <a:pt x="165857" y="49778"/>
                    </a:lnTo>
                    <a:lnTo>
                      <a:pt x="166025" y="49904"/>
                    </a:lnTo>
                    <a:lnTo>
                      <a:pt x="166192" y="49946"/>
                    </a:lnTo>
                    <a:lnTo>
                      <a:pt x="166234" y="49946"/>
                    </a:lnTo>
                    <a:lnTo>
                      <a:pt x="169295" y="49737"/>
                    </a:lnTo>
                    <a:lnTo>
                      <a:pt x="169463" y="49653"/>
                    </a:lnTo>
                    <a:lnTo>
                      <a:pt x="169631" y="49569"/>
                    </a:lnTo>
                    <a:lnTo>
                      <a:pt x="169757" y="49401"/>
                    </a:lnTo>
                    <a:lnTo>
                      <a:pt x="169757" y="49191"/>
                    </a:lnTo>
                    <a:lnTo>
                      <a:pt x="169715" y="48982"/>
                    </a:lnTo>
                    <a:lnTo>
                      <a:pt x="169589" y="48856"/>
                    </a:lnTo>
                    <a:lnTo>
                      <a:pt x="169463" y="48730"/>
                    </a:lnTo>
                    <a:lnTo>
                      <a:pt x="169254" y="48688"/>
                    </a:lnTo>
                    <a:close/>
                    <a:moveTo>
                      <a:pt x="227209" y="48898"/>
                    </a:moveTo>
                    <a:lnTo>
                      <a:pt x="227041" y="48940"/>
                    </a:lnTo>
                    <a:lnTo>
                      <a:pt x="226873" y="49024"/>
                    </a:lnTo>
                    <a:lnTo>
                      <a:pt x="226747" y="49191"/>
                    </a:lnTo>
                    <a:lnTo>
                      <a:pt x="226705" y="49359"/>
                    </a:lnTo>
                    <a:lnTo>
                      <a:pt x="226747" y="49569"/>
                    </a:lnTo>
                    <a:lnTo>
                      <a:pt x="226831" y="49737"/>
                    </a:lnTo>
                    <a:lnTo>
                      <a:pt x="226999" y="49862"/>
                    </a:lnTo>
                    <a:lnTo>
                      <a:pt x="227167" y="49904"/>
                    </a:lnTo>
                    <a:lnTo>
                      <a:pt x="230228" y="50156"/>
                    </a:lnTo>
                    <a:lnTo>
                      <a:pt x="230270" y="50156"/>
                    </a:lnTo>
                    <a:lnTo>
                      <a:pt x="230438" y="50114"/>
                    </a:lnTo>
                    <a:lnTo>
                      <a:pt x="230606" y="49988"/>
                    </a:lnTo>
                    <a:lnTo>
                      <a:pt x="230731" y="49862"/>
                    </a:lnTo>
                    <a:lnTo>
                      <a:pt x="230773" y="49653"/>
                    </a:lnTo>
                    <a:lnTo>
                      <a:pt x="230731" y="49485"/>
                    </a:lnTo>
                    <a:lnTo>
                      <a:pt x="230647" y="49317"/>
                    </a:lnTo>
                    <a:lnTo>
                      <a:pt x="230480" y="49191"/>
                    </a:lnTo>
                    <a:lnTo>
                      <a:pt x="230312" y="49107"/>
                    </a:lnTo>
                    <a:lnTo>
                      <a:pt x="227251" y="48898"/>
                    </a:lnTo>
                    <a:close/>
                    <a:moveTo>
                      <a:pt x="163131" y="49149"/>
                    </a:moveTo>
                    <a:lnTo>
                      <a:pt x="160070" y="49401"/>
                    </a:lnTo>
                    <a:lnTo>
                      <a:pt x="159902" y="49443"/>
                    </a:lnTo>
                    <a:lnTo>
                      <a:pt x="159734" y="49569"/>
                    </a:lnTo>
                    <a:lnTo>
                      <a:pt x="159650" y="49737"/>
                    </a:lnTo>
                    <a:lnTo>
                      <a:pt x="159608" y="49946"/>
                    </a:lnTo>
                    <a:lnTo>
                      <a:pt x="159692" y="50114"/>
                    </a:lnTo>
                    <a:lnTo>
                      <a:pt x="159776" y="50282"/>
                    </a:lnTo>
                    <a:lnTo>
                      <a:pt x="159944" y="50366"/>
                    </a:lnTo>
                    <a:lnTo>
                      <a:pt x="160112" y="50407"/>
                    </a:lnTo>
                    <a:lnTo>
                      <a:pt x="160154" y="50407"/>
                    </a:lnTo>
                    <a:lnTo>
                      <a:pt x="163215" y="50156"/>
                    </a:lnTo>
                    <a:lnTo>
                      <a:pt x="163383" y="50114"/>
                    </a:lnTo>
                    <a:lnTo>
                      <a:pt x="163550" y="49988"/>
                    </a:lnTo>
                    <a:lnTo>
                      <a:pt x="163634" y="49820"/>
                    </a:lnTo>
                    <a:lnTo>
                      <a:pt x="163676" y="49611"/>
                    </a:lnTo>
                    <a:lnTo>
                      <a:pt x="163634" y="49401"/>
                    </a:lnTo>
                    <a:lnTo>
                      <a:pt x="163508" y="49275"/>
                    </a:lnTo>
                    <a:lnTo>
                      <a:pt x="163341" y="49191"/>
                    </a:lnTo>
                    <a:lnTo>
                      <a:pt x="163173" y="49149"/>
                    </a:lnTo>
                    <a:close/>
                    <a:moveTo>
                      <a:pt x="233289" y="49359"/>
                    </a:moveTo>
                    <a:lnTo>
                      <a:pt x="233122" y="49401"/>
                    </a:lnTo>
                    <a:lnTo>
                      <a:pt x="232954" y="49485"/>
                    </a:lnTo>
                    <a:lnTo>
                      <a:pt x="232870" y="49653"/>
                    </a:lnTo>
                    <a:lnTo>
                      <a:pt x="232786" y="49820"/>
                    </a:lnTo>
                    <a:lnTo>
                      <a:pt x="232828" y="50030"/>
                    </a:lnTo>
                    <a:lnTo>
                      <a:pt x="232912" y="50198"/>
                    </a:lnTo>
                    <a:lnTo>
                      <a:pt x="233080" y="50324"/>
                    </a:lnTo>
                    <a:lnTo>
                      <a:pt x="233247" y="50366"/>
                    </a:lnTo>
                    <a:lnTo>
                      <a:pt x="236309" y="50659"/>
                    </a:lnTo>
                    <a:lnTo>
                      <a:pt x="236351" y="50659"/>
                    </a:lnTo>
                    <a:lnTo>
                      <a:pt x="236518" y="50617"/>
                    </a:lnTo>
                    <a:lnTo>
                      <a:pt x="236686" y="50533"/>
                    </a:lnTo>
                    <a:lnTo>
                      <a:pt x="236812" y="50366"/>
                    </a:lnTo>
                    <a:lnTo>
                      <a:pt x="236854" y="50198"/>
                    </a:lnTo>
                    <a:lnTo>
                      <a:pt x="236854" y="49988"/>
                    </a:lnTo>
                    <a:lnTo>
                      <a:pt x="236728" y="49820"/>
                    </a:lnTo>
                    <a:lnTo>
                      <a:pt x="236602" y="49695"/>
                    </a:lnTo>
                    <a:lnTo>
                      <a:pt x="236393" y="49653"/>
                    </a:lnTo>
                    <a:lnTo>
                      <a:pt x="233331" y="49359"/>
                    </a:lnTo>
                    <a:close/>
                    <a:moveTo>
                      <a:pt x="157050" y="49653"/>
                    </a:moveTo>
                    <a:lnTo>
                      <a:pt x="153989" y="49904"/>
                    </a:lnTo>
                    <a:lnTo>
                      <a:pt x="153821" y="49988"/>
                    </a:lnTo>
                    <a:lnTo>
                      <a:pt x="153653" y="50114"/>
                    </a:lnTo>
                    <a:lnTo>
                      <a:pt x="153570" y="50282"/>
                    </a:lnTo>
                    <a:lnTo>
                      <a:pt x="153528" y="50449"/>
                    </a:lnTo>
                    <a:lnTo>
                      <a:pt x="153612" y="50659"/>
                    </a:lnTo>
                    <a:lnTo>
                      <a:pt x="153695" y="50785"/>
                    </a:lnTo>
                    <a:lnTo>
                      <a:pt x="153863" y="50911"/>
                    </a:lnTo>
                    <a:lnTo>
                      <a:pt x="154115" y="50911"/>
                    </a:lnTo>
                    <a:lnTo>
                      <a:pt x="157134" y="50659"/>
                    </a:lnTo>
                    <a:lnTo>
                      <a:pt x="157344" y="50575"/>
                    </a:lnTo>
                    <a:lnTo>
                      <a:pt x="157470" y="50491"/>
                    </a:lnTo>
                    <a:lnTo>
                      <a:pt x="157553" y="50282"/>
                    </a:lnTo>
                    <a:lnTo>
                      <a:pt x="157595" y="50114"/>
                    </a:lnTo>
                    <a:lnTo>
                      <a:pt x="157553" y="49904"/>
                    </a:lnTo>
                    <a:lnTo>
                      <a:pt x="157428" y="49778"/>
                    </a:lnTo>
                    <a:lnTo>
                      <a:pt x="157260" y="49653"/>
                    </a:lnTo>
                    <a:close/>
                    <a:moveTo>
                      <a:pt x="239202" y="49946"/>
                    </a:moveTo>
                    <a:lnTo>
                      <a:pt x="239035" y="50072"/>
                    </a:lnTo>
                    <a:lnTo>
                      <a:pt x="238951" y="50198"/>
                    </a:lnTo>
                    <a:lnTo>
                      <a:pt x="238909" y="50366"/>
                    </a:lnTo>
                    <a:lnTo>
                      <a:pt x="238909" y="50575"/>
                    </a:lnTo>
                    <a:lnTo>
                      <a:pt x="238993" y="50743"/>
                    </a:lnTo>
                    <a:lnTo>
                      <a:pt x="239160" y="50869"/>
                    </a:lnTo>
                    <a:lnTo>
                      <a:pt x="239328" y="50953"/>
                    </a:lnTo>
                    <a:lnTo>
                      <a:pt x="242389" y="51246"/>
                    </a:lnTo>
                    <a:lnTo>
                      <a:pt x="242431" y="51246"/>
                    </a:lnTo>
                    <a:lnTo>
                      <a:pt x="242599" y="51204"/>
                    </a:lnTo>
                    <a:lnTo>
                      <a:pt x="242767" y="51120"/>
                    </a:lnTo>
                    <a:lnTo>
                      <a:pt x="242893" y="50995"/>
                    </a:lnTo>
                    <a:lnTo>
                      <a:pt x="242935" y="50785"/>
                    </a:lnTo>
                    <a:lnTo>
                      <a:pt x="242935" y="50575"/>
                    </a:lnTo>
                    <a:lnTo>
                      <a:pt x="242851" y="50407"/>
                    </a:lnTo>
                    <a:lnTo>
                      <a:pt x="242683" y="50282"/>
                    </a:lnTo>
                    <a:lnTo>
                      <a:pt x="242473" y="50240"/>
                    </a:lnTo>
                    <a:lnTo>
                      <a:pt x="239454" y="49946"/>
                    </a:lnTo>
                    <a:close/>
                    <a:moveTo>
                      <a:pt x="150970" y="50198"/>
                    </a:moveTo>
                    <a:lnTo>
                      <a:pt x="147908" y="50491"/>
                    </a:lnTo>
                    <a:lnTo>
                      <a:pt x="147741" y="50575"/>
                    </a:lnTo>
                    <a:lnTo>
                      <a:pt x="147573" y="50701"/>
                    </a:lnTo>
                    <a:lnTo>
                      <a:pt x="147489" y="50869"/>
                    </a:lnTo>
                    <a:lnTo>
                      <a:pt x="147489" y="51078"/>
                    </a:lnTo>
                    <a:lnTo>
                      <a:pt x="147531" y="51246"/>
                    </a:lnTo>
                    <a:lnTo>
                      <a:pt x="147657" y="51372"/>
                    </a:lnTo>
                    <a:lnTo>
                      <a:pt x="147782" y="51498"/>
                    </a:lnTo>
                    <a:lnTo>
                      <a:pt x="147992" y="51540"/>
                    </a:lnTo>
                    <a:lnTo>
                      <a:pt x="148034" y="51540"/>
                    </a:lnTo>
                    <a:lnTo>
                      <a:pt x="151053" y="51204"/>
                    </a:lnTo>
                    <a:lnTo>
                      <a:pt x="151263" y="51162"/>
                    </a:lnTo>
                    <a:lnTo>
                      <a:pt x="151389" y="51037"/>
                    </a:lnTo>
                    <a:lnTo>
                      <a:pt x="151515" y="50869"/>
                    </a:lnTo>
                    <a:lnTo>
                      <a:pt x="151515" y="50659"/>
                    </a:lnTo>
                    <a:lnTo>
                      <a:pt x="151473" y="50491"/>
                    </a:lnTo>
                    <a:lnTo>
                      <a:pt x="151347" y="50324"/>
                    </a:lnTo>
                    <a:lnTo>
                      <a:pt x="151221" y="50240"/>
                    </a:lnTo>
                    <a:lnTo>
                      <a:pt x="151012" y="50198"/>
                    </a:lnTo>
                    <a:close/>
                    <a:moveTo>
                      <a:pt x="245283" y="50575"/>
                    </a:moveTo>
                    <a:lnTo>
                      <a:pt x="245115" y="50701"/>
                    </a:lnTo>
                    <a:lnTo>
                      <a:pt x="245031" y="50827"/>
                    </a:lnTo>
                    <a:lnTo>
                      <a:pt x="244989" y="50995"/>
                    </a:lnTo>
                    <a:lnTo>
                      <a:pt x="244989" y="51204"/>
                    </a:lnTo>
                    <a:lnTo>
                      <a:pt x="245073" y="51372"/>
                    </a:lnTo>
                    <a:lnTo>
                      <a:pt x="245241" y="51498"/>
                    </a:lnTo>
                    <a:lnTo>
                      <a:pt x="245409" y="51582"/>
                    </a:lnTo>
                    <a:lnTo>
                      <a:pt x="248470" y="51917"/>
                    </a:lnTo>
                    <a:lnTo>
                      <a:pt x="248512" y="51917"/>
                    </a:lnTo>
                    <a:lnTo>
                      <a:pt x="248680" y="51875"/>
                    </a:lnTo>
                    <a:lnTo>
                      <a:pt x="248848" y="51791"/>
                    </a:lnTo>
                    <a:lnTo>
                      <a:pt x="248973" y="51666"/>
                    </a:lnTo>
                    <a:lnTo>
                      <a:pt x="249015" y="51456"/>
                    </a:lnTo>
                    <a:lnTo>
                      <a:pt x="249015" y="51288"/>
                    </a:lnTo>
                    <a:lnTo>
                      <a:pt x="248931" y="51078"/>
                    </a:lnTo>
                    <a:lnTo>
                      <a:pt x="248764" y="50953"/>
                    </a:lnTo>
                    <a:lnTo>
                      <a:pt x="248554" y="50911"/>
                    </a:lnTo>
                    <a:lnTo>
                      <a:pt x="245535" y="50575"/>
                    </a:lnTo>
                    <a:close/>
                    <a:moveTo>
                      <a:pt x="144889" y="50827"/>
                    </a:moveTo>
                    <a:lnTo>
                      <a:pt x="141828" y="51162"/>
                    </a:lnTo>
                    <a:lnTo>
                      <a:pt x="141660" y="51204"/>
                    </a:lnTo>
                    <a:lnTo>
                      <a:pt x="141492" y="51330"/>
                    </a:lnTo>
                    <a:lnTo>
                      <a:pt x="141408" y="51498"/>
                    </a:lnTo>
                    <a:lnTo>
                      <a:pt x="141408" y="51707"/>
                    </a:lnTo>
                    <a:lnTo>
                      <a:pt x="141450" y="51875"/>
                    </a:lnTo>
                    <a:lnTo>
                      <a:pt x="141576" y="52043"/>
                    </a:lnTo>
                    <a:lnTo>
                      <a:pt x="141702" y="52127"/>
                    </a:lnTo>
                    <a:lnTo>
                      <a:pt x="141911" y="52169"/>
                    </a:lnTo>
                    <a:lnTo>
                      <a:pt x="141953" y="52169"/>
                    </a:lnTo>
                    <a:lnTo>
                      <a:pt x="144973" y="51833"/>
                    </a:lnTo>
                    <a:lnTo>
                      <a:pt x="145182" y="51791"/>
                    </a:lnTo>
                    <a:lnTo>
                      <a:pt x="145350" y="51666"/>
                    </a:lnTo>
                    <a:lnTo>
                      <a:pt x="145434" y="51498"/>
                    </a:lnTo>
                    <a:lnTo>
                      <a:pt x="145434" y="51288"/>
                    </a:lnTo>
                    <a:lnTo>
                      <a:pt x="145392" y="51078"/>
                    </a:lnTo>
                    <a:lnTo>
                      <a:pt x="145266" y="50953"/>
                    </a:lnTo>
                    <a:lnTo>
                      <a:pt x="145099" y="50869"/>
                    </a:lnTo>
                    <a:lnTo>
                      <a:pt x="144931" y="50827"/>
                    </a:lnTo>
                    <a:close/>
                    <a:moveTo>
                      <a:pt x="251364" y="51288"/>
                    </a:moveTo>
                    <a:lnTo>
                      <a:pt x="251196" y="51414"/>
                    </a:lnTo>
                    <a:lnTo>
                      <a:pt x="251112" y="51540"/>
                    </a:lnTo>
                    <a:lnTo>
                      <a:pt x="251028" y="51707"/>
                    </a:lnTo>
                    <a:lnTo>
                      <a:pt x="251070" y="51917"/>
                    </a:lnTo>
                    <a:lnTo>
                      <a:pt x="251154" y="52085"/>
                    </a:lnTo>
                    <a:lnTo>
                      <a:pt x="251280" y="52211"/>
                    </a:lnTo>
                    <a:lnTo>
                      <a:pt x="251490" y="52295"/>
                    </a:lnTo>
                    <a:lnTo>
                      <a:pt x="254509" y="52672"/>
                    </a:lnTo>
                    <a:lnTo>
                      <a:pt x="254593" y="52672"/>
                    </a:lnTo>
                    <a:lnTo>
                      <a:pt x="254760" y="52630"/>
                    </a:lnTo>
                    <a:lnTo>
                      <a:pt x="254928" y="52546"/>
                    </a:lnTo>
                    <a:lnTo>
                      <a:pt x="255012" y="52420"/>
                    </a:lnTo>
                    <a:lnTo>
                      <a:pt x="255096" y="52211"/>
                    </a:lnTo>
                    <a:lnTo>
                      <a:pt x="255054" y="52043"/>
                    </a:lnTo>
                    <a:lnTo>
                      <a:pt x="254970" y="51833"/>
                    </a:lnTo>
                    <a:lnTo>
                      <a:pt x="254844" y="51707"/>
                    </a:lnTo>
                    <a:lnTo>
                      <a:pt x="254635" y="51666"/>
                    </a:lnTo>
                    <a:lnTo>
                      <a:pt x="251615" y="51288"/>
                    </a:lnTo>
                    <a:close/>
                    <a:moveTo>
                      <a:pt x="274470" y="49066"/>
                    </a:moveTo>
                    <a:lnTo>
                      <a:pt x="274344" y="49107"/>
                    </a:lnTo>
                    <a:lnTo>
                      <a:pt x="274177" y="49275"/>
                    </a:lnTo>
                    <a:lnTo>
                      <a:pt x="274135" y="49443"/>
                    </a:lnTo>
                    <a:lnTo>
                      <a:pt x="274093" y="49653"/>
                    </a:lnTo>
                    <a:lnTo>
                      <a:pt x="274177" y="49820"/>
                    </a:lnTo>
                    <a:lnTo>
                      <a:pt x="274932" y="51120"/>
                    </a:lnTo>
                    <a:lnTo>
                      <a:pt x="275686" y="52462"/>
                    </a:lnTo>
                    <a:lnTo>
                      <a:pt x="275728" y="52588"/>
                    </a:lnTo>
                    <a:lnTo>
                      <a:pt x="275854" y="52672"/>
                    </a:lnTo>
                    <a:lnTo>
                      <a:pt x="275980" y="52714"/>
                    </a:lnTo>
                    <a:lnTo>
                      <a:pt x="276232" y="52714"/>
                    </a:lnTo>
                    <a:lnTo>
                      <a:pt x="276357" y="52672"/>
                    </a:lnTo>
                    <a:lnTo>
                      <a:pt x="276525" y="52546"/>
                    </a:lnTo>
                    <a:lnTo>
                      <a:pt x="276609" y="52378"/>
                    </a:lnTo>
                    <a:lnTo>
                      <a:pt x="276609" y="52169"/>
                    </a:lnTo>
                    <a:lnTo>
                      <a:pt x="276567" y="51959"/>
                    </a:lnTo>
                    <a:lnTo>
                      <a:pt x="275812" y="50617"/>
                    </a:lnTo>
                    <a:lnTo>
                      <a:pt x="275057" y="49317"/>
                    </a:lnTo>
                    <a:lnTo>
                      <a:pt x="274974" y="49191"/>
                    </a:lnTo>
                    <a:lnTo>
                      <a:pt x="274848" y="49107"/>
                    </a:lnTo>
                    <a:lnTo>
                      <a:pt x="274722" y="49066"/>
                    </a:lnTo>
                    <a:close/>
                    <a:moveTo>
                      <a:pt x="138808" y="51498"/>
                    </a:moveTo>
                    <a:lnTo>
                      <a:pt x="135789" y="51833"/>
                    </a:lnTo>
                    <a:lnTo>
                      <a:pt x="135579" y="51917"/>
                    </a:lnTo>
                    <a:lnTo>
                      <a:pt x="135411" y="52043"/>
                    </a:lnTo>
                    <a:lnTo>
                      <a:pt x="135328" y="52211"/>
                    </a:lnTo>
                    <a:lnTo>
                      <a:pt x="135328" y="52420"/>
                    </a:lnTo>
                    <a:lnTo>
                      <a:pt x="135369" y="52588"/>
                    </a:lnTo>
                    <a:lnTo>
                      <a:pt x="135495" y="52714"/>
                    </a:lnTo>
                    <a:lnTo>
                      <a:pt x="135663" y="52840"/>
                    </a:lnTo>
                    <a:lnTo>
                      <a:pt x="135873" y="52840"/>
                    </a:lnTo>
                    <a:lnTo>
                      <a:pt x="138934" y="52504"/>
                    </a:lnTo>
                    <a:lnTo>
                      <a:pt x="139102" y="52420"/>
                    </a:lnTo>
                    <a:lnTo>
                      <a:pt x="139270" y="52295"/>
                    </a:lnTo>
                    <a:lnTo>
                      <a:pt x="139353" y="52127"/>
                    </a:lnTo>
                    <a:lnTo>
                      <a:pt x="139353" y="51959"/>
                    </a:lnTo>
                    <a:lnTo>
                      <a:pt x="139311" y="51749"/>
                    </a:lnTo>
                    <a:lnTo>
                      <a:pt x="139186" y="51624"/>
                    </a:lnTo>
                    <a:lnTo>
                      <a:pt x="139060" y="51540"/>
                    </a:lnTo>
                    <a:lnTo>
                      <a:pt x="138850" y="51498"/>
                    </a:lnTo>
                    <a:close/>
                    <a:moveTo>
                      <a:pt x="257612" y="52043"/>
                    </a:moveTo>
                    <a:lnTo>
                      <a:pt x="257444" y="52085"/>
                    </a:lnTo>
                    <a:lnTo>
                      <a:pt x="257277" y="52169"/>
                    </a:lnTo>
                    <a:lnTo>
                      <a:pt x="257151" y="52337"/>
                    </a:lnTo>
                    <a:lnTo>
                      <a:pt x="257109" y="52504"/>
                    </a:lnTo>
                    <a:lnTo>
                      <a:pt x="257109" y="52714"/>
                    </a:lnTo>
                    <a:lnTo>
                      <a:pt x="257193" y="52882"/>
                    </a:lnTo>
                    <a:lnTo>
                      <a:pt x="257361" y="53007"/>
                    </a:lnTo>
                    <a:lnTo>
                      <a:pt x="257528" y="53049"/>
                    </a:lnTo>
                    <a:lnTo>
                      <a:pt x="260548" y="53469"/>
                    </a:lnTo>
                    <a:lnTo>
                      <a:pt x="260799" y="53469"/>
                    </a:lnTo>
                    <a:lnTo>
                      <a:pt x="260967" y="53343"/>
                    </a:lnTo>
                    <a:lnTo>
                      <a:pt x="261093" y="53217"/>
                    </a:lnTo>
                    <a:lnTo>
                      <a:pt x="261135" y="53049"/>
                    </a:lnTo>
                    <a:lnTo>
                      <a:pt x="261135" y="52840"/>
                    </a:lnTo>
                    <a:lnTo>
                      <a:pt x="261051" y="52672"/>
                    </a:lnTo>
                    <a:lnTo>
                      <a:pt x="260883" y="52546"/>
                    </a:lnTo>
                    <a:lnTo>
                      <a:pt x="260715" y="52462"/>
                    </a:lnTo>
                    <a:lnTo>
                      <a:pt x="257654" y="52043"/>
                    </a:lnTo>
                    <a:close/>
                    <a:moveTo>
                      <a:pt x="132728" y="52211"/>
                    </a:moveTo>
                    <a:lnTo>
                      <a:pt x="129708" y="52546"/>
                    </a:lnTo>
                    <a:lnTo>
                      <a:pt x="129498" y="52630"/>
                    </a:lnTo>
                    <a:lnTo>
                      <a:pt x="129373" y="52756"/>
                    </a:lnTo>
                    <a:lnTo>
                      <a:pt x="129289" y="52924"/>
                    </a:lnTo>
                    <a:lnTo>
                      <a:pt x="129247" y="53133"/>
                    </a:lnTo>
                    <a:lnTo>
                      <a:pt x="129331" y="53301"/>
                    </a:lnTo>
                    <a:lnTo>
                      <a:pt x="129415" y="53427"/>
                    </a:lnTo>
                    <a:lnTo>
                      <a:pt x="129582" y="53553"/>
                    </a:lnTo>
                    <a:lnTo>
                      <a:pt x="129834" y="53553"/>
                    </a:lnTo>
                    <a:lnTo>
                      <a:pt x="132853" y="53217"/>
                    </a:lnTo>
                    <a:lnTo>
                      <a:pt x="133063" y="53133"/>
                    </a:lnTo>
                    <a:lnTo>
                      <a:pt x="133189" y="53007"/>
                    </a:lnTo>
                    <a:lnTo>
                      <a:pt x="133273" y="52840"/>
                    </a:lnTo>
                    <a:lnTo>
                      <a:pt x="133315" y="52630"/>
                    </a:lnTo>
                    <a:lnTo>
                      <a:pt x="133231" y="52462"/>
                    </a:lnTo>
                    <a:lnTo>
                      <a:pt x="133147" y="52337"/>
                    </a:lnTo>
                    <a:lnTo>
                      <a:pt x="132979" y="52211"/>
                    </a:lnTo>
                    <a:close/>
                    <a:moveTo>
                      <a:pt x="126689" y="52924"/>
                    </a:moveTo>
                    <a:lnTo>
                      <a:pt x="123627" y="53301"/>
                    </a:lnTo>
                    <a:lnTo>
                      <a:pt x="123460" y="53343"/>
                    </a:lnTo>
                    <a:lnTo>
                      <a:pt x="123292" y="53469"/>
                    </a:lnTo>
                    <a:lnTo>
                      <a:pt x="123208" y="53637"/>
                    </a:lnTo>
                    <a:lnTo>
                      <a:pt x="123208" y="53846"/>
                    </a:lnTo>
                    <a:lnTo>
                      <a:pt x="123250" y="54014"/>
                    </a:lnTo>
                    <a:lnTo>
                      <a:pt x="123376" y="54182"/>
                    </a:lnTo>
                    <a:lnTo>
                      <a:pt x="123502" y="54266"/>
                    </a:lnTo>
                    <a:lnTo>
                      <a:pt x="123711" y="54308"/>
                    </a:lnTo>
                    <a:lnTo>
                      <a:pt x="123753" y="54308"/>
                    </a:lnTo>
                    <a:lnTo>
                      <a:pt x="126773" y="53930"/>
                    </a:lnTo>
                    <a:lnTo>
                      <a:pt x="126982" y="53846"/>
                    </a:lnTo>
                    <a:lnTo>
                      <a:pt x="127150" y="53720"/>
                    </a:lnTo>
                    <a:lnTo>
                      <a:pt x="127234" y="53553"/>
                    </a:lnTo>
                    <a:lnTo>
                      <a:pt x="127234" y="53343"/>
                    </a:lnTo>
                    <a:lnTo>
                      <a:pt x="127192" y="53175"/>
                    </a:lnTo>
                    <a:lnTo>
                      <a:pt x="127066" y="53049"/>
                    </a:lnTo>
                    <a:lnTo>
                      <a:pt x="126898" y="52966"/>
                    </a:lnTo>
                    <a:lnTo>
                      <a:pt x="126731" y="52924"/>
                    </a:lnTo>
                    <a:close/>
                    <a:moveTo>
                      <a:pt x="263651" y="52882"/>
                    </a:moveTo>
                    <a:lnTo>
                      <a:pt x="263483" y="52924"/>
                    </a:lnTo>
                    <a:lnTo>
                      <a:pt x="263315" y="53007"/>
                    </a:lnTo>
                    <a:lnTo>
                      <a:pt x="263190" y="53175"/>
                    </a:lnTo>
                    <a:lnTo>
                      <a:pt x="263148" y="53343"/>
                    </a:lnTo>
                    <a:lnTo>
                      <a:pt x="263148" y="53553"/>
                    </a:lnTo>
                    <a:lnTo>
                      <a:pt x="263232" y="53720"/>
                    </a:lnTo>
                    <a:lnTo>
                      <a:pt x="263399" y="53846"/>
                    </a:lnTo>
                    <a:lnTo>
                      <a:pt x="263567" y="53930"/>
                    </a:lnTo>
                    <a:lnTo>
                      <a:pt x="266586" y="54349"/>
                    </a:lnTo>
                    <a:lnTo>
                      <a:pt x="266838" y="54349"/>
                    </a:lnTo>
                    <a:lnTo>
                      <a:pt x="267006" y="54266"/>
                    </a:lnTo>
                    <a:lnTo>
                      <a:pt x="267090" y="54098"/>
                    </a:lnTo>
                    <a:lnTo>
                      <a:pt x="267173" y="53930"/>
                    </a:lnTo>
                    <a:lnTo>
                      <a:pt x="267173" y="53720"/>
                    </a:lnTo>
                    <a:lnTo>
                      <a:pt x="267090" y="53553"/>
                    </a:lnTo>
                    <a:lnTo>
                      <a:pt x="266922" y="53427"/>
                    </a:lnTo>
                    <a:lnTo>
                      <a:pt x="266754" y="53343"/>
                    </a:lnTo>
                    <a:lnTo>
                      <a:pt x="263735" y="52924"/>
                    </a:lnTo>
                    <a:lnTo>
                      <a:pt x="263651" y="52882"/>
                    </a:lnTo>
                    <a:close/>
                    <a:moveTo>
                      <a:pt x="120608" y="53637"/>
                    </a:moveTo>
                    <a:lnTo>
                      <a:pt x="117589" y="54014"/>
                    </a:lnTo>
                    <a:lnTo>
                      <a:pt x="117379" y="54098"/>
                    </a:lnTo>
                    <a:lnTo>
                      <a:pt x="117253" y="54224"/>
                    </a:lnTo>
                    <a:lnTo>
                      <a:pt x="117169" y="54391"/>
                    </a:lnTo>
                    <a:lnTo>
                      <a:pt x="117127" y="54601"/>
                    </a:lnTo>
                    <a:lnTo>
                      <a:pt x="117211" y="54769"/>
                    </a:lnTo>
                    <a:lnTo>
                      <a:pt x="117295" y="54895"/>
                    </a:lnTo>
                    <a:lnTo>
                      <a:pt x="117463" y="55020"/>
                    </a:lnTo>
                    <a:lnTo>
                      <a:pt x="117715" y="55020"/>
                    </a:lnTo>
                    <a:lnTo>
                      <a:pt x="120734" y="54685"/>
                    </a:lnTo>
                    <a:lnTo>
                      <a:pt x="120944" y="54601"/>
                    </a:lnTo>
                    <a:lnTo>
                      <a:pt x="121069" y="54475"/>
                    </a:lnTo>
                    <a:lnTo>
                      <a:pt x="121153" y="54308"/>
                    </a:lnTo>
                    <a:lnTo>
                      <a:pt x="121195" y="54098"/>
                    </a:lnTo>
                    <a:lnTo>
                      <a:pt x="121111" y="53930"/>
                    </a:lnTo>
                    <a:lnTo>
                      <a:pt x="121027" y="53762"/>
                    </a:lnTo>
                    <a:lnTo>
                      <a:pt x="120860" y="53678"/>
                    </a:lnTo>
                    <a:lnTo>
                      <a:pt x="120692" y="53637"/>
                    </a:lnTo>
                    <a:close/>
                    <a:moveTo>
                      <a:pt x="269690" y="53804"/>
                    </a:moveTo>
                    <a:lnTo>
                      <a:pt x="269522" y="53846"/>
                    </a:lnTo>
                    <a:lnTo>
                      <a:pt x="269354" y="53930"/>
                    </a:lnTo>
                    <a:lnTo>
                      <a:pt x="269228" y="54056"/>
                    </a:lnTo>
                    <a:lnTo>
                      <a:pt x="269186" y="54266"/>
                    </a:lnTo>
                    <a:lnTo>
                      <a:pt x="269186" y="54433"/>
                    </a:lnTo>
                    <a:lnTo>
                      <a:pt x="269270" y="54643"/>
                    </a:lnTo>
                    <a:lnTo>
                      <a:pt x="269396" y="54769"/>
                    </a:lnTo>
                    <a:lnTo>
                      <a:pt x="269606" y="54811"/>
                    </a:lnTo>
                    <a:lnTo>
                      <a:pt x="272625" y="55314"/>
                    </a:lnTo>
                    <a:lnTo>
                      <a:pt x="272709" y="55314"/>
                    </a:lnTo>
                    <a:lnTo>
                      <a:pt x="272877" y="55272"/>
                    </a:lnTo>
                    <a:lnTo>
                      <a:pt x="273003" y="55188"/>
                    </a:lnTo>
                    <a:lnTo>
                      <a:pt x="273128" y="55062"/>
                    </a:lnTo>
                    <a:lnTo>
                      <a:pt x="273212" y="54895"/>
                    </a:lnTo>
                    <a:lnTo>
                      <a:pt x="273170" y="54685"/>
                    </a:lnTo>
                    <a:lnTo>
                      <a:pt x="273128" y="54517"/>
                    </a:lnTo>
                    <a:lnTo>
                      <a:pt x="272961" y="54391"/>
                    </a:lnTo>
                    <a:lnTo>
                      <a:pt x="272793" y="54308"/>
                    </a:lnTo>
                    <a:lnTo>
                      <a:pt x="269773" y="53846"/>
                    </a:lnTo>
                    <a:lnTo>
                      <a:pt x="269690" y="53804"/>
                    </a:lnTo>
                    <a:close/>
                    <a:moveTo>
                      <a:pt x="114569" y="54391"/>
                    </a:moveTo>
                    <a:lnTo>
                      <a:pt x="111550" y="54769"/>
                    </a:lnTo>
                    <a:lnTo>
                      <a:pt x="111340" y="54811"/>
                    </a:lnTo>
                    <a:lnTo>
                      <a:pt x="111173" y="54937"/>
                    </a:lnTo>
                    <a:lnTo>
                      <a:pt x="111089" y="55104"/>
                    </a:lnTo>
                    <a:lnTo>
                      <a:pt x="111089" y="55314"/>
                    </a:lnTo>
                    <a:lnTo>
                      <a:pt x="111131" y="55482"/>
                    </a:lnTo>
                    <a:lnTo>
                      <a:pt x="111256" y="55649"/>
                    </a:lnTo>
                    <a:lnTo>
                      <a:pt x="111424" y="55733"/>
                    </a:lnTo>
                    <a:lnTo>
                      <a:pt x="111592" y="55775"/>
                    </a:lnTo>
                    <a:lnTo>
                      <a:pt x="111634" y="55775"/>
                    </a:lnTo>
                    <a:lnTo>
                      <a:pt x="114695" y="55398"/>
                    </a:lnTo>
                    <a:lnTo>
                      <a:pt x="114863" y="55356"/>
                    </a:lnTo>
                    <a:lnTo>
                      <a:pt x="115031" y="55188"/>
                    </a:lnTo>
                    <a:lnTo>
                      <a:pt x="115115" y="55020"/>
                    </a:lnTo>
                    <a:lnTo>
                      <a:pt x="115115" y="54853"/>
                    </a:lnTo>
                    <a:lnTo>
                      <a:pt x="115073" y="54643"/>
                    </a:lnTo>
                    <a:lnTo>
                      <a:pt x="114947" y="54517"/>
                    </a:lnTo>
                    <a:lnTo>
                      <a:pt x="114779" y="54433"/>
                    </a:lnTo>
                    <a:lnTo>
                      <a:pt x="114611" y="54391"/>
                    </a:lnTo>
                    <a:close/>
                    <a:moveTo>
                      <a:pt x="504" y="52001"/>
                    </a:moveTo>
                    <a:lnTo>
                      <a:pt x="336" y="52043"/>
                    </a:lnTo>
                    <a:lnTo>
                      <a:pt x="169" y="52127"/>
                    </a:lnTo>
                    <a:lnTo>
                      <a:pt x="43" y="52295"/>
                    </a:lnTo>
                    <a:lnTo>
                      <a:pt x="1" y="52504"/>
                    </a:lnTo>
                    <a:lnTo>
                      <a:pt x="1" y="55566"/>
                    </a:lnTo>
                    <a:lnTo>
                      <a:pt x="43" y="55733"/>
                    </a:lnTo>
                    <a:lnTo>
                      <a:pt x="169" y="55901"/>
                    </a:lnTo>
                    <a:lnTo>
                      <a:pt x="336" y="56027"/>
                    </a:lnTo>
                    <a:lnTo>
                      <a:pt x="504" y="56069"/>
                    </a:lnTo>
                    <a:lnTo>
                      <a:pt x="714" y="56027"/>
                    </a:lnTo>
                    <a:lnTo>
                      <a:pt x="882" y="55901"/>
                    </a:lnTo>
                    <a:lnTo>
                      <a:pt x="1007" y="55733"/>
                    </a:lnTo>
                    <a:lnTo>
                      <a:pt x="1049" y="55566"/>
                    </a:lnTo>
                    <a:lnTo>
                      <a:pt x="1049" y="52504"/>
                    </a:lnTo>
                    <a:lnTo>
                      <a:pt x="1007" y="52295"/>
                    </a:lnTo>
                    <a:lnTo>
                      <a:pt x="882" y="52127"/>
                    </a:lnTo>
                    <a:lnTo>
                      <a:pt x="714" y="52043"/>
                    </a:lnTo>
                    <a:lnTo>
                      <a:pt x="504" y="52001"/>
                    </a:lnTo>
                    <a:close/>
                    <a:moveTo>
                      <a:pt x="277406" y="54433"/>
                    </a:moveTo>
                    <a:lnTo>
                      <a:pt x="277280" y="54475"/>
                    </a:lnTo>
                    <a:lnTo>
                      <a:pt x="277154" y="54559"/>
                    </a:lnTo>
                    <a:lnTo>
                      <a:pt x="277070" y="54685"/>
                    </a:lnTo>
                    <a:lnTo>
                      <a:pt x="277028" y="54853"/>
                    </a:lnTo>
                    <a:lnTo>
                      <a:pt x="277028" y="55020"/>
                    </a:lnTo>
                    <a:lnTo>
                      <a:pt x="275770" y="54811"/>
                    </a:lnTo>
                    <a:lnTo>
                      <a:pt x="275686" y="54811"/>
                    </a:lnTo>
                    <a:lnTo>
                      <a:pt x="275519" y="54853"/>
                    </a:lnTo>
                    <a:lnTo>
                      <a:pt x="275393" y="54937"/>
                    </a:lnTo>
                    <a:lnTo>
                      <a:pt x="275267" y="55062"/>
                    </a:lnTo>
                    <a:lnTo>
                      <a:pt x="275183" y="55230"/>
                    </a:lnTo>
                    <a:lnTo>
                      <a:pt x="275225" y="55440"/>
                    </a:lnTo>
                    <a:lnTo>
                      <a:pt x="275309" y="55608"/>
                    </a:lnTo>
                    <a:lnTo>
                      <a:pt x="275435" y="55733"/>
                    </a:lnTo>
                    <a:lnTo>
                      <a:pt x="275603" y="55817"/>
                    </a:lnTo>
                    <a:lnTo>
                      <a:pt x="277783" y="56195"/>
                    </a:lnTo>
                    <a:lnTo>
                      <a:pt x="277993" y="56195"/>
                    </a:lnTo>
                    <a:lnTo>
                      <a:pt x="278119" y="56153"/>
                    </a:lnTo>
                    <a:lnTo>
                      <a:pt x="278203" y="56069"/>
                    </a:lnTo>
                    <a:lnTo>
                      <a:pt x="278286" y="55985"/>
                    </a:lnTo>
                    <a:lnTo>
                      <a:pt x="278370" y="55859"/>
                    </a:lnTo>
                    <a:lnTo>
                      <a:pt x="278412" y="55733"/>
                    </a:lnTo>
                    <a:lnTo>
                      <a:pt x="278370" y="55608"/>
                    </a:lnTo>
                    <a:lnTo>
                      <a:pt x="278328" y="55482"/>
                    </a:lnTo>
                    <a:lnTo>
                      <a:pt x="277993" y="54685"/>
                    </a:lnTo>
                    <a:lnTo>
                      <a:pt x="277909" y="54601"/>
                    </a:lnTo>
                    <a:lnTo>
                      <a:pt x="277783" y="54475"/>
                    </a:lnTo>
                    <a:lnTo>
                      <a:pt x="277657" y="54433"/>
                    </a:lnTo>
                    <a:close/>
                    <a:moveTo>
                      <a:pt x="108489" y="55104"/>
                    </a:moveTo>
                    <a:lnTo>
                      <a:pt x="105469" y="55440"/>
                    </a:lnTo>
                    <a:lnTo>
                      <a:pt x="105302" y="55524"/>
                    </a:lnTo>
                    <a:lnTo>
                      <a:pt x="105134" y="55649"/>
                    </a:lnTo>
                    <a:lnTo>
                      <a:pt x="105050" y="55817"/>
                    </a:lnTo>
                    <a:lnTo>
                      <a:pt x="105050" y="56027"/>
                    </a:lnTo>
                    <a:lnTo>
                      <a:pt x="105092" y="56195"/>
                    </a:lnTo>
                    <a:lnTo>
                      <a:pt x="105218" y="56320"/>
                    </a:lnTo>
                    <a:lnTo>
                      <a:pt x="105344" y="56446"/>
                    </a:lnTo>
                    <a:lnTo>
                      <a:pt x="105553" y="56488"/>
                    </a:lnTo>
                    <a:lnTo>
                      <a:pt x="105595" y="56446"/>
                    </a:lnTo>
                    <a:lnTo>
                      <a:pt x="108614" y="56111"/>
                    </a:lnTo>
                    <a:lnTo>
                      <a:pt x="108824" y="56069"/>
                    </a:lnTo>
                    <a:lnTo>
                      <a:pt x="108950" y="55943"/>
                    </a:lnTo>
                    <a:lnTo>
                      <a:pt x="109034" y="55733"/>
                    </a:lnTo>
                    <a:lnTo>
                      <a:pt x="109076" y="55566"/>
                    </a:lnTo>
                    <a:lnTo>
                      <a:pt x="109034" y="55356"/>
                    </a:lnTo>
                    <a:lnTo>
                      <a:pt x="108908" y="55230"/>
                    </a:lnTo>
                    <a:lnTo>
                      <a:pt x="108740" y="55146"/>
                    </a:lnTo>
                    <a:lnTo>
                      <a:pt x="108573" y="55104"/>
                    </a:lnTo>
                    <a:close/>
                    <a:moveTo>
                      <a:pt x="102450" y="55775"/>
                    </a:moveTo>
                    <a:lnTo>
                      <a:pt x="99431" y="56111"/>
                    </a:lnTo>
                    <a:lnTo>
                      <a:pt x="99221" y="56195"/>
                    </a:lnTo>
                    <a:lnTo>
                      <a:pt x="99095" y="56320"/>
                    </a:lnTo>
                    <a:lnTo>
                      <a:pt x="99011" y="56488"/>
                    </a:lnTo>
                    <a:lnTo>
                      <a:pt x="98969" y="56698"/>
                    </a:lnTo>
                    <a:lnTo>
                      <a:pt x="99011" y="56866"/>
                    </a:lnTo>
                    <a:lnTo>
                      <a:pt x="99137" y="56991"/>
                    </a:lnTo>
                    <a:lnTo>
                      <a:pt x="99305" y="57117"/>
                    </a:lnTo>
                    <a:lnTo>
                      <a:pt x="99473" y="57159"/>
                    </a:lnTo>
                    <a:lnTo>
                      <a:pt x="99514" y="57117"/>
                    </a:lnTo>
                    <a:lnTo>
                      <a:pt x="102576" y="56824"/>
                    </a:lnTo>
                    <a:lnTo>
                      <a:pt x="102743" y="56740"/>
                    </a:lnTo>
                    <a:lnTo>
                      <a:pt x="102911" y="56614"/>
                    </a:lnTo>
                    <a:lnTo>
                      <a:pt x="102995" y="56446"/>
                    </a:lnTo>
                    <a:lnTo>
                      <a:pt x="102995" y="56237"/>
                    </a:lnTo>
                    <a:lnTo>
                      <a:pt x="102953" y="56069"/>
                    </a:lnTo>
                    <a:lnTo>
                      <a:pt x="102827" y="55901"/>
                    </a:lnTo>
                    <a:lnTo>
                      <a:pt x="102702" y="55817"/>
                    </a:lnTo>
                    <a:lnTo>
                      <a:pt x="102492" y="55775"/>
                    </a:lnTo>
                    <a:close/>
                    <a:moveTo>
                      <a:pt x="96411" y="56446"/>
                    </a:moveTo>
                    <a:lnTo>
                      <a:pt x="93350" y="56740"/>
                    </a:lnTo>
                    <a:lnTo>
                      <a:pt x="93182" y="56824"/>
                    </a:lnTo>
                    <a:lnTo>
                      <a:pt x="93014" y="56949"/>
                    </a:lnTo>
                    <a:lnTo>
                      <a:pt x="92931" y="57117"/>
                    </a:lnTo>
                    <a:lnTo>
                      <a:pt x="92931" y="57327"/>
                    </a:lnTo>
                    <a:lnTo>
                      <a:pt x="92972" y="57495"/>
                    </a:lnTo>
                    <a:lnTo>
                      <a:pt x="93098" y="57620"/>
                    </a:lnTo>
                    <a:lnTo>
                      <a:pt x="93224" y="57746"/>
                    </a:lnTo>
                    <a:lnTo>
                      <a:pt x="93434" y="57788"/>
                    </a:lnTo>
                    <a:lnTo>
                      <a:pt x="93476" y="57746"/>
                    </a:lnTo>
                    <a:lnTo>
                      <a:pt x="96495" y="57453"/>
                    </a:lnTo>
                    <a:lnTo>
                      <a:pt x="96705" y="57411"/>
                    </a:lnTo>
                    <a:lnTo>
                      <a:pt x="96831" y="57285"/>
                    </a:lnTo>
                    <a:lnTo>
                      <a:pt x="96956" y="57117"/>
                    </a:lnTo>
                    <a:lnTo>
                      <a:pt x="96956" y="56908"/>
                    </a:lnTo>
                    <a:lnTo>
                      <a:pt x="96914" y="56698"/>
                    </a:lnTo>
                    <a:lnTo>
                      <a:pt x="96789" y="56572"/>
                    </a:lnTo>
                    <a:lnTo>
                      <a:pt x="96621" y="56488"/>
                    </a:lnTo>
                    <a:lnTo>
                      <a:pt x="96453" y="56446"/>
                    </a:lnTo>
                    <a:close/>
                    <a:moveTo>
                      <a:pt x="2140" y="56614"/>
                    </a:moveTo>
                    <a:lnTo>
                      <a:pt x="1972" y="56656"/>
                    </a:lnTo>
                    <a:lnTo>
                      <a:pt x="1804" y="56782"/>
                    </a:lnTo>
                    <a:lnTo>
                      <a:pt x="1720" y="56908"/>
                    </a:lnTo>
                    <a:lnTo>
                      <a:pt x="1636" y="57075"/>
                    </a:lnTo>
                    <a:lnTo>
                      <a:pt x="1678" y="57285"/>
                    </a:lnTo>
                    <a:lnTo>
                      <a:pt x="1762" y="57453"/>
                    </a:lnTo>
                    <a:lnTo>
                      <a:pt x="1930" y="57578"/>
                    </a:lnTo>
                    <a:lnTo>
                      <a:pt x="2098" y="57662"/>
                    </a:lnTo>
                    <a:lnTo>
                      <a:pt x="5159" y="57956"/>
                    </a:lnTo>
                    <a:lnTo>
                      <a:pt x="5369" y="57956"/>
                    </a:lnTo>
                    <a:lnTo>
                      <a:pt x="5536" y="57830"/>
                    </a:lnTo>
                    <a:lnTo>
                      <a:pt x="5662" y="57704"/>
                    </a:lnTo>
                    <a:lnTo>
                      <a:pt x="5704" y="57495"/>
                    </a:lnTo>
                    <a:lnTo>
                      <a:pt x="5662" y="57327"/>
                    </a:lnTo>
                    <a:lnTo>
                      <a:pt x="5578" y="57159"/>
                    </a:lnTo>
                    <a:lnTo>
                      <a:pt x="5453" y="57033"/>
                    </a:lnTo>
                    <a:lnTo>
                      <a:pt x="5243" y="56949"/>
                    </a:lnTo>
                    <a:lnTo>
                      <a:pt x="2224" y="56656"/>
                    </a:lnTo>
                    <a:lnTo>
                      <a:pt x="2140" y="56614"/>
                    </a:lnTo>
                    <a:close/>
                    <a:moveTo>
                      <a:pt x="90331" y="57033"/>
                    </a:moveTo>
                    <a:lnTo>
                      <a:pt x="87311" y="57327"/>
                    </a:lnTo>
                    <a:lnTo>
                      <a:pt x="87101" y="57369"/>
                    </a:lnTo>
                    <a:lnTo>
                      <a:pt x="86934" y="57495"/>
                    </a:lnTo>
                    <a:lnTo>
                      <a:pt x="86850" y="57662"/>
                    </a:lnTo>
                    <a:lnTo>
                      <a:pt x="86850" y="57872"/>
                    </a:lnTo>
                    <a:lnTo>
                      <a:pt x="86892" y="58040"/>
                    </a:lnTo>
                    <a:lnTo>
                      <a:pt x="87018" y="58208"/>
                    </a:lnTo>
                    <a:lnTo>
                      <a:pt x="87143" y="58291"/>
                    </a:lnTo>
                    <a:lnTo>
                      <a:pt x="87353" y="58333"/>
                    </a:lnTo>
                    <a:lnTo>
                      <a:pt x="87395" y="58333"/>
                    </a:lnTo>
                    <a:lnTo>
                      <a:pt x="90414" y="58040"/>
                    </a:lnTo>
                    <a:lnTo>
                      <a:pt x="90624" y="57998"/>
                    </a:lnTo>
                    <a:lnTo>
                      <a:pt x="90792" y="57872"/>
                    </a:lnTo>
                    <a:lnTo>
                      <a:pt x="90876" y="57704"/>
                    </a:lnTo>
                    <a:lnTo>
                      <a:pt x="90876" y="57495"/>
                    </a:lnTo>
                    <a:lnTo>
                      <a:pt x="90834" y="57327"/>
                    </a:lnTo>
                    <a:lnTo>
                      <a:pt x="90708" y="57159"/>
                    </a:lnTo>
                    <a:lnTo>
                      <a:pt x="90582" y="57075"/>
                    </a:lnTo>
                    <a:lnTo>
                      <a:pt x="90372" y="57033"/>
                    </a:lnTo>
                    <a:close/>
                    <a:moveTo>
                      <a:pt x="8220" y="57243"/>
                    </a:moveTo>
                    <a:lnTo>
                      <a:pt x="8053" y="57285"/>
                    </a:lnTo>
                    <a:lnTo>
                      <a:pt x="7885" y="57369"/>
                    </a:lnTo>
                    <a:lnTo>
                      <a:pt x="7759" y="57537"/>
                    </a:lnTo>
                    <a:lnTo>
                      <a:pt x="7717" y="57704"/>
                    </a:lnTo>
                    <a:lnTo>
                      <a:pt x="7759" y="57914"/>
                    </a:lnTo>
                    <a:lnTo>
                      <a:pt x="7843" y="58082"/>
                    </a:lnTo>
                    <a:lnTo>
                      <a:pt x="7969" y="58208"/>
                    </a:lnTo>
                    <a:lnTo>
                      <a:pt x="8178" y="58249"/>
                    </a:lnTo>
                    <a:lnTo>
                      <a:pt x="11240" y="58543"/>
                    </a:lnTo>
                    <a:lnTo>
                      <a:pt x="11282" y="58543"/>
                    </a:lnTo>
                    <a:lnTo>
                      <a:pt x="11449" y="58501"/>
                    </a:lnTo>
                    <a:lnTo>
                      <a:pt x="11617" y="58417"/>
                    </a:lnTo>
                    <a:lnTo>
                      <a:pt x="11743" y="58291"/>
                    </a:lnTo>
                    <a:lnTo>
                      <a:pt x="11785" y="58082"/>
                    </a:lnTo>
                    <a:lnTo>
                      <a:pt x="11743" y="57872"/>
                    </a:lnTo>
                    <a:lnTo>
                      <a:pt x="11659" y="57704"/>
                    </a:lnTo>
                    <a:lnTo>
                      <a:pt x="11491" y="57578"/>
                    </a:lnTo>
                    <a:lnTo>
                      <a:pt x="11324" y="57537"/>
                    </a:lnTo>
                    <a:lnTo>
                      <a:pt x="8262" y="57243"/>
                    </a:lnTo>
                    <a:close/>
                    <a:moveTo>
                      <a:pt x="84250" y="57578"/>
                    </a:moveTo>
                    <a:lnTo>
                      <a:pt x="81230" y="57830"/>
                    </a:lnTo>
                    <a:lnTo>
                      <a:pt x="81021" y="57872"/>
                    </a:lnTo>
                    <a:lnTo>
                      <a:pt x="80895" y="57998"/>
                    </a:lnTo>
                    <a:lnTo>
                      <a:pt x="80769" y="58166"/>
                    </a:lnTo>
                    <a:lnTo>
                      <a:pt x="80769" y="58375"/>
                    </a:lnTo>
                    <a:lnTo>
                      <a:pt x="80811" y="58585"/>
                    </a:lnTo>
                    <a:lnTo>
                      <a:pt x="80937" y="58711"/>
                    </a:lnTo>
                    <a:lnTo>
                      <a:pt x="81063" y="58795"/>
                    </a:lnTo>
                    <a:lnTo>
                      <a:pt x="81272" y="58837"/>
                    </a:lnTo>
                    <a:lnTo>
                      <a:pt x="81314" y="58837"/>
                    </a:lnTo>
                    <a:lnTo>
                      <a:pt x="84334" y="58585"/>
                    </a:lnTo>
                    <a:lnTo>
                      <a:pt x="84543" y="58543"/>
                    </a:lnTo>
                    <a:lnTo>
                      <a:pt x="84711" y="58417"/>
                    </a:lnTo>
                    <a:lnTo>
                      <a:pt x="84795" y="58249"/>
                    </a:lnTo>
                    <a:lnTo>
                      <a:pt x="84795" y="58040"/>
                    </a:lnTo>
                    <a:lnTo>
                      <a:pt x="84753" y="57872"/>
                    </a:lnTo>
                    <a:lnTo>
                      <a:pt x="84627" y="57704"/>
                    </a:lnTo>
                    <a:lnTo>
                      <a:pt x="84501" y="57620"/>
                    </a:lnTo>
                    <a:lnTo>
                      <a:pt x="84292" y="57578"/>
                    </a:lnTo>
                    <a:close/>
                    <a:moveTo>
                      <a:pt x="14301" y="57788"/>
                    </a:moveTo>
                    <a:lnTo>
                      <a:pt x="14133" y="57830"/>
                    </a:lnTo>
                    <a:lnTo>
                      <a:pt x="13966" y="57914"/>
                    </a:lnTo>
                    <a:lnTo>
                      <a:pt x="13840" y="58082"/>
                    </a:lnTo>
                    <a:lnTo>
                      <a:pt x="13798" y="58249"/>
                    </a:lnTo>
                    <a:lnTo>
                      <a:pt x="13840" y="58459"/>
                    </a:lnTo>
                    <a:lnTo>
                      <a:pt x="13924" y="58627"/>
                    </a:lnTo>
                    <a:lnTo>
                      <a:pt x="14091" y="58753"/>
                    </a:lnTo>
                    <a:lnTo>
                      <a:pt x="14259" y="58795"/>
                    </a:lnTo>
                    <a:lnTo>
                      <a:pt x="17320" y="59046"/>
                    </a:lnTo>
                    <a:lnTo>
                      <a:pt x="17362" y="59046"/>
                    </a:lnTo>
                    <a:lnTo>
                      <a:pt x="17530" y="59004"/>
                    </a:lnTo>
                    <a:lnTo>
                      <a:pt x="17698" y="58920"/>
                    </a:lnTo>
                    <a:lnTo>
                      <a:pt x="17824" y="58753"/>
                    </a:lnTo>
                    <a:lnTo>
                      <a:pt x="17866" y="58585"/>
                    </a:lnTo>
                    <a:lnTo>
                      <a:pt x="17824" y="58375"/>
                    </a:lnTo>
                    <a:lnTo>
                      <a:pt x="17740" y="58208"/>
                    </a:lnTo>
                    <a:lnTo>
                      <a:pt x="17572" y="58082"/>
                    </a:lnTo>
                    <a:lnTo>
                      <a:pt x="17404" y="58040"/>
                    </a:lnTo>
                    <a:lnTo>
                      <a:pt x="14343" y="57788"/>
                    </a:lnTo>
                    <a:close/>
                    <a:moveTo>
                      <a:pt x="78169" y="58040"/>
                    </a:moveTo>
                    <a:lnTo>
                      <a:pt x="75150" y="58249"/>
                    </a:lnTo>
                    <a:lnTo>
                      <a:pt x="74940" y="58333"/>
                    </a:lnTo>
                    <a:lnTo>
                      <a:pt x="74814" y="58459"/>
                    </a:lnTo>
                    <a:lnTo>
                      <a:pt x="74689" y="58627"/>
                    </a:lnTo>
                    <a:lnTo>
                      <a:pt x="74689" y="58795"/>
                    </a:lnTo>
                    <a:lnTo>
                      <a:pt x="74730" y="59004"/>
                    </a:lnTo>
                    <a:lnTo>
                      <a:pt x="74814" y="59130"/>
                    </a:lnTo>
                    <a:lnTo>
                      <a:pt x="74982" y="59256"/>
                    </a:lnTo>
                    <a:lnTo>
                      <a:pt x="75192" y="59298"/>
                    </a:lnTo>
                    <a:lnTo>
                      <a:pt x="78253" y="59088"/>
                    </a:lnTo>
                    <a:lnTo>
                      <a:pt x="78463" y="59004"/>
                    </a:lnTo>
                    <a:lnTo>
                      <a:pt x="78589" y="58920"/>
                    </a:lnTo>
                    <a:lnTo>
                      <a:pt x="78714" y="58711"/>
                    </a:lnTo>
                    <a:lnTo>
                      <a:pt x="78714" y="58543"/>
                    </a:lnTo>
                    <a:lnTo>
                      <a:pt x="78672" y="58333"/>
                    </a:lnTo>
                    <a:lnTo>
                      <a:pt x="78547" y="58208"/>
                    </a:lnTo>
                    <a:lnTo>
                      <a:pt x="78421" y="58082"/>
                    </a:lnTo>
                    <a:lnTo>
                      <a:pt x="78211" y="58040"/>
                    </a:lnTo>
                    <a:close/>
                    <a:moveTo>
                      <a:pt x="20382" y="58249"/>
                    </a:moveTo>
                    <a:lnTo>
                      <a:pt x="20214" y="58291"/>
                    </a:lnTo>
                    <a:lnTo>
                      <a:pt x="20046" y="58375"/>
                    </a:lnTo>
                    <a:lnTo>
                      <a:pt x="19920" y="58543"/>
                    </a:lnTo>
                    <a:lnTo>
                      <a:pt x="19879" y="58711"/>
                    </a:lnTo>
                    <a:lnTo>
                      <a:pt x="19920" y="58920"/>
                    </a:lnTo>
                    <a:lnTo>
                      <a:pt x="20004" y="59088"/>
                    </a:lnTo>
                    <a:lnTo>
                      <a:pt x="20172" y="59214"/>
                    </a:lnTo>
                    <a:lnTo>
                      <a:pt x="20340" y="59256"/>
                    </a:lnTo>
                    <a:lnTo>
                      <a:pt x="23401" y="59466"/>
                    </a:lnTo>
                    <a:lnTo>
                      <a:pt x="23443" y="59466"/>
                    </a:lnTo>
                    <a:lnTo>
                      <a:pt x="23611" y="59424"/>
                    </a:lnTo>
                    <a:lnTo>
                      <a:pt x="23779" y="59340"/>
                    </a:lnTo>
                    <a:lnTo>
                      <a:pt x="23904" y="59172"/>
                    </a:lnTo>
                    <a:lnTo>
                      <a:pt x="23946" y="59004"/>
                    </a:lnTo>
                    <a:lnTo>
                      <a:pt x="23904" y="58795"/>
                    </a:lnTo>
                    <a:lnTo>
                      <a:pt x="23820" y="58627"/>
                    </a:lnTo>
                    <a:lnTo>
                      <a:pt x="23653" y="58501"/>
                    </a:lnTo>
                    <a:lnTo>
                      <a:pt x="23485" y="58459"/>
                    </a:lnTo>
                    <a:lnTo>
                      <a:pt x="20424" y="58249"/>
                    </a:lnTo>
                    <a:close/>
                    <a:moveTo>
                      <a:pt x="72088" y="58459"/>
                    </a:moveTo>
                    <a:lnTo>
                      <a:pt x="69069" y="58627"/>
                    </a:lnTo>
                    <a:lnTo>
                      <a:pt x="68859" y="58669"/>
                    </a:lnTo>
                    <a:lnTo>
                      <a:pt x="68692" y="58795"/>
                    </a:lnTo>
                    <a:lnTo>
                      <a:pt x="68608" y="58962"/>
                    </a:lnTo>
                    <a:lnTo>
                      <a:pt x="68566" y="59172"/>
                    </a:lnTo>
                    <a:lnTo>
                      <a:pt x="68608" y="59340"/>
                    </a:lnTo>
                    <a:lnTo>
                      <a:pt x="68734" y="59508"/>
                    </a:lnTo>
                    <a:lnTo>
                      <a:pt x="68901" y="59591"/>
                    </a:lnTo>
                    <a:lnTo>
                      <a:pt x="69069" y="59633"/>
                    </a:lnTo>
                    <a:lnTo>
                      <a:pt x="69111" y="59633"/>
                    </a:lnTo>
                    <a:lnTo>
                      <a:pt x="72172" y="59466"/>
                    </a:lnTo>
                    <a:lnTo>
                      <a:pt x="72340" y="59424"/>
                    </a:lnTo>
                    <a:lnTo>
                      <a:pt x="72508" y="59298"/>
                    </a:lnTo>
                    <a:lnTo>
                      <a:pt x="72592" y="59130"/>
                    </a:lnTo>
                    <a:lnTo>
                      <a:pt x="72634" y="58920"/>
                    </a:lnTo>
                    <a:lnTo>
                      <a:pt x="72592" y="58753"/>
                    </a:lnTo>
                    <a:lnTo>
                      <a:pt x="72466" y="58585"/>
                    </a:lnTo>
                    <a:lnTo>
                      <a:pt x="72340" y="58501"/>
                    </a:lnTo>
                    <a:lnTo>
                      <a:pt x="72130" y="58459"/>
                    </a:lnTo>
                    <a:close/>
                    <a:moveTo>
                      <a:pt x="26504" y="58627"/>
                    </a:moveTo>
                    <a:lnTo>
                      <a:pt x="26295" y="58669"/>
                    </a:lnTo>
                    <a:lnTo>
                      <a:pt x="26127" y="58753"/>
                    </a:lnTo>
                    <a:lnTo>
                      <a:pt x="26043" y="58920"/>
                    </a:lnTo>
                    <a:lnTo>
                      <a:pt x="25959" y="59088"/>
                    </a:lnTo>
                    <a:lnTo>
                      <a:pt x="26001" y="59298"/>
                    </a:lnTo>
                    <a:lnTo>
                      <a:pt x="26085" y="59466"/>
                    </a:lnTo>
                    <a:lnTo>
                      <a:pt x="26253" y="59591"/>
                    </a:lnTo>
                    <a:lnTo>
                      <a:pt x="26462" y="59633"/>
                    </a:lnTo>
                    <a:lnTo>
                      <a:pt x="29524" y="59801"/>
                    </a:lnTo>
                    <a:lnTo>
                      <a:pt x="29733" y="59759"/>
                    </a:lnTo>
                    <a:lnTo>
                      <a:pt x="29901" y="59633"/>
                    </a:lnTo>
                    <a:lnTo>
                      <a:pt x="29985" y="59508"/>
                    </a:lnTo>
                    <a:lnTo>
                      <a:pt x="30027" y="59298"/>
                    </a:lnTo>
                    <a:lnTo>
                      <a:pt x="30027" y="59088"/>
                    </a:lnTo>
                    <a:lnTo>
                      <a:pt x="29901" y="58920"/>
                    </a:lnTo>
                    <a:lnTo>
                      <a:pt x="29733" y="58837"/>
                    </a:lnTo>
                    <a:lnTo>
                      <a:pt x="29566" y="58753"/>
                    </a:lnTo>
                    <a:lnTo>
                      <a:pt x="26504" y="58627"/>
                    </a:lnTo>
                    <a:close/>
                    <a:moveTo>
                      <a:pt x="66008" y="58753"/>
                    </a:moveTo>
                    <a:lnTo>
                      <a:pt x="62988" y="58878"/>
                    </a:lnTo>
                    <a:lnTo>
                      <a:pt x="62779" y="58962"/>
                    </a:lnTo>
                    <a:lnTo>
                      <a:pt x="62611" y="59046"/>
                    </a:lnTo>
                    <a:lnTo>
                      <a:pt x="62527" y="59214"/>
                    </a:lnTo>
                    <a:lnTo>
                      <a:pt x="62485" y="59424"/>
                    </a:lnTo>
                    <a:lnTo>
                      <a:pt x="62527" y="59633"/>
                    </a:lnTo>
                    <a:lnTo>
                      <a:pt x="62653" y="59759"/>
                    </a:lnTo>
                    <a:lnTo>
                      <a:pt x="62779" y="59885"/>
                    </a:lnTo>
                    <a:lnTo>
                      <a:pt x="62988" y="59927"/>
                    </a:lnTo>
                    <a:lnTo>
                      <a:pt x="66050" y="59801"/>
                    </a:lnTo>
                    <a:lnTo>
                      <a:pt x="66259" y="59759"/>
                    </a:lnTo>
                    <a:lnTo>
                      <a:pt x="66427" y="59633"/>
                    </a:lnTo>
                    <a:lnTo>
                      <a:pt x="66511" y="59466"/>
                    </a:lnTo>
                    <a:lnTo>
                      <a:pt x="66553" y="59256"/>
                    </a:lnTo>
                    <a:lnTo>
                      <a:pt x="66511" y="59046"/>
                    </a:lnTo>
                    <a:lnTo>
                      <a:pt x="66385" y="58920"/>
                    </a:lnTo>
                    <a:lnTo>
                      <a:pt x="66217" y="58795"/>
                    </a:lnTo>
                    <a:lnTo>
                      <a:pt x="66050" y="58753"/>
                    </a:lnTo>
                    <a:close/>
                    <a:moveTo>
                      <a:pt x="32585" y="58878"/>
                    </a:moveTo>
                    <a:lnTo>
                      <a:pt x="32417" y="58920"/>
                    </a:lnTo>
                    <a:lnTo>
                      <a:pt x="32250" y="59046"/>
                    </a:lnTo>
                    <a:lnTo>
                      <a:pt x="32124" y="59172"/>
                    </a:lnTo>
                    <a:lnTo>
                      <a:pt x="32082" y="59382"/>
                    </a:lnTo>
                    <a:lnTo>
                      <a:pt x="32124" y="59591"/>
                    </a:lnTo>
                    <a:lnTo>
                      <a:pt x="32208" y="59759"/>
                    </a:lnTo>
                    <a:lnTo>
                      <a:pt x="32375" y="59885"/>
                    </a:lnTo>
                    <a:lnTo>
                      <a:pt x="32543" y="59927"/>
                    </a:lnTo>
                    <a:lnTo>
                      <a:pt x="35604" y="60011"/>
                    </a:lnTo>
                    <a:lnTo>
                      <a:pt x="35646" y="60011"/>
                    </a:lnTo>
                    <a:lnTo>
                      <a:pt x="35814" y="59969"/>
                    </a:lnTo>
                    <a:lnTo>
                      <a:pt x="35982" y="59885"/>
                    </a:lnTo>
                    <a:lnTo>
                      <a:pt x="36108" y="59717"/>
                    </a:lnTo>
                    <a:lnTo>
                      <a:pt x="36150" y="59508"/>
                    </a:lnTo>
                    <a:lnTo>
                      <a:pt x="36108" y="59340"/>
                    </a:lnTo>
                    <a:lnTo>
                      <a:pt x="35982" y="59172"/>
                    </a:lnTo>
                    <a:lnTo>
                      <a:pt x="35856" y="59046"/>
                    </a:lnTo>
                    <a:lnTo>
                      <a:pt x="35646" y="59004"/>
                    </a:lnTo>
                    <a:lnTo>
                      <a:pt x="32585" y="58878"/>
                    </a:lnTo>
                    <a:close/>
                    <a:moveTo>
                      <a:pt x="59927" y="59004"/>
                    </a:moveTo>
                    <a:lnTo>
                      <a:pt x="56866" y="59088"/>
                    </a:lnTo>
                    <a:lnTo>
                      <a:pt x="56698" y="59130"/>
                    </a:lnTo>
                    <a:lnTo>
                      <a:pt x="56530" y="59256"/>
                    </a:lnTo>
                    <a:lnTo>
                      <a:pt x="56405" y="59424"/>
                    </a:lnTo>
                    <a:lnTo>
                      <a:pt x="56363" y="59591"/>
                    </a:lnTo>
                    <a:lnTo>
                      <a:pt x="56405" y="59801"/>
                    </a:lnTo>
                    <a:lnTo>
                      <a:pt x="56530" y="59969"/>
                    </a:lnTo>
                    <a:lnTo>
                      <a:pt x="56698" y="60053"/>
                    </a:lnTo>
                    <a:lnTo>
                      <a:pt x="56908" y="60095"/>
                    </a:lnTo>
                    <a:lnTo>
                      <a:pt x="59969" y="60011"/>
                    </a:lnTo>
                    <a:lnTo>
                      <a:pt x="60137" y="59969"/>
                    </a:lnTo>
                    <a:lnTo>
                      <a:pt x="60305" y="59843"/>
                    </a:lnTo>
                    <a:lnTo>
                      <a:pt x="60430" y="59675"/>
                    </a:lnTo>
                    <a:lnTo>
                      <a:pt x="60430" y="59508"/>
                    </a:lnTo>
                    <a:lnTo>
                      <a:pt x="60388" y="59298"/>
                    </a:lnTo>
                    <a:lnTo>
                      <a:pt x="60305" y="59130"/>
                    </a:lnTo>
                    <a:lnTo>
                      <a:pt x="60137" y="59046"/>
                    </a:lnTo>
                    <a:lnTo>
                      <a:pt x="59969" y="59004"/>
                    </a:lnTo>
                    <a:close/>
                    <a:moveTo>
                      <a:pt x="38708" y="59088"/>
                    </a:moveTo>
                    <a:lnTo>
                      <a:pt x="38498" y="59130"/>
                    </a:lnTo>
                    <a:lnTo>
                      <a:pt x="38330" y="59214"/>
                    </a:lnTo>
                    <a:lnTo>
                      <a:pt x="38204" y="59382"/>
                    </a:lnTo>
                    <a:lnTo>
                      <a:pt x="38162" y="59591"/>
                    </a:lnTo>
                    <a:lnTo>
                      <a:pt x="38204" y="59759"/>
                    </a:lnTo>
                    <a:lnTo>
                      <a:pt x="38330" y="59927"/>
                    </a:lnTo>
                    <a:lnTo>
                      <a:pt x="38456" y="60053"/>
                    </a:lnTo>
                    <a:lnTo>
                      <a:pt x="38666" y="60095"/>
                    </a:lnTo>
                    <a:lnTo>
                      <a:pt x="41727" y="60137"/>
                    </a:lnTo>
                    <a:lnTo>
                      <a:pt x="41937" y="60137"/>
                    </a:lnTo>
                    <a:lnTo>
                      <a:pt x="42104" y="60011"/>
                    </a:lnTo>
                    <a:lnTo>
                      <a:pt x="42188" y="59843"/>
                    </a:lnTo>
                    <a:lnTo>
                      <a:pt x="42230" y="59675"/>
                    </a:lnTo>
                    <a:lnTo>
                      <a:pt x="42188" y="59466"/>
                    </a:lnTo>
                    <a:lnTo>
                      <a:pt x="42104" y="59298"/>
                    </a:lnTo>
                    <a:lnTo>
                      <a:pt x="41937" y="59172"/>
                    </a:lnTo>
                    <a:lnTo>
                      <a:pt x="41727" y="59130"/>
                    </a:lnTo>
                    <a:lnTo>
                      <a:pt x="38708" y="59088"/>
                    </a:lnTo>
                    <a:close/>
                    <a:moveTo>
                      <a:pt x="53846" y="59130"/>
                    </a:moveTo>
                    <a:lnTo>
                      <a:pt x="50785" y="59172"/>
                    </a:lnTo>
                    <a:lnTo>
                      <a:pt x="50575" y="59214"/>
                    </a:lnTo>
                    <a:lnTo>
                      <a:pt x="50408" y="59340"/>
                    </a:lnTo>
                    <a:lnTo>
                      <a:pt x="50324" y="59508"/>
                    </a:lnTo>
                    <a:lnTo>
                      <a:pt x="50282" y="59675"/>
                    </a:lnTo>
                    <a:lnTo>
                      <a:pt x="50324" y="59885"/>
                    </a:lnTo>
                    <a:lnTo>
                      <a:pt x="50450" y="60053"/>
                    </a:lnTo>
                    <a:lnTo>
                      <a:pt x="50575" y="60137"/>
                    </a:lnTo>
                    <a:lnTo>
                      <a:pt x="50785" y="60178"/>
                    </a:lnTo>
                    <a:lnTo>
                      <a:pt x="53846" y="60137"/>
                    </a:lnTo>
                    <a:lnTo>
                      <a:pt x="54056" y="60095"/>
                    </a:lnTo>
                    <a:lnTo>
                      <a:pt x="54224" y="60011"/>
                    </a:lnTo>
                    <a:lnTo>
                      <a:pt x="54308" y="59843"/>
                    </a:lnTo>
                    <a:lnTo>
                      <a:pt x="54350" y="59633"/>
                    </a:lnTo>
                    <a:lnTo>
                      <a:pt x="54308" y="59466"/>
                    </a:lnTo>
                    <a:lnTo>
                      <a:pt x="54182" y="59298"/>
                    </a:lnTo>
                    <a:lnTo>
                      <a:pt x="54014" y="59172"/>
                    </a:lnTo>
                    <a:lnTo>
                      <a:pt x="53846" y="59130"/>
                    </a:lnTo>
                    <a:close/>
                    <a:moveTo>
                      <a:pt x="44788" y="59172"/>
                    </a:moveTo>
                    <a:lnTo>
                      <a:pt x="44579" y="59214"/>
                    </a:lnTo>
                    <a:lnTo>
                      <a:pt x="44411" y="59340"/>
                    </a:lnTo>
                    <a:lnTo>
                      <a:pt x="44327" y="59466"/>
                    </a:lnTo>
                    <a:lnTo>
                      <a:pt x="44285" y="59675"/>
                    </a:lnTo>
                    <a:lnTo>
                      <a:pt x="44327" y="59885"/>
                    </a:lnTo>
                    <a:lnTo>
                      <a:pt x="44411" y="60053"/>
                    </a:lnTo>
                    <a:lnTo>
                      <a:pt x="44579" y="60137"/>
                    </a:lnTo>
                    <a:lnTo>
                      <a:pt x="44788" y="60178"/>
                    </a:lnTo>
                    <a:lnTo>
                      <a:pt x="47850" y="60220"/>
                    </a:lnTo>
                    <a:lnTo>
                      <a:pt x="48017" y="60178"/>
                    </a:lnTo>
                    <a:lnTo>
                      <a:pt x="48185" y="60053"/>
                    </a:lnTo>
                    <a:lnTo>
                      <a:pt x="48311" y="59885"/>
                    </a:lnTo>
                    <a:lnTo>
                      <a:pt x="48353" y="59675"/>
                    </a:lnTo>
                    <a:lnTo>
                      <a:pt x="48311" y="59508"/>
                    </a:lnTo>
                    <a:lnTo>
                      <a:pt x="48185" y="59340"/>
                    </a:lnTo>
                    <a:lnTo>
                      <a:pt x="48017" y="59214"/>
                    </a:lnTo>
                    <a:lnTo>
                      <a:pt x="47850" y="59172"/>
                    </a:lnTo>
                    <a:close/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356;p17">
                <a:extLst>
                  <a:ext uri="{FF2B5EF4-FFF2-40B4-BE49-F238E27FC236}">
                    <a16:creationId xmlns:a16="http://schemas.microsoft.com/office/drawing/2014/main" id="{67B7C8AB-BD65-CB69-0557-E5C76D6982DB}"/>
                  </a:ext>
                </a:extLst>
              </p:cNvPr>
              <p:cNvSpPr/>
              <p:nvPr/>
            </p:nvSpPr>
            <p:spPr>
              <a:xfrm>
                <a:off x="2783972" y="2354757"/>
                <a:ext cx="79031" cy="20379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049" fill="none" extrusionOk="0">
                    <a:moveTo>
                      <a:pt x="503" y="0"/>
                    </a:moveTo>
                    <a:lnTo>
                      <a:pt x="503" y="0"/>
                    </a:lnTo>
                    <a:lnTo>
                      <a:pt x="503" y="0"/>
                    </a:lnTo>
                    <a:lnTo>
                      <a:pt x="294" y="42"/>
                    </a:lnTo>
                    <a:lnTo>
                      <a:pt x="126" y="168"/>
                    </a:lnTo>
                    <a:lnTo>
                      <a:pt x="42" y="294"/>
                    </a:lnTo>
                    <a:lnTo>
                      <a:pt x="0" y="503"/>
                    </a:lnTo>
                    <a:lnTo>
                      <a:pt x="0" y="503"/>
                    </a:lnTo>
                    <a:lnTo>
                      <a:pt x="42" y="713"/>
                    </a:lnTo>
                    <a:lnTo>
                      <a:pt x="126" y="881"/>
                    </a:lnTo>
                    <a:lnTo>
                      <a:pt x="294" y="965"/>
                    </a:lnTo>
                    <a:lnTo>
                      <a:pt x="503" y="1006"/>
                    </a:lnTo>
                    <a:lnTo>
                      <a:pt x="503" y="1006"/>
                    </a:lnTo>
                    <a:lnTo>
                      <a:pt x="3565" y="1048"/>
                    </a:lnTo>
                    <a:lnTo>
                      <a:pt x="3565" y="1048"/>
                    </a:lnTo>
                    <a:lnTo>
                      <a:pt x="3732" y="1006"/>
                    </a:lnTo>
                    <a:lnTo>
                      <a:pt x="3900" y="881"/>
                    </a:lnTo>
                    <a:lnTo>
                      <a:pt x="4026" y="713"/>
                    </a:lnTo>
                    <a:lnTo>
                      <a:pt x="4068" y="503"/>
                    </a:lnTo>
                    <a:lnTo>
                      <a:pt x="4068" y="503"/>
                    </a:lnTo>
                    <a:lnTo>
                      <a:pt x="4026" y="336"/>
                    </a:lnTo>
                    <a:lnTo>
                      <a:pt x="3900" y="168"/>
                    </a:lnTo>
                    <a:lnTo>
                      <a:pt x="3732" y="42"/>
                    </a:lnTo>
                    <a:lnTo>
                      <a:pt x="3565" y="0"/>
                    </a:lnTo>
                    <a:lnTo>
                      <a:pt x="3565" y="0"/>
                    </a:lnTo>
                    <a:lnTo>
                      <a:pt x="50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357;p17">
                <a:extLst>
                  <a:ext uri="{FF2B5EF4-FFF2-40B4-BE49-F238E27FC236}">
                    <a16:creationId xmlns:a16="http://schemas.microsoft.com/office/drawing/2014/main" id="{A8C650E5-250C-AD8D-9122-AA078FA3CE12}"/>
                  </a:ext>
                </a:extLst>
              </p:cNvPr>
              <p:cNvSpPr/>
              <p:nvPr/>
            </p:nvSpPr>
            <p:spPr>
              <a:xfrm>
                <a:off x="2900457" y="2353941"/>
                <a:ext cx="79050" cy="2037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49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65" y="0"/>
                    </a:lnTo>
                    <a:lnTo>
                      <a:pt x="504" y="42"/>
                    </a:lnTo>
                    <a:lnTo>
                      <a:pt x="504" y="42"/>
                    </a:lnTo>
                    <a:lnTo>
                      <a:pt x="294" y="84"/>
                    </a:lnTo>
                    <a:lnTo>
                      <a:pt x="127" y="210"/>
                    </a:lnTo>
                    <a:lnTo>
                      <a:pt x="43" y="378"/>
                    </a:lnTo>
                    <a:lnTo>
                      <a:pt x="1" y="545"/>
                    </a:lnTo>
                    <a:lnTo>
                      <a:pt x="1" y="545"/>
                    </a:lnTo>
                    <a:lnTo>
                      <a:pt x="43" y="755"/>
                    </a:lnTo>
                    <a:lnTo>
                      <a:pt x="169" y="923"/>
                    </a:lnTo>
                    <a:lnTo>
                      <a:pt x="294" y="1007"/>
                    </a:lnTo>
                    <a:lnTo>
                      <a:pt x="504" y="1048"/>
                    </a:lnTo>
                    <a:lnTo>
                      <a:pt x="504" y="1048"/>
                    </a:lnTo>
                    <a:lnTo>
                      <a:pt x="504" y="1048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43" y="881"/>
                    </a:lnTo>
                    <a:lnTo>
                      <a:pt x="4027" y="713"/>
                    </a:lnTo>
                    <a:lnTo>
                      <a:pt x="4069" y="503"/>
                    </a:lnTo>
                    <a:lnTo>
                      <a:pt x="4069" y="503"/>
                    </a:lnTo>
                    <a:lnTo>
                      <a:pt x="4027" y="336"/>
                    </a:lnTo>
                    <a:lnTo>
                      <a:pt x="3901" y="168"/>
                    </a:lnTo>
                    <a:lnTo>
                      <a:pt x="3733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358;p17">
                <a:extLst>
                  <a:ext uri="{FF2B5EF4-FFF2-40B4-BE49-F238E27FC236}">
                    <a16:creationId xmlns:a16="http://schemas.microsoft.com/office/drawing/2014/main" id="{7C8BA16F-B268-806A-FE1C-9D824936FD6E}"/>
                  </a:ext>
                </a:extLst>
              </p:cNvPr>
              <p:cNvSpPr/>
              <p:nvPr/>
            </p:nvSpPr>
            <p:spPr>
              <a:xfrm>
                <a:off x="2665021" y="2353125"/>
                <a:ext cx="79050" cy="2037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49" fill="none" extrusionOk="0">
                    <a:moveTo>
                      <a:pt x="546" y="0"/>
                    </a:moveTo>
                    <a:lnTo>
                      <a:pt x="546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42" y="294"/>
                    </a:lnTo>
                    <a:lnTo>
                      <a:pt x="0" y="503"/>
                    </a:lnTo>
                    <a:lnTo>
                      <a:pt x="0" y="503"/>
                    </a:lnTo>
                    <a:lnTo>
                      <a:pt x="42" y="671"/>
                    </a:lnTo>
                    <a:lnTo>
                      <a:pt x="168" y="839"/>
                    </a:lnTo>
                    <a:lnTo>
                      <a:pt x="294" y="965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75" y="1049"/>
                    </a:lnTo>
                    <a:lnTo>
                      <a:pt x="3942" y="923"/>
                    </a:lnTo>
                    <a:lnTo>
                      <a:pt x="4026" y="755"/>
                    </a:lnTo>
                    <a:lnTo>
                      <a:pt x="4068" y="587"/>
                    </a:lnTo>
                    <a:lnTo>
                      <a:pt x="4068" y="587"/>
                    </a:lnTo>
                    <a:lnTo>
                      <a:pt x="4026" y="378"/>
                    </a:lnTo>
                    <a:lnTo>
                      <a:pt x="3942" y="210"/>
                    </a:lnTo>
                    <a:lnTo>
                      <a:pt x="3775" y="84"/>
                    </a:lnTo>
                    <a:lnTo>
                      <a:pt x="3565" y="42"/>
                    </a:lnTo>
                    <a:lnTo>
                      <a:pt x="3565" y="42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46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359;p17">
                <a:extLst>
                  <a:ext uri="{FF2B5EF4-FFF2-40B4-BE49-F238E27FC236}">
                    <a16:creationId xmlns:a16="http://schemas.microsoft.com/office/drawing/2014/main" id="{FED17DFD-93EC-59FA-187D-FD246105A7F7}"/>
                  </a:ext>
                </a:extLst>
              </p:cNvPr>
              <p:cNvSpPr/>
              <p:nvPr/>
            </p:nvSpPr>
            <p:spPr>
              <a:xfrm>
                <a:off x="3018593" y="2351493"/>
                <a:ext cx="79050" cy="2119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91" fill="none" extrusionOk="0">
                    <a:moveTo>
                      <a:pt x="3607" y="0"/>
                    </a:moveTo>
                    <a:lnTo>
                      <a:pt x="3607" y="0"/>
                    </a:lnTo>
                    <a:lnTo>
                      <a:pt x="3565" y="0"/>
                    </a:lnTo>
                    <a:lnTo>
                      <a:pt x="3565" y="0"/>
                    </a:lnTo>
                    <a:lnTo>
                      <a:pt x="504" y="84"/>
                    </a:lnTo>
                    <a:lnTo>
                      <a:pt x="504" y="84"/>
                    </a:lnTo>
                    <a:lnTo>
                      <a:pt x="336" y="126"/>
                    </a:lnTo>
                    <a:lnTo>
                      <a:pt x="168" y="252"/>
                    </a:lnTo>
                    <a:lnTo>
                      <a:pt x="43" y="420"/>
                    </a:lnTo>
                    <a:lnTo>
                      <a:pt x="1" y="587"/>
                    </a:lnTo>
                    <a:lnTo>
                      <a:pt x="1" y="587"/>
                    </a:lnTo>
                    <a:lnTo>
                      <a:pt x="43" y="797"/>
                    </a:lnTo>
                    <a:lnTo>
                      <a:pt x="168" y="965"/>
                    </a:lnTo>
                    <a:lnTo>
                      <a:pt x="336" y="1049"/>
                    </a:lnTo>
                    <a:lnTo>
                      <a:pt x="546" y="1091"/>
                    </a:lnTo>
                    <a:lnTo>
                      <a:pt x="546" y="1091"/>
                    </a:lnTo>
                    <a:lnTo>
                      <a:pt x="546" y="1091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68" y="671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294"/>
                    </a:lnTo>
                    <a:lnTo>
                      <a:pt x="3943" y="126"/>
                    </a:lnTo>
                    <a:lnTo>
                      <a:pt x="3775" y="42"/>
                    </a:lnTo>
                    <a:lnTo>
                      <a:pt x="3607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360;p17">
                <a:extLst>
                  <a:ext uri="{FF2B5EF4-FFF2-40B4-BE49-F238E27FC236}">
                    <a16:creationId xmlns:a16="http://schemas.microsoft.com/office/drawing/2014/main" id="{2A8388CD-A3DE-1E09-F1F9-D7A48754945E}"/>
                  </a:ext>
                </a:extLst>
              </p:cNvPr>
              <p:cNvSpPr/>
              <p:nvPr/>
            </p:nvSpPr>
            <p:spPr>
              <a:xfrm>
                <a:off x="2546885" y="2349045"/>
                <a:ext cx="79050" cy="2201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33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9" y="168"/>
                    </a:lnTo>
                    <a:lnTo>
                      <a:pt x="43" y="294"/>
                    </a:lnTo>
                    <a:lnTo>
                      <a:pt x="1" y="504"/>
                    </a:lnTo>
                    <a:lnTo>
                      <a:pt x="1" y="504"/>
                    </a:lnTo>
                    <a:lnTo>
                      <a:pt x="43" y="713"/>
                    </a:lnTo>
                    <a:lnTo>
                      <a:pt x="127" y="881"/>
                    </a:lnTo>
                    <a:lnTo>
                      <a:pt x="294" y="1007"/>
                    </a:lnTo>
                    <a:lnTo>
                      <a:pt x="462" y="1049"/>
                    </a:lnTo>
                    <a:lnTo>
                      <a:pt x="462" y="1049"/>
                    </a:lnTo>
                    <a:lnTo>
                      <a:pt x="3523" y="1133"/>
                    </a:lnTo>
                    <a:lnTo>
                      <a:pt x="3565" y="1133"/>
                    </a:lnTo>
                    <a:lnTo>
                      <a:pt x="3565" y="1133"/>
                    </a:lnTo>
                    <a:lnTo>
                      <a:pt x="3733" y="1091"/>
                    </a:lnTo>
                    <a:lnTo>
                      <a:pt x="3901" y="1007"/>
                    </a:lnTo>
                    <a:lnTo>
                      <a:pt x="4027" y="839"/>
                    </a:lnTo>
                    <a:lnTo>
                      <a:pt x="4069" y="630"/>
                    </a:lnTo>
                    <a:lnTo>
                      <a:pt x="4069" y="630"/>
                    </a:lnTo>
                    <a:lnTo>
                      <a:pt x="4027" y="462"/>
                    </a:lnTo>
                    <a:lnTo>
                      <a:pt x="3901" y="294"/>
                    </a:lnTo>
                    <a:lnTo>
                      <a:pt x="3775" y="168"/>
                    </a:lnTo>
                    <a:lnTo>
                      <a:pt x="3565" y="126"/>
                    </a:lnTo>
                    <a:lnTo>
                      <a:pt x="3565" y="126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361;p17">
                <a:extLst>
                  <a:ext uri="{FF2B5EF4-FFF2-40B4-BE49-F238E27FC236}">
                    <a16:creationId xmlns:a16="http://schemas.microsoft.com/office/drawing/2014/main" id="{6F52A727-C045-A2BA-3C61-2641F7218BB1}"/>
                  </a:ext>
                </a:extLst>
              </p:cNvPr>
              <p:cNvSpPr/>
              <p:nvPr/>
            </p:nvSpPr>
            <p:spPr>
              <a:xfrm>
                <a:off x="3137544" y="2346597"/>
                <a:ext cx="79031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175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503" y="126"/>
                    </a:lnTo>
                    <a:lnTo>
                      <a:pt x="503" y="126"/>
                    </a:lnTo>
                    <a:lnTo>
                      <a:pt x="294" y="210"/>
                    </a:lnTo>
                    <a:lnTo>
                      <a:pt x="126" y="294"/>
                    </a:lnTo>
                    <a:lnTo>
                      <a:pt x="42" y="462"/>
                    </a:lnTo>
                    <a:lnTo>
                      <a:pt x="0" y="672"/>
                    </a:lnTo>
                    <a:lnTo>
                      <a:pt x="0" y="672"/>
                    </a:lnTo>
                    <a:lnTo>
                      <a:pt x="42" y="881"/>
                    </a:lnTo>
                    <a:lnTo>
                      <a:pt x="168" y="1007"/>
                    </a:lnTo>
                    <a:lnTo>
                      <a:pt x="294" y="1133"/>
                    </a:lnTo>
                    <a:lnTo>
                      <a:pt x="503" y="1175"/>
                    </a:lnTo>
                    <a:lnTo>
                      <a:pt x="503" y="1175"/>
                    </a:lnTo>
                    <a:lnTo>
                      <a:pt x="503" y="1175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74" y="1007"/>
                    </a:lnTo>
                    <a:lnTo>
                      <a:pt x="3942" y="881"/>
                    </a:lnTo>
                    <a:lnTo>
                      <a:pt x="4026" y="714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294"/>
                    </a:lnTo>
                    <a:lnTo>
                      <a:pt x="3900" y="168"/>
                    </a:lnTo>
                    <a:lnTo>
                      <a:pt x="3732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362;p17">
                <a:extLst>
                  <a:ext uri="{FF2B5EF4-FFF2-40B4-BE49-F238E27FC236}">
                    <a16:creationId xmlns:a16="http://schemas.microsoft.com/office/drawing/2014/main" id="{82D68552-F193-8945-5349-415650EC6A59}"/>
                  </a:ext>
                </a:extLst>
              </p:cNvPr>
              <p:cNvSpPr/>
              <p:nvPr/>
            </p:nvSpPr>
            <p:spPr>
              <a:xfrm>
                <a:off x="2427953" y="2344149"/>
                <a:ext cx="79031" cy="22847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176" fill="none" extrusionOk="0">
                    <a:moveTo>
                      <a:pt x="545" y="1"/>
                    </a:moveTo>
                    <a:lnTo>
                      <a:pt x="545" y="1"/>
                    </a:lnTo>
                    <a:lnTo>
                      <a:pt x="336" y="43"/>
                    </a:lnTo>
                    <a:lnTo>
                      <a:pt x="168" y="127"/>
                    </a:lnTo>
                    <a:lnTo>
                      <a:pt x="84" y="294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72"/>
                    </a:lnTo>
                    <a:lnTo>
                      <a:pt x="126" y="840"/>
                    </a:lnTo>
                    <a:lnTo>
                      <a:pt x="294" y="965"/>
                    </a:lnTo>
                    <a:lnTo>
                      <a:pt x="503" y="1007"/>
                    </a:lnTo>
                    <a:lnTo>
                      <a:pt x="503" y="1007"/>
                    </a:lnTo>
                    <a:lnTo>
                      <a:pt x="3565" y="1175"/>
                    </a:lnTo>
                    <a:lnTo>
                      <a:pt x="3565" y="1175"/>
                    </a:lnTo>
                    <a:lnTo>
                      <a:pt x="3565" y="1175"/>
                    </a:lnTo>
                    <a:lnTo>
                      <a:pt x="3774" y="1133"/>
                    </a:lnTo>
                    <a:lnTo>
                      <a:pt x="3942" y="1007"/>
                    </a:lnTo>
                    <a:lnTo>
                      <a:pt x="4026" y="882"/>
                    </a:lnTo>
                    <a:lnTo>
                      <a:pt x="4068" y="672"/>
                    </a:lnTo>
                    <a:lnTo>
                      <a:pt x="4068" y="672"/>
                    </a:lnTo>
                    <a:lnTo>
                      <a:pt x="4068" y="462"/>
                    </a:lnTo>
                    <a:lnTo>
                      <a:pt x="3942" y="294"/>
                    </a:lnTo>
                    <a:lnTo>
                      <a:pt x="3774" y="211"/>
                    </a:lnTo>
                    <a:lnTo>
                      <a:pt x="3607" y="127"/>
                    </a:lnTo>
                    <a:lnTo>
                      <a:pt x="3607" y="127"/>
                    </a:lnTo>
                    <a:lnTo>
                      <a:pt x="545" y="1"/>
                    </a:lnTo>
                    <a:lnTo>
                      <a:pt x="545" y="1"/>
                    </a:lnTo>
                    <a:lnTo>
                      <a:pt x="54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363;p17">
                <a:extLst>
                  <a:ext uri="{FF2B5EF4-FFF2-40B4-BE49-F238E27FC236}">
                    <a16:creationId xmlns:a16="http://schemas.microsoft.com/office/drawing/2014/main" id="{B9A33934-A94B-C627-AD40-D100334395A6}"/>
                  </a:ext>
                </a:extLst>
              </p:cNvPr>
              <p:cNvSpPr/>
              <p:nvPr/>
            </p:nvSpPr>
            <p:spPr>
              <a:xfrm>
                <a:off x="3255661" y="2340905"/>
                <a:ext cx="79050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75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23" y="0"/>
                    </a:lnTo>
                    <a:lnTo>
                      <a:pt x="3523" y="0"/>
                    </a:lnTo>
                    <a:lnTo>
                      <a:pt x="504" y="168"/>
                    </a:lnTo>
                    <a:lnTo>
                      <a:pt x="504" y="168"/>
                    </a:lnTo>
                    <a:lnTo>
                      <a:pt x="294" y="210"/>
                    </a:lnTo>
                    <a:lnTo>
                      <a:pt x="127" y="336"/>
                    </a:lnTo>
                    <a:lnTo>
                      <a:pt x="43" y="503"/>
                    </a:lnTo>
                    <a:lnTo>
                      <a:pt x="1" y="713"/>
                    </a:lnTo>
                    <a:lnTo>
                      <a:pt x="1" y="713"/>
                    </a:lnTo>
                    <a:lnTo>
                      <a:pt x="43" y="881"/>
                    </a:lnTo>
                    <a:lnTo>
                      <a:pt x="169" y="1049"/>
                    </a:lnTo>
                    <a:lnTo>
                      <a:pt x="336" y="1132"/>
                    </a:lnTo>
                    <a:lnTo>
                      <a:pt x="504" y="1174"/>
                    </a:lnTo>
                    <a:lnTo>
                      <a:pt x="546" y="1174"/>
                    </a:lnTo>
                    <a:lnTo>
                      <a:pt x="546" y="1174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27" y="671"/>
                    </a:lnTo>
                    <a:lnTo>
                      <a:pt x="4069" y="461"/>
                    </a:lnTo>
                    <a:lnTo>
                      <a:pt x="4069" y="461"/>
                    </a:lnTo>
                    <a:lnTo>
                      <a:pt x="4027" y="294"/>
                    </a:lnTo>
                    <a:lnTo>
                      <a:pt x="3901" y="126"/>
                    </a:lnTo>
                    <a:lnTo>
                      <a:pt x="3775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364;p17">
                <a:extLst>
                  <a:ext uri="{FF2B5EF4-FFF2-40B4-BE49-F238E27FC236}">
                    <a16:creationId xmlns:a16="http://schemas.microsoft.com/office/drawing/2014/main" id="{8EC72C77-14AB-FE61-F69C-158227EF0B9E}"/>
                  </a:ext>
                </a:extLst>
              </p:cNvPr>
              <p:cNvSpPr/>
              <p:nvPr/>
            </p:nvSpPr>
            <p:spPr>
              <a:xfrm>
                <a:off x="2309817" y="2336825"/>
                <a:ext cx="79050" cy="23643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17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42" y="294"/>
                    </a:lnTo>
                    <a:lnTo>
                      <a:pt x="1" y="462"/>
                    </a:lnTo>
                    <a:lnTo>
                      <a:pt x="1" y="462"/>
                    </a:lnTo>
                    <a:lnTo>
                      <a:pt x="42" y="671"/>
                    </a:lnTo>
                    <a:lnTo>
                      <a:pt x="126" y="839"/>
                    </a:lnTo>
                    <a:lnTo>
                      <a:pt x="294" y="965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523" y="1217"/>
                    </a:lnTo>
                    <a:lnTo>
                      <a:pt x="3565" y="1217"/>
                    </a:lnTo>
                    <a:lnTo>
                      <a:pt x="3565" y="1217"/>
                    </a:lnTo>
                    <a:lnTo>
                      <a:pt x="3733" y="1175"/>
                    </a:lnTo>
                    <a:lnTo>
                      <a:pt x="3901" y="1091"/>
                    </a:lnTo>
                    <a:lnTo>
                      <a:pt x="4026" y="923"/>
                    </a:lnTo>
                    <a:lnTo>
                      <a:pt x="4068" y="755"/>
                    </a:lnTo>
                    <a:lnTo>
                      <a:pt x="4068" y="755"/>
                    </a:lnTo>
                    <a:lnTo>
                      <a:pt x="4026" y="546"/>
                    </a:lnTo>
                    <a:lnTo>
                      <a:pt x="3942" y="378"/>
                    </a:lnTo>
                    <a:lnTo>
                      <a:pt x="3775" y="252"/>
                    </a:lnTo>
                    <a:lnTo>
                      <a:pt x="3607" y="210"/>
                    </a:lnTo>
                    <a:lnTo>
                      <a:pt x="3607" y="210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365;p17">
                <a:extLst>
                  <a:ext uri="{FF2B5EF4-FFF2-40B4-BE49-F238E27FC236}">
                    <a16:creationId xmlns:a16="http://schemas.microsoft.com/office/drawing/2014/main" id="{EDDFD7BF-6A20-9177-AE36-B34DFC2A4A6A}"/>
                  </a:ext>
                </a:extLst>
              </p:cNvPr>
              <p:cNvSpPr/>
              <p:nvPr/>
            </p:nvSpPr>
            <p:spPr>
              <a:xfrm>
                <a:off x="3374613" y="2332746"/>
                <a:ext cx="78235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259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481" y="1"/>
                    </a:lnTo>
                    <a:lnTo>
                      <a:pt x="3481" y="1"/>
                    </a:lnTo>
                    <a:lnTo>
                      <a:pt x="462" y="210"/>
                    </a:lnTo>
                    <a:lnTo>
                      <a:pt x="462" y="210"/>
                    </a:lnTo>
                    <a:lnTo>
                      <a:pt x="252" y="294"/>
                    </a:lnTo>
                    <a:lnTo>
                      <a:pt x="126" y="420"/>
                    </a:lnTo>
                    <a:lnTo>
                      <a:pt x="1" y="588"/>
                    </a:lnTo>
                    <a:lnTo>
                      <a:pt x="1" y="756"/>
                    </a:lnTo>
                    <a:lnTo>
                      <a:pt x="1" y="756"/>
                    </a:lnTo>
                    <a:lnTo>
                      <a:pt x="42" y="965"/>
                    </a:lnTo>
                    <a:lnTo>
                      <a:pt x="126" y="1091"/>
                    </a:lnTo>
                    <a:lnTo>
                      <a:pt x="294" y="1217"/>
                    </a:lnTo>
                    <a:lnTo>
                      <a:pt x="504" y="1259"/>
                    </a:lnTo>
                    <a:lnTo>
                      <a:pt x="504" y="1259"/>
                    </a:lnTo>
                    <a:lnTo>
                      <a:pt x="504" y="1259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75" y="965"/>
                    </a:lnTo>
                    <a:lnTo>
                      <a:pt x="3901" y="881"/>
                    </a:lnTo>
                    <a:lnTo>
                      <a:pt x="4026" y="672"/>
                    </a:lnTo>
                    <a:lnTo>
                      <a:pt x="4026" y="504"/>
                    </a:lnTo>
                    <a:lnTo>
                      <a:pt x="4026" y="504"/>
                    </a:lnTo>
                    <a:lnTo>
                      <a:pt x="3984" y="294"/>
                    </a:lnTo>
                    <a:lnTo>
                      <a:pt x="3859" y="169"/>
                    </a:lnTo>
                    <a:lnTo>
                      <a:pt x="3733" y="43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366;p17">
                <a:extLst>
                  <a:ext uri="{FF2B5EF4-FFF2-40B4-BE49-F238E27FC236}">
                    <a16:creationId xmlns:a16="http://schemas.microsoft.com/office/drawing/2014/main" id="{1D1826FE-EB66-5CF7-0819-55D35013596C}"/>
                  </a:ext>
                </a:extLst>
              </p:cNvPr>
              <p:cNvSpPr/>
              <p:nvPr/>
            </p:nvSpPr>
            <p:spPr>
              <a:xfrm>
                <a:off x="2191681" y="2327869"/>
                <a:ext cx="79050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59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9" y="126"/>
                    </a:lnTo>
                    <a:lnTo>
                      <a:pt x="43" y="294"/>
                    </a:lnTo>
                    <a:lnTo>
                      <a:pt x="1" y="461"/>
                    </a:lnTo>
                    <a:lnTo>
                      <a:pt x="1" y="461"/>
                    </a:lnTo>
                    <a:lnTo>
                      <a:pt x="43" y="671"/>
                    </a:lnTo>
                    <a:lnTo>
                      <a:pt x="127" y="839"/>
                    </a:lnTo>
                    <a:lnTo>
                      <a:pt x="294" y="965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523" y="1258"/>
                    </a:lnTo>
                    <a:lnTo>
                      <a:pt x="3565" y="1258"/>
                    </a:lnTo>
                    <a:lnTo>
                      <a:pt x="3565" y="1258"/>
                    </a:lnTo>
                    <a:lnTo>
                      <a:pt x="3733" y="1216"/>
                    </a:lnTo>
                    <a:lnTo>
                      <a:pt x="3901" y="1132"/>
                    </a:lnTo>
                    <a:lnTo>
                      <a:pt x="4027" y="965"/>
                    </a:lnTo>
                    <a:lnTo>
                      <a:pt x="4069" y="797"/>
                    </a:lnTo>
                    <a:lnTo>
                      <a:pt x="4069" y="797"/>
                    </a:lnTo>
                    <a:lnTo>
                      <a:pt x="4027" y="587"/>
                    </a:lnTo>
                    <a:lnTo>
                      <a:pt x="3943" y="420"/>
                    </a:lnTo>
                    <a:lnTo>
                      <a:pt x="3775" y="294"/>
                    </a:lnTo>
                    <a:lnTo>
                      <a:pt x="3607" y="252"/>
                    </a:lnTo>
                    <a:lnTo>
                      <a:pt x="3607" y="252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367;p17">
                <a:extLst>
                  <a:ext uri="{FF2B5EF4-FFF2-40B4-BE49-F238E27FC236}">
                    <a16:creationId xmlns:a16="http://schemas.microsoft.com/office/drawing/2014/main" id="{AD9DA6E2-9771-1BD2-76A4-343CC28BC50C}"/>
                  </a:ext>
                </a:extLst>
              </p:cNvPr>
              <p:cNvSpPr/>
              <p:nvPr/>
            </p:nvSpPr>
            <p:spPr>
              <a:xfrm>
                <a:off x="3492748" y="2323790"/>
                <a:ext cx="78235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259" fill="none" extrusionOk="0">
                    <a:moveTo>
                      <a:pt x="3523" y="0"/>
                    </a:moveTo>
                    <a:lnTo>
                      <a:pt x="3523" y="0"/>
                    </a:lnTo>
                    <a:lnTo>
                      <a:pt x="3481" y="0"/>
                    </a:lnTo>
                    <a:lnTo>
                      <a:pt x="3481" y="0"/>
                    </a:lnTo>
                    <a:lnTo>
                      <a:pt x="461" y="252"/>
                    </a:lnTo>
                    <a:lnTo>
                      <a:pt x="461" y="252"/>
                    </a:lnTo>
                    <a:lnTo>
                      <a:pt x="252" y="294"/>
                    </a:lnTo>
                    <a:lnTo>
                      <a:pt x="126" y="420"/>
                    </a:lnTo>
                    <a:lnTo>
                      <a:pt x="0" y="588"/>
                    </a:lnTo>
                    <a:lnTo>
                      <a:pt x="0" y="797"/>
                    </a:lnTo>
                    <a:lnTo>
                      <a:pt x="0" y="797"/>
                    </a:lnTo>
                    <a:lnTo>
                      <a:pt x="42" y="1007"/>
                    </a:lnTo>
                    <a:lnTo>
                      <a:pt x="168" y="1133"/>
                    </a:lnTo>
                    <a:lnTo>
                      <a:pt x="294" y="1217"/>
                    </a:lnTo>
                    <a:lnTo>
                      <a:pt x="503" y="1259"/>
                    </a:lnTo>
                    <a:lnTo>
                      <a:pt x="545" y="1259"/>
                    </a:lnTo>
                    <a:lnTo>
                      <a:pt x="545" y="1259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4" y="965"/>
                    </a:lnTo>
                    <a:lnTo>
                      <a:pt x="3942" y="839"/>
                    </a:lnTo>
                    <a:lnTo>
                      <a:pt x="4026" y="671"/>
                    </a:lnTo>
                    <a:lnTo>
                      <a:pt x="4026" y="462"/>
                    </a:lnTo>
                    <a:lnTo>
                      <a:pt x="4026" y="462"/>
                    </a:lnTo>
                    <a:lnTo>
                      <a:pt x="3984" y="294"/>
                    </a:lnTo>
                    <a:lnTo>
                      <a:pt x="3858" y="126"/>
                    </a:lnTo>
                    <a:lnTo>
                      <a:pt x="3732" y="42"/>
                    </a:lnTo>
                    <a:lnTo>
                      <a:pt x="352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368;p17">
                <a:extLst>
                  <a:ext uri="{FF2B5EF4-FFF2-40B4-BE49-F238E27FC236}">
                    <a16:creationId xmlns:a16="http://schemas.microsoft.com/office/drawing/2014/main" id="{CEEC43FC-2A9D-0F3E-C358-C92F68FC03A4}"/>
                  </a:ext>
                </a:extLst>
              </p:cNvPr>
              <p:cNvSpPr/>
              <p:nvPr/>
            </p:nvSpPr>
            <p:spPr>
              <a:xfrm>
                <a:off x="2073565" y="2317262"/>
                <a:ext cx="79031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301" fill="none" extrusionOk="0">
                    <a:moveTo>
                      <a:pt x="503" y="1"/>
                    </a:moveTo>
                    <a:lnTo>
                      <a:pt x="503" y="1"/>
                    </a:lnTo>
                    <a:lnTo>
                      <a:pt x="336" y="43"/>
                    </a:lnTo>
                    <a:lnTo>
                      <a:pt x="168" y="127"/>
                    </a:lnTo>
                    <a:lnTo>
                      <a:pt x="42" y="295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72"/>
                    </a:lnTo>
                    <a:lnTo>
                      <a:pt x="126" y="840"/>
                    </a:lnTo>
                    <a:lnTo>
                      <a:pt x="252" y="966"/>
                    </a:lnTo>
                    <a:lnTo>
                      <a:pt x="461" y="1007"/>
                    </a:lnTo>
                    <a:lnTo>
                      <a:pt x="461" y="1007"/>
                    </a:lnTo>
                    <a:lnTo>
                      <a:pt x="3523" y="1301"/>
                    </a:lnTo>
                    <a:lnTo>
                      <a:pt x="3523" y="1301"/>
                    </a:lnTo>
                    <a:lnTo>
                      <a:pt x="3565" y="1301"/>
                    </a:lnTo>
                    <a:lnTo>
                      <a:pt x="3565" y="1301"/>
                    </a:lnTo>
                    <a:lnTo>
                      <a:pt x="3732" y="1259"/>
                    </a:lnTo>
                    <a:lnTo>
                      <a:pt x="3900" y="1175"/>
                    </a:lnTo>
                    <a:lnTo>
                      <a:pt x="4026" y="1049"/>
                    </a:lnTo>
                    <a:lnTo>
                      <a:pt x="4068" y="840"/>
                    </a:lnTo>
                    <a:lnTo>
                      <a:pt x="4068" y="840"/>
                    </a:lnTo>
                    <a:lnTo>
                      <a:pt x="4026" y="630"/>
                    </a:lnTo>
                    <a:lnTo>
                      <a:pt x="3942" y="462"/>
                    </a:lnTo>
                    <a:lnTo>
                      <a:pt x="3774" y="336"/>
                    </a:lnTo>
                    <a:lnTo>
                      <a:pt x="3607" y="295"/>
                    </a:lnTo>
                    <a:lnTo>
                      <a:pt x="3607" y="295"/>
                    </a:lnTo>
                    <a:lnTo>
                      <a:pt x="545" y="1"/>
                    </a:lnTo>
                    <a:lnTo>
                      <a:pt x="545" y="1"/>
                    </a:lnTo>
                    <a:lnTo>
                      <a:pt x="50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369;p17">
                <a:extLst>
                  <a:ext uri="{FF2B5EF4-FFF2-40B4-BE49-F238E27FC236}">
                    <a16:creationId xmlns:a16="http://schemas.microsoft.com/office/drawing/2014/main" id="{77C9CE0F-7478-778F-3F64-73CC8C380AEB}"/>
                  </a:ext>
                </a:extLst>
              </p:cNvPr>
              <p:cNvSpPr/>
              <p:nvPr/>
            </p:nvSpPr>
            <p:spPr>
              <a:xfrm>
                <a:off x="3610865" y="2313202"/>
                <a:ext cx="78235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01" fill="none" extrusionOk="0">
                    <a:moveTo>
                      <a:pt x="3523" y="0"/>
                    </a:moveTo>
                    <a:lnTo>
                      <a:pt x="3523" y="0"/>
                    </a:lnTo>
                    <a:lnTo>
                      <a:pt x="3482" y="0"/>
                    </a:lnTo>
                    <a:lnTo>
                      <a:pt x="3482" y="0"/>
                    </a:lnTo>
                    <a:lnTo>
                      <a:pt x="462" y="294"/>
                    </a:lnTo>
                    <a:lnTo>
                      <a:pt x="462" y="294"/>
                    </a:lnTo>
                    <a:lnTo>
                      <a:pt x="252" y="336"/>
                    </a:lnTo>
                    <a:lnTo>
                      <a:pt x="85" y="462"/>
                    </a:lnTo>
                    <a:lnTo>
                      <a:pt x="1" y="629"/>
                    </a:lnTo>
                    <a:lnTo>
                      <a:pt x="1" y="839"/>
                    </a:lnTo>
                    <a:lnTo>
                      <a:pt x="1" y="839"/>
                    </a:lnTo>
                    <a:lnTo>
                      <a:pt x="43" y="1007"/>
                    </a:lnTo>
                    <a:lnTo>
                      <a:pt x="169" y="1175"/>
                    </a:lnTo>
                    <a:lnTo>
                      <a:pt x="294" y="1258"/>
                    </a:lnTo>
                    <a:lnTo>
                      <a:pt x="504" y="1300"/>
                    </a:lnTo>
                    <a:lnTo>
                      <a:pt x="504" y="1300"/>
                    </a:lnTo>
                    <a:lnTo>
                      <a:pt x="546" y="1300"/>
                    </a:lnTo>
                    <a:lnTo>
                      <a:pt x="546" y="1300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27" y="671"/>
                    </a:lnTo>
                    <a:lnTo>
                      <a:pt x="4027" y="462"/>
                    </a:lnTo>
                    <a:lnTo>
                      <a:pt x="4027" y="462"/>
                    </a:lnTo>
                    <a:lnTo>
                      <a:pt x="3985" y="294"/>
                    </a:lnTo>
                    <a:lnTo>
                      <a:pt x="3859" y="126"/>
                    </a:lnTo>
                    <a:lnTo>
                      <a:pt x="3733" y="42"/>
                    </a:lnTo>
                    <a:lnTo>
                      <a:pt x="352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370;p17">
                <a:extLst>
                  <a:ext uri="{FF2B5EF4-FFF2-40B4-BE49-F238E27FC236}">
                    <a16:creationId xmlns:a16="http://schemas.microsoft.com/office/drawing/2014/main" id="{7CBC3DB1-6100-B889-52FE-28EB2589A4A2}"/>
                  </a:ext>
                </a:extLst>
              </p:cNvPr>
              <p:cNvSpPr/>
              <p:nvPr/>
            </p:nvSpPr>
            <p:spPr>
              <a:xfrm>
                <a:off x="1955429" y="2305043"/>
                <a:ext cx="79050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43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3"/>
                    </a:lnTo>
                    <a:lnTo>
                      <a:pt x="168" y="169"/>
                    </a:lnTo>
                    <a:lnTo>
                      <a:pt x="84" y="295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72"/>
                    </a:lnTo>
                    <a:lnTo>
                      <a:pt x="126" y="840"/>
                    </a:lnTo>
                    <a:lnTo>
                      <a:pt x="294" y="965"/>
                    </a:lnTo>
                    <a:lnTo>
                      <a:pt x="462" y="1049"/>
                    </a:lnTo>
                    <a:lnTo>
                      <a:pt x="462" y="1049"/>
                    </a:lnTo>
                    <a:lnTo>
                      <a:pt x="3523" y="1343"/>
                    </a:lnTo>
                    <a:lnTo>
                      <a:pt x="3523" y="1343"/>
                    </a:lnTo>
                    <a:lnTo>
                      <a:pt x="3565" y="1343"/>
                    </a:lnTo>
                    <a:lnTo>
                      <a:pt x="3565" y="1343"/>
                    </a:lnTo>
                    <a:lnTo>
                      <a:pt x="3733" y="1343"/>
                    </a:lnTo>
                    <a:lnTo>
                      <a:pt x="3900" y="1217"/>
                    </a:lnTo>
                    <a:lnTo>
                      <a:pt x="4026" y="1091"/>
                    </a:lnTo>
                    <a:lnTo>
                      <a:pt x="4068" y="882"/>
                    </a:lnTo>
                    <a:lnTo>
                      <a:pt x="4068" y="882"/>
                    </a:lnTo>
                    <a:lnTo>
                      <a:pt x="4026" y="714"/>
                    </a:lnTo>
                    <a:lnTo>
                      <a:pt x="3942" y="546"/>
                    </a:lnTo>
                    <a:lnTo>
                      <a:pt x="3817" y="420"/>
                    </a:lnTo>
                    <a:lnTo>
                      <a:pt x="3607" y="336"/>
                    </a:lnTo>
                    <a:lnTo>
                      <a:pt x="3607" y="336"/>
                    </a:lnTo>
                    <a:lnTo>
                      <a:pt x="588" y="43"/>
                    </a:lnTo>
                    <a:lnTo>
                      <a:pt x="588" y="43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371;p17">
                <a:extLst>
                  <a:ext uri="{FF2B5EF4-FFF2-40B4-BE49-F238E27FC236}">
                    <a16:creationId xmlns:a16="http://schemas.microsoft.com/office/drawing/2014/main" id="{D5158511-BF73-1557-DCC6-8343B36BF330}"/>
                  </a:ext>
                </a:extLst>
              </p:cNvPr>
              <p:cNvSpPr/>
              <p:nvPr/>
            </p:nvSpPr>
            <p:spPr>
              <a:xfrm>
                <a:off x="3729001" y="2301798"/>
                <a:ext cx="78235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43" fill="none" extrusionOk="0">
                    <a:moveTo>
                      <a:pt x="3523" y="0"/>
                    </a:moveTo>
                    <a:lnTo>
                      <a:pt x="3523" y="0"/>
                    </a:lnTo>
                    <a:lnTo>
                      <a:pt x="3481" y="0"/>
                    </a:lnTo>
                    <a:lnTo>
                      <a:pt x="3481" y="0"/>
                    </a:lnTo>
                    <a:lnTo>
                      <a:pt x="420" y="294"/>
                    </a:lnTo>
                    <a:lnTo>
                      <a:pt x="420" y="294"/>
                    </a:lnTo>
                    <a:lnTo>
                      <a:pt x="252" y="378"/>
                    </a:lnTo>
                    <a:lnTo>
                      <a:pt x="84" y="503"/>
                    </a:lnTo>
                    <a:lnTo>
                      <a:pt x="1" y="671"/>
                    </a:lnTo>
                    <a:lnTo>
                      <a:pt x="1" y="881"/>
                    </a:lnTo>
                    <a:lnTo>
                      <a:pt x="1" y="881"/>
                    </a:lnTo>
                    <a:lnTo>
                      <a:pt x="42" y="1049"/>
                    </a:lnTo>
                    <a:lnTo>
                      <a:pt x="168" y="1174"/>
                    </a:lnTo>
                    <a:lnTo>
                      <a:pt x="294" y="1300"/>
                    </a:lnTo>
                    <a:lnTo>
                      <a:pt x="504" y="1342"/>
                    </a:lnTo>
                    <a:lnTo>
                      <a:pt x="504" y="1342"/>
                    </a:lnTo>
                    <a:lnTo>
                      <a:pt x="546" y="1300"/>
                    </a:lnTo>
                    <a:lnTo>
                      <a:pt x="546" y="1300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01" y="839"/>
                    </a:lnTo>
                    <a:lnTo>
                      <a:pt x="4026" y="671"/>
                    </a:lnTo>
                    <a:lnTo>
                      <a:pt x="4026" y="462"/>
                    </a:lnTo>
                    <a:lnTo>
                      <a:pt x="4026" y="462"/>
                    </a:lnTo>
                    <a:lnTo>
                      <a:pt x="3984" y="252"/>
                    </a:lnTo>
                    <a:lnTo>
                      <a:pt x="3859" y="126"/>
                    </a:lnTo>
                    <a:lnTo>
                      <a:pt x="3691" y="42"/>
                    </a:lnTo>
                    <a:lnTo>
                      <a:pt x="352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372;p17">
                <a:extLst>
                  <a:ext uri="{FF2B5EF4-FFF2-40B4-BE49-F238E27FC236}">
                    <a16:creationId xmlns:a16="http://schemas.microsoft.com/office/drawing/2014/main" id="{DA9F1B30-93A0-B2AB-C7A7-09ACC3812FAC}"/>
                  </a:ext>
                </a:extLst>
              </p:cNvPr>
              <p:cNvSpPr/>
              <p:nvPr/>
            </p:nvSpPr>
            <p:spPr>
              <a:xfrm>
                <a:off x="3846320" y="2288763"/>
                <a:ext cx="78235" cy="26907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85" fill="none" extrusionOk="0">
                    <a:moveTo>
                      <a:pt x="3523" y="0"/>
                    </a:moveTo>
                    <a:lnTo>
                      <a:pt x="3523" y="0"/>
                    </a:lnTo>
                    <a:lnTo>
                      <a:pt x="3481" y="0"/>
                    </a:lnTo>
                    <a:lnTo>
                      <a:pt x="3481" y="0"/>
                    </a:lnTo>
                    <a:lnTo>
                      <a:pt x="462" y="336"/>
                    </a:lnTo>
                    <a:lnTo>
                      <a:pt x="462" y="336"/>
                    </a:lnTo>
                    <a:lnTo>
                      <a:pt x="252" y="420"/>
                    </a:lnTo>
                    <a:lnTo>
                      <a:pt x="126" y="545"/>
                    </a:lnTo>
                    <a:lnTo>
                      <a:pt x="42" y="713"/>
                    </a:lnTo>
                    <a:lnTo>
                      <a:pt x="0" y="923"/>
                    </a:lnTo>
                    <a:lnTo>
                      <a:pt x="0" y="923"/>
                    </a:lnTo>
                    <a:lnTo>
                      <a:pt x="42" y="1091"/>
                    </a:lnTo>
                    <a:lnTo>
                      <a:pt x="168" y="1216"/>
                    </a:lnTo>
                    <a:lnTo>
                      <a:pt x="336" y="1342"/>
                    </a:lnTo>
                    <a:lnTo>
                      <a:pt x="504" y="1384"/>
                    </a:lnTo>
                    <a:lnTo>
                      <a:pt x="504" y="1384"/>
                    </a:lnTo>
                    <a:lnTo>
                      <a:pt x="545" y="1342"/>
                    </a:lnTo>
                    <a:lnTo>
                      <a:pt x="545" y="1342"/>
                    </a:lnTo>
                    <a:lnTo>
                      <a:pt x="3607" y="1049"/>
                    </a:lnTo>
                    <a:lnTo>
                      <a:pt x="3607" y="1049"/>
                    </a:lnTo>
                    <a:lnTo>
                      <a:pt x="3774" y="965"/>
                    </a:lnTo>
                    <a:lnTo>
                      <a:pt x="3942" y="839"/>
                    </a:lnTo>
                    <a:lnTo>
                      <a:pt x="4026" y="671"/>
                    </a:lnTo>
                    <a:lnTo>
                      <a:pt x="4026" y="462"/>
                    </a:lnTo>
                    <a:lnTo>
                      <a:pt x="4026" y="462"/>
                    </a:lnTo>
                    <a:lnTo>
                      <a:pt x="3984" y="294"/>
                    </a:lnTo>
                    <a:lnTo>
                      <a:pt x="3858" y="126"/>
                    </a:lnTo>
                    <a:lnTo>
                      <a:pt x="3733" y="42"/>
                    </a:lnTo>
                    <a:lnTo>
                      <a:pt x="352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373;p17">
                <a:extLst>
                  <a:ext uri="{FF2B5EF4-FFF2-40B4-BE49-F238E27FC236}">
                    <a16:creationId xmlns:a16="http://schemas.microsoft.com/office/drawing/2014/main" id="{AA544CFD-A263-7F02-F442-FAA0C8404A32}"/>
                  </a:ext>
                </a:extLst>
              </p:cNvPr>
              <p:cNvSpPr/>
              <p:nvPr/>
            </p:nvSpPr>
            <p:spPr>
              <a:xfrm>
                <a:off x="3964437" y="2275727"/>
                <a:ext cx="78235" cy="26907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85" fill="none" extrusionOk="0">
                    <a:moveTo>
                      <a:pt x="3524" y="0"/>
                    </a:moveTo>
                    <a:lnTo>
                      <a:pt x="3524" y="0"/>
                    </a:lnTo>
                    <a:lnTo>
                      <a:pt x="3440" y="0"/>
                    </a:lnTo>
                    <a:lnTo>
                      <a:pt x="3440" y="0"/>
                    </a:lnTo>
                    <a:lnTo>
                      <a:pt x="420" y="336"/>
                    </a:lnTo>
                    <a:lnTo>
                      <a:pt x="420" y="336"/>
                    </a:lnTo>
                    <a:lnTo>
                      <a:pt x="253" y="420"/>
                    </a:lnTo>
                    <a:lnTo>
                      <a:pt x="85" y="545"/>
                    </a:lnTo>
                    <a:lnTo>
                      <a:pt x="1" y="713"/>
                    </a:lnTo>
                    <a:lnTo>
                      <a:pt x="1" y="923"/>
                    </a:lnTo>
                    <a:lnTo>
                      <a:pt x="1" y="923"/>
                    </a:lnTo>
                    <a:lnTo>
                      <a:pt x="43" y="1091"/>
                    </a:lnTo>
                    <a:lnTo>
                      <a:pt x="169" y="1216"/>
                    </a:lnTo>
                    <a:lnTo>
                      <a:pt x="295" y="1342"/>
                    </a:lnTo>
                    <a:lnTo>
                      <a:pt x="504" y="1384"/>
                    </a:lnTo>
                    <a:lnTo>
                      <a:pt x="504" y="1384"/>
                    </a:lnTo>
                    <a:lnTo>
                      <a:pt x="546" y="1342"/>
                    </a:lnTo>
                    <a:lnTo>
                      <a:pt x="546" y="1342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01" y="839"/>
                    </a:lnTo>
                    <a:lnTo>
                      <a:pt x="3985" y="629"/>
                    </a:lnTo>
                    <a:lnTo>
                      <a:pt x="4027" y="462"/>
                    </a:lnTo>
                    <a:lnTo>
                      <a:pt x="4027" y="462"/>
                    </a:lnTo>
                    <a:lnTo>
                      <a:pt x="3985" y="252"/>
                    </a:lnTo>
                    <a:lnTo>
                      <a:pt x="3859" y="126"/>
                    </a:lnTo>
                    <a:lnTo>
                      <a:pt x="3691" y="42"/>
                    </a:lnTo>
                    <a:lnTo>
                      <a:pt x="352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374;p17">
                <a:extLst>
                  <a:ext uri="{FF2B5EF4-FFF2-40B4-BE49-F238E27FC236}">
                    <a16:creationId xmlns:a16="http://schemas.microsoft.com/office/drawing/2014/main" id="{59FB2827-04B5-0DDE-1668-BE79606DA8E2}"/>
                  </a:ext>
                </a:extLst>
              </p:cNvPr>
              <p:cNvSpPr/>
              <p:nvPr/>
            </p:nvSpPr>
            <p:spPr>
              <a:xfrm>
                <a:off x="7269636" y="2262692"/>
                <a:ext cx="62751" cy="34231"/>
              </a:xfrm>
              <a:custGeom>
                <a:avLst/>
                <a:gdLst/>
                <a:ahLst/>
                <a:cxnLst/>
                <a:rect l="l" t="t" r="r" b="b"/>
                <a:pathLst>
                  <a:path w="3230" h="1762" fill="none" extrusionOk="0">
                    <a:moveTo>
                      <a:pt x="2349" y="0"/>
                    </a:moveTo>
                    <a:lnTo>
                      <a:pt x="2349" y="0"/>
                    </a:lnTo>
                    <a:lnTo>
                      <a:pt x="2223" y="0"/>
                    </a:lnTo>
                    <a:lnTo>
                      <a:pt x="2097" y="42"/>
                    </a:lnTo>
                    <a:lnTo>
                      <a:pt x="2097" y="42"/>
                    </a:lnTo>
                    <a:lnTo>
                      <a:pt x="1971" y="126"/>
                    </a:lnTo>
                    <a:lnTo>
                      <a:pt x="1887" y="252"/>
                    </a:lnTo>
                    <a:lnTo>
                      <a:pt x="1845" y="420"/>
                    </a:lnTo>
                    <a:lnTo>
                      <a:pt x="1845" y="587"/>
                    </a:lnTo>
                    <a:lnTo>
                      <a:pt x="1845" y="587"/>
                    </a:lnTo>
                    <a:lnTo>
                      <a:pt x="587" y="378"/>
                    </a:lnTo>
                    <a:lnTo>
                      <a:pt x="587" y="378"/>
                    </a:lnTo>
                    <a:lnTo>
                      <a:pt x="503" y="378"/>
                    </a:lnTo>
                    <a:lnTo>
                      <a:pt x="503" y="378"/>
                    </a:lnTo>
                    <a:lnTo>
                      <a:pt x="336" y="420"/>
                    </a:lnTo>
                    <a:lnTo>
                      <a:pt x="210" y="504"/>
                    </a:lnTo>
                    <a:lnTo>
                      <a:pt x="84" y="629"/>
                    </a:lnTo>
                    <a:lnTo>
                      <a:pt x="0" y="797"/>
                    </a:lnTo>
                    <a:lnTo>
                      <a:pt x="0" y="797"/>
                    </a:lnTo>
                    <a:lnTo>
                      <a:pt x="42" y="1007"/>
                    </a:lnTo>
                    <a:lnTo>
                      <a:pt x="126" y="1175"/>
                    </a:lnTo>
                    <a:lnTo>
                      <a:pt x="252" y="1300"/>
                    </a:lnTo>
                    <a:lnTo>
                      <a:pt x="420" y="1384"/>
                    </a:lnTo>
                    <a:lnTo>
                      <a:pt x="420" y="1384"/>
                    </a:lnTo>
                    <a:lnTo>
                      <a:pt x="2600" y="1762"/>
                    </a:lnTo>
                    <a:lnTo>
                      <a:pt x="2600" y="1762"/>
                    </a:lnTo>
                    <a:lnTo>
                      <a:pt x="2684" y="1762"/>
                    </a:lnTo>
                    <a:lnTo>
                      <a:pt x="2684" y="1762"/>
                    </a:lnTo>
                    <a:lnTo>
                      <a:pt x="2810" y="1762"/>
                    </a:lnTo>
                    <a:lnTo>
                      <a:pt x="2936" y="1720"/>
                    </a:lnTo>
                    <a:lnTo>
                      <a:pt x="3020" y="1636"/>
                    </a:lnTo>
                    <a:lnTo>
                      <a:pt x="3103" y="1552"/>
                    </a:lnTo>
                    <a:lnTo>
                      <a:pt x="3103" y="1552"/>
                    </a:lnTo>
                    <a:lnTo>
                      <a:pt x="3187" y="1426"/>
                    </a:lnTo>
                    <a:lnTo>
                      <a:pt x="3229" y="1300"/>
                    </a:lnTo>
                    <a:lnTo>
                      <a:pt x="3187" y="1175"/>
                    </a:lnTo>
                    <a:lnTo>
                      <a:pt x="3145" y="1049"/>
                    </a:lnTo>
                    <a:lnTo>
                      <a:pt x="3145" y="1049"/>
                    </a:lnTo>
                    <a:lnTo>
                      <a:pt x="2810" y="252"/>
                    </a:lnTo>
                    <a:lnTo>
                      <a:pt x="2810" y="252"/>
                    </a:lnTo>
                    <a:lnTo>
                      <a:pt x="2726" y="168"/>
                    </a:lnTo>
                    <a:lnTo>
                      <a:pt x="2600" y="42"/>
                    </a:lnTo>
                    <a:lnTo>
                      <a:pt x="2474" y="0"/>
                    </a:lnTo>
                    <a:lnTo>
                      <a:pt x="2349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375;p17">
                <a:extLst>
                  <a:ext uri="{FF2B5EF4-FFF2-40B4-BE49-F238E27FC236}">
                    <a16:creationId xmlns:a16="http://schemas.microsoft.com/office/drawing/2014/main" id="{A2979BAC-D26E-D6CD-28C9-E040CC81762C}"/>
                  </a:ext>
                </a:extLst>
              </p:cNvPr>
              <p:cNvSpPr/>
              <p:nvPr/>
            </p:nvSpPr>
            <p:spPr>
              <a:xfrm>
                <a:off x="4081757" y="2261876"/>
                <a:ext cx="78235" cy="26907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85" fill="none" extrusionOk="0">
                    <a:moveTo>
                      <a:pt x="3523" y="0"/>
                    </a:moveTo>
                    <a:lnTo>
                      <a:pt x="3523" y="0"/>
                    </a:lnTo>
                    <a:lnTo>
                      <a:pt x="3481" y="0"/>
                    </a:lnTo>
                    <a:lnTo>
                      <a:pt x="462" y="378"/>
                    </a:lnTo>
                    <a:lnTo>
                      <a:pt x="462" y="378"/>
                    </a:lnTo>
                    <a:lnTo>
                      <a:pt x="252" y="420"/>
                    </a:lnTo>
                    <a:lnTo>
                      <a:pt x="85" y="546"/>
                    </a:lnTo>
                    <a:lnTo>
                      <a:pt x="1" y="713"/>
                    </a:lnTo>
                    <a:lnTo>
                      <a:pt x="1" y="923"/>
                    </a:lnTo>
                    <a:lnTo>
                      <a:pt x="1" y="923"/>
                    </a:lnTo>
                    <a:lnTo>
                      <a:pt x="43" y="1091"/>
                    </a:lnTo>
                    <a:lnTo>
                      <a:pt x="168" y="1258"/>
                    </a:lnTo>
                    <a:lnTo>
                      <a:pt x="336" y="1342"/>
                    </a:lnTo>
                    <a:lnTo>
                      <a:pt x="504" y="1384"/>
                    </a:lnTo>
                    <a:lnTo>
                      <a:pt x="504" y="1384"/>
                    </a:lnTo>
                    <a:lnTo>
                      <a:pt x="546" y="1384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5" y="965"/>
                    </a:lnTo>
                    <a:lnTo>
                      <a:pt x="3943" y="797"/>
                    </a:lnTo>
                    <a:lnTo>
                      <a:pt x="4027" y="629"/>
                    </a:lnTo>
                    <a:lnTo>
                      <a:pt x="4027" y="462"/>
                    </a:lnTo>
                    <a:lnTo>
                      <a:pt x="4027" y="462"/>
                    </a:lnTo>
                    <a:lnTo>
                      <a:pt x="3985" y="252"/>
                    </a:lnTo>
                    <a:lnTo>
                      <a:pt x="3859" y="126"/>
                    </a:lnTo>
                    <a:lnTo>
                      <a:pt x="3691" y="42"/>
                    </a:lnTo>
                    <a:lnTo>
                      <a:pt x="352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376;p17">
                <a:extLst>
                  <a:ext uri="{FF2B5EF4-FFF2-40B4-BE49-F238E27FC236}">
                    <a16:creationId xmlns:a16="http://schemas.microsoft.com/office/drawing/2014/main" id="{881A0F44-9D74-4501-B249-A648F856FBB9}"/>
                  </a:ext>
                </a:extLst>
              </p:cNvPr>
              <p:cNvSpPr/>
              <p:nvPr/>
            </p:nvSpPr>
            <p:spPr>
              <a:xfrm>
                <a:off x="7153132" y="2250472"/>
                <a:ext cx="78235" cy="29336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510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42" y="252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0" y="629"/>
                    </a:lnTo>
                    <a:lnTo>
                      <a:pt x="84" y="839"/>
                    </a:lnTo>
                    <a:lnTo>
                      <a:pt x="210" y="965"/>
                    </a:lnTo>
                    <a:lnTo>
                      <a:pt x="420" y="1007"/>
                    </a:lnTo>
                    <a:lnTo>
                      <a:pt x="420" y="1007"/>
                    </a:lnTo>
                    <a:lnTo>
                      <a:pt x="3439" y="1510"/>
                    </a:lnTo>
                    <a:lnTo>
                      <a:pt x="3439" y="1510"/>
                    </a:lnTo>
                    <a:lnTo>
                      <a:pt x="3523" y="1510"/>
                    </a:lnTo>
                    <a:lnTo>
                      <a:pt x="3523" y="1510"/>
                    </a:lnTo>
                    <a:lnTo>
                      <a:pt x="3691" y="1468"/>
                    </a:lnTo>
                    <a:lnTo>
                      <a:pt x="3817" y="1384"/>
                    </a:lnTo>
                    <a:lnTo>
                      <a:pt x="3942" y="1258"/>
                    </a:lnTo>
                    <a:lnTo>
                      <a:pt x="4026" y="1091"/>
                    </a:lnTo>
                    <a:lnTo>
                      <a:pt x="4026" y="1091"/>
                    </a:lnTo>
                    <a:lnTo>
                      <a:pt x="3984" y="881"/>
                    </a:lnTo>
                    <a:lnTo>
                      <a:pt x="3942" y="713"/>
                    </a:lnTo>
                    <a:lnTo>
                      <a:pt x="3775" y="587"/>
                    </a:lnTo>
                    <a:lnTo>
                      <a:pt x="3607" y="504"/>
                    </a:lnTo>
                    <a:lnTo>
                      <a:pt x="3607" y="504"/>
                    </a:lnTo>
                    <a:lnTo>
                      <a:pt x="587" y="42"/>
                    </a:lnTo>
                    <a:lnTo>
                      <a:pt x="587" y="42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377;p17">
                <a:extLst>
                  <a:ext uri="{FF2B5EF4-FFF2-40B4-BE49-F238E27FC236}">
                    <a16:creationId xmlns:a16="http://schemas.microsoft.com/office/drawing/2014/main" id="{5F34B0EC-8ACA-BFD6-CF43-2C6933265493}"/>
                  </a:ext>
                </a:extLst>
              </p:cNvPr>
              <p:cNvSpPr/>
              <p:nvPr/>
            </p:nvSpPr>
            <p:spPr>
              <a:xfrm>
                <a:off x="4199076" y="2247208"/>
                <a:ext cx="79050" cy="26907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85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481" y="1"/>
                    </a:lnTo>
                    <a:lnTo>
                      <a:pt x="462" y="378"/>
                    </a:lnTo>
                    <a:lnTo>
                      <a:pt x="462" y="378"/>
                    </a:lnTo>
                    <a:lnTo>
                      <a:pt x="252" y="462"/>
                    </a:lnTo>
                    <a:lnTo>
                      <a:pt x="126" y="588"/>
                    </a:lnTo>
                    <a:lnTo>
                      <a:pt x="42" y="755"/>
                    </a:lnTo>
                    <a:lnTo>
                      <a:pt x="0" y="965"/>
                    </a:lnTo>
                    <a:lnTo>
                      <a:pt x="0" y="965"/>
                    </a:lnTo>
                    <a:lnTo>
                      <a:pt x="84" y="1133"/>
                    </a:lnTo>
                    <a:lnTo>
                      <a:pt x="168" y="1259"/>
                    </a:lnTo>
                    <a:lnTo>
                      <a:pt x="336" y="1384"/>
                    </a:lnTo>
                    <a:lnTo>
                      <a:pt x="504" y="1384"/>
                    </a:lnTo>
                    <a:lnTo>
                      <a:pt x="504" y="1384"/>
                    </a:lnTo>
                    <a:lnTo>
                      <a:pt x="588" y="1384"/>
                    </a:lnTo>
                    <a:lnTo>
                      <a:pt x="3607" y="1049"/>
                    </a:lnTo>
                    <a:lnTo>
                      <a:pt x="3607" y="1049"/>
                    </a:lnTo>
                    <a:lnTo>
                      <a:pt x="3817" y="965"/>
                    </a:lnTo>
                    <a:lnTo>
                      <a:pt x="3942" y="839"/>
                    </a:lnTo>
                    <a:lnTo>
                      <a:pt x="4026" y="672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3984" y="294"/>
                    </a:lnTo>
                    <a:lnTo>
                      <a:pt x="3900" y="126"/>
                    </a:lnTo>
                    <a:lnTo>
                      <a:pt x="3733" y="42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378;p17">
                <a:extLst>
                  <a:ext uri="{FF2B5EF4-FFF2-40B4-BE49-F238E27FC236}">
                    <a16:creationId xmlns:a16="http://schemas.microsoft.com/office/drawing/2014/main" id="{1E5072E7-4BC8-5085-4CC9-789C6C6746E3}"/>
                  </a:ext>
                </a:extLst>
              </p:cNvPr>
              <p:cNvSpPr/>
              <p:nvPr/>
            </p:nvSpPr>
            <p:spPr>
              <a:xfrm>
                <a:off x="4317212" y="2233357"/>
                <a:ext cx="78215" cy="26907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1385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481" y="1"/>
                    </a:lnTo>
                    <a:lnTo>
                      <a:pt x="419" y="378"/>
                    </a:lnTo>
                    <a:lnTo>
                      <a:pt x="419" y="378"/>
                    </a:lnTo>
                    <a:lnTo>
                      <a:pt x="252" y="420"/>
                    </a:lnTo>
                    <a:lnTo>
                      <a:pt x="84" y="546"/>
                    </a:lnTo>
                    <a:lnTo>
                      <a:pt x="0" y="714"/>
                    </a:lnTo>
                    <a:lnTo>
                      <a:pt x="0" y="923"/>
                    </a:lnTo>
                    <a:lnTo>
                      <a:pt x="0" y="923"/>
                    </a:lnTo>
                    <a:lnTo>
                      <a:pt x="42" y="1091"/>
                    </a:lnTo>
                    <a:lnTo>
                      <a:pt x="168" y="1259"/>
                    </a:lnTo>
                    <a:lnTo>
                      <a:pt x="294" y="1343"/>
                    </a:lnTo>
                    <a:lnTo>
                      <a:pt x="503" y="1385"/>
                    </a:lnTo>
                    <a:lnTo>
                      <a:pt x="503" y="1385"/>
                    </a:lnTo>
                    <a:lnTo>
                      <a:pt x="545" y="1385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4" y="923"/>
                    </a:lnTo>
                    <a:lnTo>
                      <a:pt x="3942" y="797"/>
                    </a:lnTo>
                    <a:lnTo>
                      <a:pt x="4026" y="630"/>
                    </a:lnTo>
                    <a:lnTo>
                      <a:pt x="4026" y="420"/>
                    </a:lnTo>
                    <a:lnTo>
                      <a:pt x="4026" y="420"/>
                    </a:lnTo>
                    <a:lnTo>
                      <a:pt x="3984" y="252"/>
                    </a:lnTo>
                    <a:lnTo>
                      <a:pt x="3858" y="126"/>
                    </a:lnTo>
                    <a:lnTo>
                      <a:pt x="3690" y="43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379;p17">
                <a:extLst>
                  <a:ext uri="{FF2B5EF4-FFF2-40B4-BE49-F238E27FC236}">
                    <a16:creationId xmlns:a16="http://schemas.microsoft.com/office/drawing/2014/main" id="{7858F6D3-9836-579C-EA18-F1F7E3E0F488}"/>
                  </a:ext>
                </a:extLst>
              </p:cNvPr>
              <p:cNvSpPr/>
              <p:nvPr/>
            </p:nvSpPr>
            <p:spPr>
              <a:xfrm>
                <a:off x="7035812" y="2232541"/>
                <a:ext cx="78235" cy="28539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469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3"/>
                    </a:lnTo>
                    <a:lnTo>
                      <a:pt x="168" y="126"/>
                    </a:lnTo>
                    <a:lnTo>
                      <a:pt x="43" y="294"/>
                    </a:lnTo>
                    <a:lnTo>
                      <a:pt x="1" y="462"/>
                    </a:lnTo>
                    <a:lnTo>
                      <a:pt x="1" y="462"/>
                    </a:lnTo>
                    <a:lnTo>
                      <a:pt x="1" y="672"/>
                    </a:lnTo>
                    <a:lnTo>
                      <a:pt x="85" y="839"/>
                    </a:lnTo>
                    <a:lnTo>
                      <a:pt x="252" y="965"/>
                    </a:lnTo>
                    <a:lnTo>
                      <a:pt x="420" y="1049"/>
                    </a:lnTo>
                    <a:lnTo>
                      <a:pt x="420" y="1049"/>
                    </a:lnTo>
                    <a:lnTo>
                      <a:pt x="3439" y="1468"/>
                    </a:lnTo>
                    <a:lnTo>
                      <a:pt x="3439" y="1468"/>
                    </a:lnTo>
                    <a:lnTo>
                      <a:pt x="3523" y="1468"/>
                    </a:lnTo>
                    <a:lnTo>
                      <a:pt x="3523" y="1468"/>
                    </a:lnTo>
                    <a:lnTo>
                      <a:pt x="3691" y="1468"/>
                    </a:lnTo>
                    <a:lnTo>
                      <a:pt x="3859" y="1385"/>
                    </a:lnTo>
                    <a:lnTo>
                      <a:pt x="3943" y="1217"/>
                    </a:lnTo>
                    <a:lnTo>
                      <a:pt x="4026" y="1049"/>
                    </a:lnTo>
                    <a:lnTo>
                      <a:pt x="4026" y="1049"/>
                    </a:lnTo>
                    <a:lnTo>
                      <a:pt x="4026" y="839"/>
                    </a:lnTo>
                    <a:lnTo>
                      <a:pt x="3943" y="672"/>
                    </a:lnTo>
                    <a:lnTo>
                      <a:pt x="3775" y="546"/>
                    </a:lnTo>
                    <a:lnTo>
                      <a:pt x="3607" y="462"/>
                    </a:lnTo>
                    <a:lnTo>
                      <a:pt x="3607" y="462"/>
                    </a:lnTo>
                    <a:lnTo>
                      <a:pt x="588" y="43"/>
                    </a:lnTo>
                    <a:lnTo>
                      <a:pt x="588" y="43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380;p17">
                <a:extLst>
                  <a:ext uri="{FF2B5EF4-FFF2-40B4-BE49-F238E27FC236}">
                    <a16:creationId xmlns:a16="http://schemas.microsoft.com/office/drawing/2014/main" id="{103B3AE6-3645-0B31-EA8B-15CB1655843D}"/>
                  </a:ext>
                </a:extLst>
              </p:cNvPr>
              <p:cNvSpPr/>
              <p:nvPr/>
            </p:nvSpPr>
            <p:spPr>
              <a:xfrm>
                <a:off x="4434513" y="2219505"/>
                <a:ext cx="79050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43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482" y="1"/>
                    </a:lnTo>
                    <a:lnTo>
                      <a:pt x="3482" y="1"/>
                    </a:lnTo>
                    <a:lnTo>
                      <a:pt x="462" y="336"/>
                    </a:lnTo>
                    <a:lnTo>
                      <a:pt x="462" y="336"/>
                    </a:lnTo>
                    <a:lnTo>
                      <a:pt x="252" y="420"/>
                    </a:lnTo>
                    <a:lnTo>
                      <a:pt x="127" y="546"/>
                    </a:lnTo>
                    <a:lnTo>
                      <a:pt x="43" y="714"/>
                    </a:lnTo>
                    <a:lnTo>
                      <a:pt x="1" y="923"/>
                    </a:lnTo>
                    <a:lnTo>
                      <a:pt x="1" y="923"/>
                    </a:lnTo>
                    <a:lnTo>
                      <a:pt x="85" y="1091"/>
                    </a:lnTo>
                    <a:lnTo>
                      <a:pt x="169" y="1217"/>
                    </a:lnTo>
                    <a:lnTo>
                      <a:pt x="336" y="1343"/>
                    </a:lnTo>
                    <a:lnTo>
                      <a:pt x="504" y="1343"/>
                    </a:lnTo>
                    <a:lnTo>
                      <a:pt x="504" y="1343"/>
                    </a:lnTo>
                    <a:lnTo>
                      <a:pt x="588" y="1343"/>
                    </a:lnTo>
                    <a:lnTo>
                      <a:pt x="588" y="1343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817" y="923"/>
                    </a:lnTo>
                    <a:lnTo>
                      <a:pt x="3943" y="797"/>
                    </a:lnTo>
                    <a:lnTo>
                      <a:pt x="4027" y="630"/>
                    </a:lnTo>
                    <a:lnTo>
                      <a:pt x="4069" y="420"/>
                    </a:lnTo>
                    <a:lnTo>
                      <a:pt x="4069" y="420"/>
                    </a:lnTo>
                    <a:lnTo>
                      <a:pt x="3985" y="252"/>
                    </a:lnTo>
                    <a:lnTo>
                      <a:pt x="3901" y="127"/>
                    </a:lnTo>
                    <a:lnTo>
                      <a:pt x="3733" y="1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381;p17">
                <a:extLst>
                  <a:ext uri="{FF2B5EF4-FFF2-40B4-BE49-F238E27FC236}">
                    <a16:creationId xmlns:a16="http://schemas.microsoft.com/office/drawing/2014/main" id="{D7BBA090-C09C-0AA6-0AFD-8B5D766D1F77}"/>
                  </a:ext>
                </a:extLst>
              </p:cNvPr>
              <p:cNvSpPr/>
              <p:nvPr/>
            </p:nvSpPr>
            <p:spPr>
              <a:xfrm>
                <a:off x="6918492" y="2216241"/>
                <a:ext cx="78235" cy="27723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427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3"/>
                    </a:lnTo>
                    <a:lnTo>
                      <a:pt x="169" y="127"/>
                    </a:lnTo>
                    <a:lnTo>
                      <a:pt x="43" y="295"/>
                    </a:lnTo>
                    <a:lnTo>
                      <a:pt x="1" y="462"/>
                    </a:lnTo>
                    <a:lnTo>
                      <a:pt x="1" y="462"/>
                    </a:lnTo>
                    <a:lnTo>
                      <a:pt x="1" y="672"/>
                    </a:lnTo>
                    <a:lnTo>
                      <a:pt x="85" y="840"/>
                    </a:lnTo>
                    <a:lnTo>
                      <a:pt x="253" y="965"/>
                    </a:lnTo>
                    <a:lnTo>
                      <a:pt x="420" y="1007"/>
                    </a:lnTo>
                    <a:lnTo>
                      <a:pt x="420" y="1007"/>
                    </a:lnTo>
                    <a:lnTo>
                      <a:pt x="3440" y="1427"/>
                    </a:lnTo>
                    <a:lnTo>
                      <a:pt x="3440" y="1427"/>
                    </a:lnTo>
                    <a:lnTo>
                      <a:pt x="3523" y="1427"/>
                    </a:lnTo>
                    <a:lnTo>
                      <a:pt x="3523" y="1427"/>
                    </a:lnTo>
                    <a:lnTo>
                      <a:pt x="3691" y="1427"/>
                    </a:lnTo>
                    <a:lnTo>
                      <a:pt x="3859" y="1301"/>
                    </a:lnTo>
                    <a:lnTo>
                      <a:pt x="3985" y="1175"/>
                    </a:lnTo>
                    <a:lnTo>
                      <a:pt x="4027" y="1007"/>
                    </a:lnTo>
                    <a:lnTo>
                      <a:pt x="4027" y="1007"/>
                    </a:lnTo>
                    <a:lnTo>
                      <a:pt x="4027" y="798"/>
                    </a:lnTo>
                    <a:lnTo>
                      <a:pt x="3943" y="630"/>
                    </a:lnTo>
                    <a:lnTo>
                      <a:pt x="3775" y="504"/>
                    </a:lnTo>
                    <a:lnTo>
                      <a:pt x="3607" y="420"/>
                    </a:lnTo>
                    <a:lnTo>
                      <a:pt x="3607" y="420"/>
                    </a:lnTo>
                    <a:lnTo>
                      <a:pt x="546" y="1"/>
                    </a:lnTo>
                    <a:lnTo>
                      <a:pt x="546" y="1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382;p17">
                <a:extLst>
                  <a:ext uri="{FF2B5EF4-FFF2-40B4-BE49-F238E27FC236}">
                    <a16:creationId xmlns:a16="http://schemas.microsoft.com/office/drawing/2014/main" id="{9B083E47-EFE9-2F2A-0613-2DAA938CC6EA}"/>
                  </a:ext>
                </a:extLst>
              </p:cNvPr>
              <p:cNvSpPr/>
              <p:nvPr/>
            </p:nvSpPr>
            <p:spPr>
              <a:xfrm>
                <a:off x="1923646" y="2215445"/>
                <a:ext cx="20399" cy="79031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4068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9" y="126"/>
                    </a:lnTo>
                    <a:lnTo>
                      <a:pt x="43" y="294"/>
                    </a:lnTo>
                    <a:lnTo>
                      <a:pt x="1" y="503"/>
                    </a:lnTo>
                    <a:lnTo>
                      <a:pt x="1" y="3565"/>
                    </a:lnTo>
                    <a:lnTo>
                      <a:pt x="1" y="3565"/>
                    </a:lnTo>
                    <a:lnTo>
                      <a:pt x="43" y="3732"/>
                    </a:lnTo>
                    <a:lnTo>
                      <a:pt x="169" y="3900"/>
                    </a:lnTo>
                    <a:lnTo>
                      <a:pt x="336" y="4026"/>
                    </a:lnTo>
                    <a:lnTo>
                      <a:pt x="504" y="4068"/>
                    </a:lnTo>
                    <a:lnTo>
                      <a:pt x="504" y="4068"/>
                    </a:lnTo>
                    <a:lnTo>
                      <a:pt x="714" y="4026"/>
                    </a:lnTo>
                    <a:lnTo>
                      <a:pt x="882" y="3900"/>
                    </a:lnTo>
                    <a:lnTo>
                      <a:pt x="1007" y="3732"/>
                    </a:lnTo>
                    <a:lnTo>
                      <a:pt x="1049" y="3565"/>
                    </a:lnTo>
                    <a:lnTo>
                      <a:pt x="1049" y="503"/>
                    </a:lnTo>
                    <a:lnTo>
                      <a:pt x="1049" y="503"/>
                    </a:lnTo>
                    <a:lnTo>
                      <a:pt x="1007" y="294"/>
                    </a:lnTo>
                    <a:lnTo>
                      <a:pt x="882" y="126"/>
                    </a:lnTo>
                    <a:lnTo>
                      <a:pt x="714" y="42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383;p17">
                <a:extLst>
                  <a:ext uri="{FF2B5EF4-FFF2-40B4-BE49-F238E27FC236}">
                    <a16:creationId xmlns:a16="http://schemas.microsoft.com/office/drawing/2014/main" id="{C43E24CE-4CE6-7BCB-931A-6DA692B24627}"/>
                  </a:ext>
                </a:extLst>
              </p:cNvPr>
              <p:cNvSpPr/>
              <p:nvPr/>
            </p:nvSpPr>
            <p:spPr>
              <a:xfrm>
                <a:off x="4552649" y="2205654"/>
                <a:ext cx="78235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43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481" y="1"/>
                    </a:lnTo>
                    <a:lnTo>
                      <a:pt x="3481" y="1"/>
                    </a:lnTo>
                    <a:lnTo>
                      <a:pt x="462" y="336"/>
                    </a:lnTo>
                    <a:lnTo>
                      <a:pt x="462" y="336"/>
                    </a:lnTo>
                    <a:lnTo>
                      <a:pt x="252" y="420"/>
                    </a:lnTo>
                    <a:lnTo>
                      <a:pt x="84" y="546"/>
                    </a:lnTo>
                    <a:lnTo>
                      <a:pt x="1" y="714"/>
                    </a:lnTo>
                    <a:lnTo>
                      <a:pt x="1" y="923"/>
                    </a:lnTo>
                    <a:lnTo>
                      <a:pt x="1" y="923"/>
                    </a:lnTo>
                    <a:lnTo>
                      <a:pt x="42" y="1091"/>
                    </a:lnTo>
                    <a:lnTo>
                      <a:pt x="168" y="1217"/>
                    </a:lnTo>
                    <a:lnTo>
                      <a:pt x="336" y="1343"/>
                    </a:lnTo>
                    <a:lnTo>
                      <a:pt x="504" y="1343"/>
                    </a:lnTo>
                    <a:lnTo>
                      <a:pt x="504" y="1343"/>
                    </a:lnTo>
                    <a:lnTo>
                      <a:pt x="546" y="1343"/>
                    </a:lnTo>
                    <a:lnTo>
                      <a:pt x="546" y="1343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5" y="923"/>
                    </a:lnTo>
                    <a:lnTo>
                      <a:pt x="3943" y="798"/>
                    </a:lnTo>
                    <a:lnTo>
                      <a:pt x="4026" y="630"/>
                    </a:lnTo>
                    <a:lnTo>
                      <a:pt x="4026" y="462"/>
                    </a:lnTo>
                    <a:lnTo>
                      <a:pt x="4026" y="462"/>
                    </a:lnTo>
                    <a:lnTo>
                      <a:pt x="3984" y="252"/>
                    </a:lnTo>
                    <a:lnTo>
                      <a:pt x="3859" y="127"/>
                    </a:lnTo>
                    <a:lnTo>
                      <a:pt x="3733" y="43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384;p17">
                <a:extLst>
                  <a:ext uri="{FF2B5EF4-FFF2-40B4-BE49-F238E27FC236}">
                    <a16:creationId xmlns:a16="http://schemas.microsoft.com/office/drawing/2014/main" id="{A3C12066-86F6-6E63-0CE4-B7795BCF1D4B}"/>
                  </a:ext>
                </a:extLst>
              </p:cNvPr>
              <p:cNvSpPr/>
              <p:nvPr/>
            </p:nvSpPr>
            <p:spPr>
              <a:xfrm>
                <a:off x="6800376" y="2201593"/>
                <a:ext cx="79031" cy="26907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385" fill="none" extrusionOk="0">
                    <a:moveTo>
                      <a:pt x="545" y="0"/>
                    </a:moveTo>
                    <a:lnTo>
                      <a:pt x="545" y="0"/>
                    </a:lnTo>
                    <a:lnTo>
                      <a:pt x="336" y="0"/>
                    </a:lnTo>
                    <a:lnTo>
                      <a:pt x="168" y="126"/>
                    </a:lnTo>
                    <a:lnTo>
                      <a:pt x="84" y="252"/>
                    </a:lnTo>
                    <a:lnTo>
                      <a:pt x="0" y="419"/>
                    </a:lnTo>
                    <a:lnTo>
                      <a:pt x="0" y="419"/>
                    </a:lnTo>
                    <a:lnTo>
                      <a:pt x="42" y="629"/>
                    </a:lnTo>
                    <a:lnTo>
                      <a:pt x="126" y="797"/>
                    </a:lnTo>
                    <a:lnTo>
                      <a:pt x="252" y="923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481" y="1384"/>
                    </a:lnTo>
                    <a:lnTo>
                      <a:pt x="3481" y="1384"/>
                    </a:lnTo>
                    <a:lnTo>
                      <a:pt x="3565" y="1384"/>
                    </a:lnTo>
                    <a:lnTo>
                      <a:pt x="3565" y="1384"/>
                    </a:lnTo>
                    <a:lnTo>
                      <a:pt x="3732" y="1342"/>
                    </a:lnTo>
                    <a:lnTo>
                      <a:pt x="3900" y="1258"/>
                    </a:lnTo>
                    <a:lnTo>
                      <a:pt x="3984" y="1132"/>
                    </a:lnTo>
                    <a:lnTo>
                      <a:pt x="4068" y="923"/>
                    </a:lnTo>
                    <a:lnTo>
                      <a:pt x="4068" y="923"/>
                    </a:lnTo>
                    <a:lnTo>
                      <a:pt x="4026" y="755"/>
                    </a:lnTo>
                    <a:lnTo>
                      <a:pt x="3942" y="545"/>
                    </a:lnTo>
                    <a:lnTo>
                      <a:pt x="3816" y="419"/>
                    </a:lnTo>
                    <a:lnTo>
                      <a:pt x="3607" y="378"/>
                    </a:lnTo>
                    <a:lnTo>
                      <a:pt x="3607" y="378"/>
                    </a:lnTo>
                    <a:lnTo>
                      <a:pt x="587" y="0"/>
                    </a:lnTo>
                    <a:lnTo>
                      <a:pt x="587" y="0"/>
                    </a:lnTo>
                    <a:lnTo>
                      <a:pt x="54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385;p17">
                <a:extLst>
                  <a:ext uri="{FF2B5EF4-FFF2-40B4-BE49-F238E27FC236}">
                    <a16:creationId xmlns:a16="http://schemas.microsoft.com/office/drawing/2014/main" id="{655934D3-9AE0-D2F9-3B87-7D86AF5EFA3A}"/>
                  </a:ext>
                </a:extLst>
              </p:cNvPr>
              <p:cNvSpPr/>
              <p:nvPr/>
            </p:nvSpPr>
            <p:spPr>
              <a:xfrm>
                <a:off x="4670784" y="2192618"/>
                <a:ext cx="78235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43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481" y="1"/>
                    </a:lnTo>
                    <a:lnTo>
                      <a:pt x="3481" y="1"/>
                    </a:lnTo>
                    <a:lnTo>
                      <a:pt x="420" y="336"/>
                    </a:lnTo>
                    <a:lnTo>
                      <a:pt x="420" y="336"/>
                    </a:lnTo>
                    <a:lnTo>
                      <a:pt x="252" y="378"/>
                    </a:lnTo>
                    <a:lnTo>
                      <a:pt x="84" y="504"/>
                    </a:lnTo>
                    <a:lnTo>
                      <a:pt x="0" y="672"/>
                    </a:lnTo>
                    <a:lnTo>
                      <a:pt x="0" y="881"/>
                    </a:lnTo>
                    <a:lnTo>
                      <a:pt x="0" y="881"/>
                    </a:lnTo>
                    <a:lnTo>
                      <a:pt x="42" y="1049"/>
                    </a:lnTo>
                    <a:lnTo>
                      <a:pt x="168" y="1217"/>
                    </a:lnTo>
                    <a:lnTo>
                      <a:pt x="294" y="1301"/>
                    </a:lnTo>
                    <a:lnTo>
                      <a:pt x="503" y="1343"/>
                    </a:lnTo>
                    <a:lnTo>
                      <a:pt x="503" y="1343"/>
                    </a:lnTo>
                    <a:lnTo>
                      <a:pt x="545" y="1343"/>
                    </a:lnTo>
                    <a:lnTo>
                      <a:pt x="545" y="1343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4" y="965"/>
                    </a:lnTo>
                    <a:lnTo>
                      <a:pt x="3942" y="840"/>
                    </a:lnTo>
                    <a:lnTo>
                      <a:pt x="4026" y="672"/>
                    </a:lnTo>
                    <a:lnTo>
                      <a:pt x="4026" y="462"/>
                    </a:lnTo>
                    <a:lnTo>
                      <a:pt x="4026" y="462"/>
                    </a:lnTo>
                    <a:lnTo>
                      <a:pt x="3984" y="252"/>
                    </a:lnTo>
                    <a:lnTo>
                      <a:pt x="3858" y="127"/>
                    </a:lnTo>
                    <a:lnTo>
                      <a:pt x="3691" y="43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386;p17">
                <a:extLst>
                  <a:ext uri="{FF2B5EF4-FFF2-40B4-BE49-F238E27FC236}">
                    <a16:creationId xmlns:a16="http://schemas.microsoft.com/office/drawing/2014/main" id="{05932449-EC8E-4CAD-749B-2A88BF439268}"/>
                  </a:ext>
                </a:extLst>
              </p:cNvPr>
              <p:cNvSpPr/>
              <p:nvPr/>
            </p:nvSpPr>
            <p:spPr>
              <a:xfrm>
                <a:off x="6683056" y="2187742"/>
                <a:ext cx="78235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43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294" y="0"/>
                    </a:lnTo>
                    <a:lnTo>
                      <a:pt x="126" y="126"/>
                    </a:lnTo>
                    <a:lnTo>
                      <a:pt x="42" y="252"/>
                    </a:lnTo>
                    <a:lnTo>
                      <a:pt x="0" y="420"/>
                    </a:lnTo>
                    <a:lnTo>
                      <a:pt x="0" y="420"/>
                    </a:lnTo>
                    <a:lnTo>
                      <a:pt x="0" y="629"/>
                    </a:lnTo>
                    <a:lnTo>
                      <a:pt x="84" y="797"/>
                    </a:lnTo>
                    <a:lnTo>
                      <a:pt x="252" y="923"/>
                    </a:lnTo>
                    <a:lnTo>
                      <a:pt x="420" y="1007"/>
                    </a:lnTo>
                    <a:lnTo>
                      <a:pt x="420" y="1007"/>
                    </a:lnTo>
                    <a:lnTo>
                      <a:pt x="3481" y="1342"/>
                    </a:lnTo>
                    <a:lnTo>
                      <a:pt x="3481" y="1342"/>
                    </a:lnTo>
                    <a:lnTo>
                      <a:pt x="3523" y="1342"/>
                    </a:lnTo>
                    <a:lnTo>
                      <a:pt x="3523" y="1342"/>
                    </a:lnTo>
                    <a:lnTo>
                      <a:pt x="3691" y="1300"/>
                    </a:lnTo>
                    <a:lnTo>
                      <a:pt x="3859" y="1216"/>
                    </a:lnTo>
                    <a:lnTo>
                      <a:pt x="3984" y="1091"/>
                    </a:lnTo>
                    <a:lnTo>
                      <a:pt x="4026" y="881"/>
                    </a:lnTo>
                    <a:lnTo>
                      <a:pt x="4026" y="881"/>
                    </a:lnTo>
                    <a:lnTo>
                      <a:pt x="4026" y="713"/>
                    </a:lnTo>
                    <a:lnTo>
                      <a:pt x="3942" y="503"/>
                    </a:lnTo>
                    <a:lnTo>
                      <a:pt x="3775" y="378"/>
                    </a:lnTo>
                    <a:lnTo>
                      <a:pt x="3565" y="336"/>
                    </a:lnTo>
                    <a:lnTo>
                      <a:pt x="3565" y="336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387;p17">
                <a:extLst>
                  <a:ext uri="{FF2B5EF4-FFF2-40B4-BE49-F238E27FC236}">
                    <a16:creationId xmlns:a16="http://schemas.microsoft.com/office/drawing/2014/main" id="{2976A1FD-5599-A3DB-EBE3-2C14F55E2DDD}"/>
                  </a:ext>
                </a:extLst>
              </p:cNvPr>
              <p:cNvSpPr/>
              <p:nvPr/>
            </p:nvSpPr>
            <p:spPr>
              <a:xfrm>
                <a:off x="4788901" y="2180399"/>
                <a:ext cx="78235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43" fill="none" extrusionOk="0">
                    <a:moveTo>
                      <a:pt x="3524" y="1"/>
                    </a:moveTo>
                    <a:lnTo>
                      <a:pt x="3524" y="1"/>
                    </a:lnTo>
                    <a:lnTo>
                      <a:pt x="3482" y="1"/>
                    </a:lnTo>
                    <a:lnTo>
                      <a:pt x="3482" y="1"/>
                    </a:lnTo>
                    <a:lnTo>
                      <a:pt x="420" y="294"/>
                    </a:lnTo>
                    <a:lnTo>
                      <a:pt x="420" y="294"/>
                    </a:lnTo>
                    <a:lnTo>
                      <a:pt x="253" y="378"/>
                    </a:lnTo>
                    <a:lnTo>
                      <a:pt x="85" y="504"/>
                    </a:lnTo>
                    <a:lnTo>
                      <a:pt x="1" y="672"/>
                    </a:lnTo>
                    <a:lnTo>
                      <a:pt x="1" y="881"/>
                    </a:lnTo>
                    <a:lnTo>
                      <a:pt x="1" y="881"/>
                    </a:lnTo>
                    <a:lnTo>
                      <a:pt x="43" y="1049"/>
                    </a:lnTo>
                    <a:lnTo>
                      <a:pt x="169" y="1175"/>
                    </a:lnTo>
                    <a:lnTo>
                      <a:pt x="294" y="1301"/>
                    </a:lnTo>
                    <a:lnTo>
                      <a:pt x="504" y="1343"/>
                    </a:lnTo>
                    <a:lnTo>
                      <a:pt x="504" y="1343"/>
                    </a:lnTo>
                    <a:lnTo>
                      <a:pt x="546" y="1343"/>
                    </a:lnTo>
                    <a:lnTo>
                      <a:pt x="546" y="1343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01" y="840"/>
                    </a:lnTo>
                    <a:lnTo>
                      <a:pt x="4027" y="672"/>
                    </a:lnTo>
                    <a:lnTo>
                      <a:pt x="4027" y="462"/>
                    </a:lnTo>
                    <a:lnTo>
                      <a:pt x="4027" y="462"/>
                    </a:lnTo>
                    <a:lnTo>
                      <a:pt x="3985" y="294"/>
                    </a:lnTo>
                    <a:lnTo>
                      <a:pt x="3859" y="127"/>
                    </a:lnTo>
                    <a:lnTo>
                      <a:pt x="3733" y="43"/>
                    </a:lnTo>
                    <a:lnTo>
                      <a:pt x="352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388;p17">
                <a:extLst>
                  <a:ext uri="{FF2B5EF4-FFF2-40B4-BE49-F238E27FC236}">
                    <a16:creationId xmlns:a16="http://schemas.microsoft.com/office/drawing/2014/main" id="{72607503-3948-340E-D4D2-16E45EDBB5FE}"/>
                  </a:ext>
                </a:extLst>
              </p:cNvPr>
              <p:cNvSpPr/>
              <p:nvPr/>
            </p:nvSpPr>
            <p:spPr>
              <a:xfrm>
                <a:off x="6564920" y="2175522"/>
                <a:ext cx="78235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01" fill="none" extrusionOk="0">
                    <a:moveTo>
                      <a:pt x="462" y="0"/>
                    </a:moveTo>
                    <a:lnTo>
                      <a:pt x="462" y="0"/>
                    </a:lnTo>
                    <a:lnTo>
                      <a:pt x="294" y="0"/>
                    </a:lnTo>
                    <a:lnTo>
                      <a:pt x="127" y="126"/>
                    </a:lnTo>
                    <a:lnTo>
                      <a:pt x="43" y="252"/>
                    </a:lnTo>
                    <a:lnTo>
                      <a:pt x="1" y="420"/>
                    </a:lnTo>
                    <a:lnTo>
                      <a:pt x="1" y="420"/>
                    </a:lnTo>
                    <a:lnTo>
                      <a:pt x="1" y="629"/>
                    </a:lnTo>
                    <a:lnTo>
                      <a:pt x="85" y="797"/>
                    </a:lnTo>
                    <a:lnTo>
                      <a:pt x="252" y="923"/>
                    </a:lnTo>
                    <a:lnTo>
                      <a:pt x="420" y="1007"/>
                    </a:lnTo>
                    <a:lnTo>
                      <a:pt x="420" y="1007"/>
                    </a:lnTo>
                    <a:lnTo>
                      <a:pt x="3481" y="1300"/>
                    </a:lnTo>
                    <a:lnTo>
                      <a:pt x="3481" y="1300"/>
                    </a:lnTo>
                    <a:lnTo>
                      <a:pt x="3523" y="1300"/>
                    </a:lnTo>
                    <a:lnTo>
                      <a:pt x="3523" y="1300"/>
                    </a:lnTo>
                    <a:lnTo>
                      <a:pt x="3691" y="1258"/>
                    </a:lnTo>
                    <a:lnTo>
                      <a:pt x="3859" y="1174"/>
                    </a:lnTo>
                    <a:lnTo>
                      <a:pt x="3985" y="1049"/>
                    </a:lnTo>
                    <a:lnTo>
                      <a:pt x="4027" y="839"/>
                    </a:lnTo>
                    <a:lnTo>
                      <a:pt x="4027" y="839"/>
                    </a:lnTo>
                    <a:lnTo>
                      <a:pt x="4027" y="629"/>
                    </a:lnTo>
                    <a:lnTo>
                      <a:pt x="3943" y="461"/>
                    </a:lnTo>
                    <a:lnTo>
                      <a:pt x="3775" y="336"/>
                    </a:lnTo>
                    <a:lnTo>
                      <a:pt x="3565" y="294"/>
                    </a:lnTo>
                    <a:lnTo>
                      <a:pt x="3565" y="294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462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389;p17">
                <a:extLst>
                  <a:ext uri="{FF2B5EF4-FFF2-40B4-BE49-F238E27FC236}">
                    <a16:creationId xmlns:a16="http://schemas.microsoft.com/office/drawing/2014/main" id="{67F9898B-B1FF-31CC-8A09-E8234E19A93A}"/>
                  </a:ext>
                </a:extLst>
              </p:cNvPr>
              <p:cNvSpPr/>
              <p:nvPr/>
            </p:nvSpPr>
            <p:spPr>
              <a:xfrm>
                <a:off x="4906221" y="2169811"/>
                <a:ext cx="79050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59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462" y="252"/>
                    </a:lnTo>
                    <a:lnTo>
                      <a:pt x="462" y="252"/>
                    </a:lnTo>
                    <a:lnTo>
                      <a:pt x="294" y="336"/>
                    </a:lnTo>
                    <a:lnTo>
                      <a:pt x="126" y="462"/>
                    </a:lnTo>
                    <a:lnTo>
                      <a:pt x="43" y="630"/>
                    </a:lnTo>
                    <a:lnTo>
                      <a:pt x="1" y="797"/>
                    </a:lnTo>
                    <a:lnTo>
                      <a:pt x="1" y="797"/>
                    </a:lnTo>
                    <a:lnTo>
                      <a:pt x="85" y="1007"/>
                    </a:lnTo>
                    <a:lnTo>
                      <a:pt x="168" y="1133"/>
                    </a:lnTo>
                    <a:lnTo>
                      <a:pt x="336" y="1259"/>
                    </a:lnTo>
                    <a:lnTo>
                      <a:pt x="504" y="1259"/>
                    </a:lnTo>
                    <a:lnTo>
                      <a:pt x="504" y="1259"/>
                    </a:lnTo>
                    <a:lnTo>
                      <a:pt x="588" y="1259"/>
                    </a:lnTo>
                    <a:lnTo>
                      <a:pt x="588" y="1259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817" y="923"/>
                    </a:lnTo>
                    <a:lnTo>
                      <a:pt x="3943" y="839"/>
                    </a:lnTo>
                    <a:lnTo>
                      <a:pt x="4026" y="630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4026" y="252"/>
                    </a:lnTo>
                    <a:lnTo>
                      <a:pt x="3901" y="126"/>
                    </a:lnTo>
                    <a:lnTo>
                      <a:pt x="3733" y="1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390;p17">
                <a:extLst>
                  <a:ext uri="{FF2B5EF4-FFF2-40B4-BE49-F238E27FC236}">
                    <a16:creationId xmlns:a16="http://schemas.microsoft.com/office/drawing/2014/main" id="{43572A58-DD01-004A-B8A5-BEF639D46CBF}"/>
                  </a:ext>
                </a:extLst>
              </p:cNvPr>
              <p:cNvSpPr/>
              <p:nvPr/>
            </p:nvSpPr>
            <p:spPr>
              <a:xfrm>
                <a:off x="6445988" y="2164119"/>
                <a:ext cx="79031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301" fill="none" extrusionOk="0">
                    <a:moveTo>
                      <a:pt x="503" y="0"/>
                    </a:moveTo>
                    <a:lnTo>
                      <a:pt x="503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84" y="294"/>
                    </a:lnTo>
                    <a:lnTo>
                      <a:pt x="0" y="461"/>
                    </a:lnTo>
                    <a:lnTo>
                      <a:pt x="0" y="461"/>
                    </a:lnTo>
                    <a:lnTo>
                      <a:pt x="42" y="671"/>
                    </a:lnTo>
                    <a:lnTo>
                      <a:pt x="126" y="839"/>
                    </a:lnTo>
                    <a:lnTo>
                      <a:pt x="294" y="965"/>
                    </a:lnTo>
                    <a:lnTo>
                      <a:pt x="461" y="1007"/>
                    </a:lnTo>
                    <a:lnTo>
                      <a:pt x="461" y="1007"/>
                    </a:lnTo>
                    <a:lnTo>
                      <a:pt x="3523" y="1300"/>
                    </a:lnTo>
                    <a:lnTo>
                      <a:pt x="3523" y="1300"/>
                    </a:lnTo>
                    <a:lnTo>
                      <a:pt x="3565" y="1300"/>
                    </a:lnTo>
                    <a:lnTo>
                      <a:pt x="3565" y="1300"/>
                    </a:lnTo>
                    <a:lnTo>
                      <a:pt x="3732" y="1258"/>
                    </a:lnTo>
                    <a:lnTo>
                      <a:pt x="3900" y="1174"/>
                    </a:lnTo>
                    <a:lnTo>
                      <a:pt x="4026" y="1007"/>
                    </a:lnTo>
                    <a:lnTo>
                      <a:pt x="4068" y="839"/>
                    </a:lnTo>
                    <a:lnTo>
                      <a:pt x="4068" y="839"/>
                    </a:lnTo>
                    <a:lnTo>
                      <a:pt x="4068" y="629"/>
                    </a:lnTo>
                    <a:lnTo>
                      <a:pt x="3942" y="461"/>
                    </a:lnTo>
                    <a:lnTo>
                      <a:pt x="3816" y="336"/>
                    </a:lnTo>
                    <a:lnTo>
                      <a:pt x="3607" y="294"/>
                    </a:lnTo>
                    <a:lnTo>
                      <a:pt x="3607" y="294"/>
                    </a:lnTo>
                    <a:lnTo>
                      <a:pt x="545" y="0"/>
                    </a:lnTo>
                    <a:lnTo>
                      <a:pt x="545" y="0"/>
                    </a:lnTo>
                    <a:lnTo>
                      <a:pt x="50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391;p17">
                <a:extLst>
                  <a:ext uri="{FF2B5EF4-FFF2-40B4-BE49-F238E27FC236}">
                    <a16:creationId xmlns:a16="http://schemas.microsoft.com/office/drawing/2014/main" id="{C7FBBB36-D52F-AE15-2D2C-23873A97C959}"/>
                  </a:ext>
                </a:extLst>
              </p:cNvPr>
              <p:cNvSpPr/>
              <p:nvPr/>
            </p:nvSpPr>
            <p:spPr>
              <a:xfrm>
                <a:off x="5024356" y="2160039"/>
                <a:ext cx="79050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59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23" y="0"/>
                    </a:lnTo>
                    <a:lnTo>
                      <a:pt x="3523" y="0"/>
                    </a:lnTo>
                    <a:lnTo>
                      <a:pt x="462" y="252"/>
                    </a:lnTo>
                    <a:lnTo>
                      <a:pt x="462" y="252"/>
                    </a:lnTo>
                    <a:lnTo>
                      <a:pt x="294" y="294"/>
                    </a:lnTo>
                    <a:lnTo>
                      <a:pt x="126" y="420"/>
                    </a:lnTo>
                    <a:lnTo>
                      <a:pt x="42" y="588"/>
                    </a:lnTo>
                    <a:lnTo>
                      <a:pt x="0" y="797"/>
                    </a:lnTo>
                    <a:lnTo>
                      <a:pt x="0" y="797"/>
                    </a:lnTo>
                    <a:lnTo>
                      <a:pt x="84" y="965"/>
                    </a:lnTo>
                    <a:lnTo>
                      <a:pt x="168" y="1133"/>
                    </a:lnTo>
                    <a:lnTo>
                      <a:pt x="336" y="1217"/>
                    </a:lnTo>
                    <a:lnTo>
                      <a:pt x="504" y="1258"/>
                    </a:lnTo>
                    <a:lnTo>
                      <a:pt x="546" y="1258"/>
                    </a:lnTo>
                    <a:lnTo>
                      <a:pt x="546" y="1258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5" y="965"/>
                    </a:lnTo>
                    <a:lnTo>
                      <a:pt x="3942" y="839"/>
                    </a:lnTo>
                    <a:lnTo>
                      <a:pt x="4026" y="671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4026" y="252"/>
                    </a:lnTo>
                    <a:lnTo>
                      <a:pt x="3900" y="126"/>
                    </a:lnTo>
                    <a:lnTo>
                      <a:pt x="3733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392;p17">
                <a:extLst>
                  <a:ext uri="{FF2B5EF4-FFF2-40B4-BE49-F238E27FC236}">
                    <a16:creationId xmlns:a16="http://schemas.microsoft.com/office/drawing/2014/main" id="{6643EBB1-5373-3A69-1E32-8C76E4A990B9}"/>
                  </a:ext>
                </a:extLst>
              </p:cNvPr>
              <p:cNvSpPr/>
              <p:nvPr/>
            </p:nvSpPr>
            <p:spPr>
              <a:xfrm>
                <a:off x="7248441" y="2158407"/>
                <a:ext cx="48899" cy="70891"/>
              </a:xfrm>
              <a:custGeom>
                <a:avLst/>
                <a:gdLst/>
                <a:ahLst/>
                <a:cxnLst/>
                <a:rect l="l" t="t" r="r" b="b"/>
                <a:pathLst>
                  <a:path w="2517" h="3649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78" y="1"/>
                    </a:lnTo>
                    <a:lnTo>
                      <a:pt x="252" y="42"/>
                    </a:lnTo>
                    <a:lnTo>
                      <a:pt x="252" y="42"/>
                    </a:lnTo>
                    <a:lnTo>
                      <a:pt x="85" y="210"/>
                    </a:lnTo>
                    <a:lnTo>
                      <a:pt x="43" y="378"/>
                    </a:lnTo>
                    <a:lnTo>
                      <a:pt x="1" y="588"/>
                    </a:lnTo>
                    <a:lnTo>
                      <a:pt x="85" y="755"/>
                    </a:lnTo>
                    <a:lnTo>
                      <a:pt x="85" y="755"/>
                    </a:lnTo>
                    <a:lnTo>
                      <a:pt x="840" y="2055"/>
                    </a:lnTo>
                    <a:lnTo>
                      <a:pt x="1594" y="3397"/>
                    </a:lnTo>
                    <a:lnTo>
                      <a:pt x="1594" y="3397"/>
                    </a:lnTo>
                    <a:lnTo>
                      <a:pt x="1636" y="3523"/>
                    </a:lnTo>
                    <a:lnTo>
                      <a:pt x="1762" y="3607"/>
                    </a:lnTo>
                    <a:lnTo>
                      <a:pt x="1888" y="3649"/>
                    </a:lnTo>
                    <a:lnTo>
                      <a:pt x="2014" y="3649"/>
                    </a:lnTo>
                    <a:lnTo>
                      <a:pt x="2014" y="3649"/>
                    </a:lnTo>
                    <a:lnTo>
                      <a:pt x="2140" y="3649"/>
                    </a:lnTo>
                    <a:lnTo>
                      <a:pt x="2265" y="3607"/>
                    </a:lnTo>
                    <a:lnTo>
                      <a:pt x="2265" y="3607"/>
                    </a:lnTo>
                    <a:lnTo>
                      <a:pt x="2433" y="3481"/>
                    </a:lnTo>
                    <a:lnTo>
                      <a:pt x="2517" y="3313"/>
                    </a:lnTo>
                    <a:lnTo>
                      <a:pt x="2517" y="3104"/>
                    </a:lnTo>
                    <a:lnTo>
                      <a:pt x="2475" y="2894"/>
                    </a:lnTo>
                    <a:lnTo>
                      <a:pt x="2475" y="2894"/>
                    </a:lnTo>
                    <a:lnTo>
                      <a:pt x="1720" y="1552"/>
                    </a:lnTo>
                    <a:lnTo>
                      <a:pt x="965" y="252"/>
                    </a:lnTo>
                    <a:lnTo>
                      <a:pt x="965" y="252"/>
                    </a:lnTo>
                    <a:lnTo>
                      <a:pt x="882" y="126"/>
                    </a:lnTo>
                    <a:lnTo>
                      <a:pt x="756" y="42"/>
                    </a:lnTo>
                    <a:lnTo>
                      <a:pt x="630" y="1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393;p17">
                <a:extLst>
                  <a:ext uri="{FF2B5EF4-FFF2-40B4-BE49-F238E27FC236}">
                    <a16:creationId xmlns:a16="http://schemas.microsoft.com/office/drawing/2014/main" id="{1F2FBFC3-C62E-219C-CDD0-6654A50A10A4}"/>
                  </a:ext>
                </a:extLst>
              </p:cNvPr>
              <p:cNvSpPr/>
              <p:nvPr/>
            </p:nvSpPr>
            <p:spPr>
              <a:xfrm>
                <a:off x="6327852" y="2155143"/>
                <a:ext cx="79050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59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3"/>
                    </a:lnTo>
                    <a:lnTo>
                      <a:pt x="168" y="127"/>
                    </a:lnTo>
                    <a:lnTo>
                      <a:pt x="42" y="294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72"/>
                    </a:lnTo>
                    <a:lnTo>
                      <a:pt x="126" y="840"/>
                    </a:lnTo>
                    <a:lnTo>
                      <a:pt x="294" y="965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523" y="1259"/>
                    </a:lnTo>
                    <a:lnTo>
                      <a:pt x="3565" y="1259"/>
                    </a:lnTo>
                    <a:lnTo>
                      <a:pt x="3565" y="1259"/>
                    </a:lnTo>
                    <a:lnTo>
                      <a:pt x="3733" y="1217"/>
                    </a:lnTo>
                    <a:lnTo>
                      <a:pt x="3901" y="1091"/>
                    </a:lnTo>
                    <a:lnTo>
                      <a:pt x="4026" y="965"/>
                    </a:lnTo>
                    <a:lnTo>
                      <a:pt x="4068" y="756"/>
                    </a:lnTo>
                    <a:lnTo>
                      <a:pt x="4068" y="756"/>
                    </a:lnTo>
                    <a:lnTo>
                      <a:pt x="4026" y="588"/>
                    </a:lnTo>
                    <a:lnTo>
                      <a:pt x="3942" y="420"/>
                    </a:lnTo>
                    <a:lnTo>
                      <a:pt x="3775" y="294"/>
                    </a:lnTo>
                    <a:lnTo>
                      <a:pt x="3607" y="210"/>
                    </a:lnTo>
                    <a:lnTo>
                      <a:pt x="3607" y="210"/>
                    </a:lnTo>
                    <a:lnTo>
                      <a:pt x="546" y="1"/>
                    </a:lnTo>
                    <a:lnTo>
                      <a:pt x="546" y="1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394;p17">
                <a:extLst>
                  <a:ext uri="{FF2B5EF4-FFF2-40B4-BE49-F238E27FC236}">
                    <a16:creationId xmlns:a16="http://schemas.microsoft.com/office/drawing/2014/main" id="{5094476D-26CE-3150-CD00-1D72A26F995E}"/>
                  </a:ext>
                </a:extLst>
              </p:cNvPr>
              <p:cNvSpPr/>
              <p:nvPr/>
            </p:nvSpPr>
            <p:spPr>
              <a:xfrm>
                <a:off x="5142492" y="2151083"/>
                <a:ext cx="79031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259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23" y="42"/>
                    </a:lnTo>
                    <a:lnTo>
                      <a:pt x="3523" y="42"/>
                    </a:lnTo>
                    <a:lnTo>
                      <a:pt x="503" y="210"/>
                    </a:lnTo>
                    <a:lnTo>
                      <a:pt x="503" y="210"/>
                    </a:lnTo>
                    <a:lnTo>
                      <a:pt x="294" y="294"/>
                    </a:lnTo>
                    <a:lnTo>
                      <a:pt x="126" y="419"/>
                    </a:lnTo>
                    <a:lnTo>
                      <a:pt x="42" y="587"/>
                    </a:lnTo>
                    <a:lnTo>
                      <a:pt x="0" y="755"/>
                    </a:lnTo>
                    <a:lnTo>
                      <a:pt x="0" y="755"/>
                    </a:lnTo>
                    <a:lnTo>
                      <a:pt x="84" y="965"/>
                    </a:lnTo>
                    <a:lnTo>
                      <a:pt x="168" y="1090"/>
                    </a:lnTo>
                    <a:lnTo>
                      <a:pt x="336" y="1216"/>
                    </a:lnTo>
                    <a:lnTo>
                      <a:pt x="503" y="1258"/>
                    </a:lnTo>
                    <a:lnTo>
                      <a:pt x="545" y="1258"/>
                    </a:lnTo>
                    <a:lnTo>
                      <a:pt x="545" y="1258"/>
                    </a:lnTo>
                    <a:lnTo>
                      <a:pt x="3606" y="1049"/>
                    </a:lnTo>
                    <a:lnTo>
                      <a:pt x="3606" y="1049"/>
                    </a:lnTo>
                    <a:lnTo>
                      <a:pt x="3774" y="965"/>
                    </a:lnTo>
                    <a:lnTo>
                      <a:pt x="3942" y="881"/>
                    </a:lnTo>
                    <a:lnTo>
                      <a:pt x="4068" y="713"/>
                    </a:lnTo>
                    <a:lnTo>
                      <a:pt x="4068" y="503"/>
                    </a:lnTo>
                    <a:lnTo>
                      <a:pt x="4068" y="503"/>
                    </a:lnTo>
                    <a:lnTo>
                      <a:pt x="4026" y="294"/>
                    </a:lnTo>
                    <a:lnTo>
                      <a:pt x="3900" y="168"/>
                    </a:lnTo>
                    <a:lnTo>
                      <a:pt x="3774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395;p17">
                <a:extLst>
                  <a:ext uri="{FF2B5EF4-FFF2-40B4-BE49-F238E27FC236}">
                    <a16:creationId xmlns:a16="http://schemas.microsoft.com/office/drawing/2014/main" id="{26BF98EC-7EAD-542C-08C1-047F8ECD91A5}"/>
                  </a:ext>
                </a:extLst>
              </p:cNvPr>
              <p:cNvSpPr/>
              <p:nvPr/>
            </p:nvSpPr>
            <p:spPr>
              <a:xfrm>
                <a:off x="6209716" y="2147819"/>
                <a:ext cx="79050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75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294" y="0"/>
                    </a:lnTo>
                    <a:lnTo>
                      <a:pt x="127" y="126"/>
                    </a:lnTo>
                    <a:lnTo>
                      <a:pt x="43" y="252"/>
                    </a:lnTo>
                    <a:lnTo>
                      <a:pt x="1" y="462"/>
                    </a:lnTo>
                    <a:lnTo>
                      <a:pt x="1" y="462"/>
                    </a:lnTo>
                    <a:lnTo>
                      <a:pt x="1" y="671"/>
                    </a:lnTo>
                    <a:lnTo>
                      <a:pt x="127" y="839"/>
                    </a:lnTo>
                    <a:lnTo>
                      <a:pt x="252" y="965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523" y="1175"/>
                    </a:lnTo>
                    <a:lnTo>
                      <a:pt x="3523" y="1175"/>
                    </a:lnTo>
                    <a:lnTo>
                      <a:pt x="3523" y="1175"/>
                    </a:lnTo>
                    <a:lnTo>
                      <a:pt x="3733" y="1133"/>
                    </a:lnTo>
                    <a:lnTo>
                      <a:pt x="3901" y="1049"/>
                    </a:lnTo>
                    <a:lnTo>
                      <a:pt x="3985" y="881"/>
                    </a:lnTo>
                    <a:lnTo>
                      <a:pt x="4069" y="713"/>
                    </a:lnTo>
                    <a:lnTo>
                      <a:pt x="4069" y="713"/>
                    </a:lnTo>
                    <a:lnTo>
                      <a:pt x="4027" y="504"/>
                    </a:lnTo>
                    <a:lnTo>
                      <a:pt x="3943" y="336"/>
                    </a:lnTo>
                    <a:lnTo>
                      <a:pt x="3775" y="210"/>
                    </a:lnTo>
                    <a:lnTo>
                      <a:pt x="3565" y="168"/>
                    </a:lnTo>
                    <a:lnTo>
                      <a:pt x="3565" y="168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396;p17">
                <a:extLst>
                  <a:ext uri="{FF2B5EF4-FFF2-40B4-BE49-F238E27FC236}">
                    <a16:creationId xmlns:a16="http://schemas.microsoft.com/office/drawing/2014/main" id="{6C0CC2E4-5F98-4B39-A74C-A6848AFFCC5E}"/>
                  </a:ext>
                </a:extLst>
              </p:cNvPr>
              <p:cNvSpPr/>
              <p:nvPr/>
            </p:nvSpPr>
            <p:spPr>
              <a:xfrm>
                <a:off x="5261424" y="2144556"/>
                <a:ext cx="78235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175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462" y="168"/>
                    </a:lnTo>
                    <a:lnTo>
                      <a:pt x="462" y="168"/>
                    </a:lnTo>
                    <a:lnTo>
                      <a:pt x="252" y="210"/>
                    </a:lnTo>
                    <a:lnTo>
                      <a:pt x="126" y="336"/>
                    </a:lnTo>
                    <a:lnTo>
                      <a:pt x="1" y="504"/>
                    </a:lnTo>
                    <a:lnTo>
                      <a:pt x="1" y="714"/>
                    </a:lnTo>
                    <a:lnTo>
                      <a:pt x="1" y="714"/>
                    </a:lnTo>
                    <a:lnTo>
                      <a:pt x="43" y="881"/>
                    </a:lnTo>
                    <a:lnTo>
                      <a:pt x="126" y="1049"/>
                    </a:lnTo>
                    <a:lnTo>
                      <a:pt x="294" y="1133"/>
                    </a:lnTo>
                    <a:lnTo>
                      <a:pt x="504" y="1175"/>
                    </a:lnTo>
                    <a:lnTo>
                      <a:pt x="504" y="1175"/>
                    </a:lnTo>
                    <a:lnTo>
                      <a:pt x="504" y="1175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01" y="839"/>
                    </a:lnTo>
                    <a:lnTo>
                      <a:pt x="4026" y="672"/>
                    </a:lnTo>
                    <a:lnTo>
                      <a:pt x="4026" y="504"/>
                    </a:lnTo>
                    <a:lnTo>
                      <a:pt x="4026" y="504"/>
                    </a:lnTo>
                    <a:lnTo>
                      <a:pt x="3985" y="294"/>
                    </a:lnTo>
                    <a:lnTo>
                      <a:pt x="3901" y="126"/>
                    </a:lnTo>
                    <a:lnTo>
                      <a:pt x="3733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397;p17">
                <a:extLst>
                  <a:ext uri="{FF2B5EF4-FFF2-40B4-BE49-F238E27FC236}">
                    <a16:creationId xmlns:a16="http://schemas.microsoft.com/office/drawing/2014/main" id="{4621699B-BFC3-B44F-78BC-0C2C59652D18}"/>
                  </a:ext>
                </a:extLst>
              </p:cNvPr>
              <p:cNvSpPr/>
              <p:nvPr/>
            </p:nvSpPr>
            <p:spPr>
              <a:xfrm>
                <a:off x="6090784" y="2141292"/>
                <a:ext cx="79031" cy="22847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176" fill="none" extrusionOk="0">
                    <a:moveTo>
                      <a:pt x="503" y="1"/>
                    </a:moveTo>
                    <a:lnTo>
                      <a:pt x="503" y="1"/>
                    </a:lnTo>
                    <a:lnTo>
                      <a:pt x="336" y="43"/>
                    </a:lnTo>
                    <a:lnTo>
                      <a:pt x="168" y="169"/>
                    </a:lnTo>
                    <a:lnTo>
                      <a:pt x="42" y="294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42" y="714"/>
                    </a:lnTo>
                    <a:lnTo>
                      <a:pt x="126" y="840"/>
                    </a:lnTo>
                    <a:lnTo>
                      <a:pt x="294" y="965"/>
                    </a:lnTo>
                    <a:lnTo>
                      <a:pt x="503" y="1007"/>
                    </a:lnTo>
                    <a:lnTo>
                      <a:pt x="503" y="1007"/>
                    </a:lnTo>
                    <a:lnTo>
                      <a:pt x="3523" y="1175"/>
                    </a:lnTo>
                    <a:lnTo>
                      <a:pt x="3565" y="1175"/>
                    </a:lnTo>
                    <a:lnTo>
                      <a:pt x="3565" y="1175"/>
                    </a:lnTo>
                    <a:lnTo>
                      <a:pt x="3774" y="1133"/>
                    </a:lnTo>
                    <a:lnTo>
                      <a:pt x="3900" y="1049"/>
                    </a:lnTo>
                    <a:lnTo>
                      <a:pt x="4026" y="882"/>
                    </a:lnTo>
                    <a:lnTo>
                      <a:pt x="4068" y="672"/>
                    </a:lnTo>
                    <a:lnTo>
                      <a:pt x="4068" y="672"/>
                    </a:lnTo>
                    <a:lnTo>
                      <a:pt x="4026" y="504"/>
                    </a:lnTo>
                    <a:lnTo>
                      <a:pt x="3942" y="336"/>
                    </a:lnTo>
                    <a:lnTo>
                      <a:pt x="3774" y="211"/>
                    </a:lnTo>
                    <a:lnTo>
                      <a:pt x="3607" y="169"/>
                    </a:lnTo>
                    <a:lnTo>
                      <a:pt x="3607" y="169"/>
                    </a:lnTo>
                    <a:lnTo>
                      <a:pt x="545" y="1"/>
                    </a:lnTo>
                    <a:lnTo>
                      <a:pt x="545" y="1"/>
                    </a:lnTo>
                    <a:lnTo>
                      <a:pt x="50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398;p17">
                <a:extLst>
                  <a:ext uri="{FF2B5EF4-FFF2-40B4-BE49-F238E27FC236}">
                    <a16:creationId xmlns:a16="http://schemas.microsoft.com/office/drawing/2014/main" id="{F2B1A14A-8698-5AFA-2FBD-502B2BD84385}"/>
                  </a:ext>
                </a:extLst>
              </p:cNvPr>
              <p:cNvSpPr/>
              <p:nvPr/>
            </p:nvSpPr>
            <p:spPr>
              <a:xfrm>
                <a:off x="5379560" y="2139679"/>
                <a:ext cx="79050" cy="2201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33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23" y="0"/>
                    </a:lnTo>
                    <a:lnTo>
                      <a:pt x="3523" y="0"/>
                    </a:lnTo>
                    <a:lnTo>
                      <a:pt x="462" y="126"/>
                    </a:lnTo>
                    <a:lnTo>
                      <a:pt x="462" y="126"/>
                    </a:lnTo>
                    <a:lnTo>
                      <a:pt x="294" y="168"/>
                    </a:lnTo>
                    <a:lnTo>
                      <a:pt x="126" y="294"/>
                    </a:lnTo>
                    <a:lnTo>
                      <a:pt x="42" y="461"/>
                    </a:lnTo>
                    <a:lnTo>
                      <a:pt x="0" y="629"/>
                    </a:lnTo>
                    <a:lnTo>
                      <a:pt x="0" y="629"/>
                    </a:lnTo>
                    <a:lnTo>
                      <a:pt x="42" y="839"/>
                    </a:lnTo>
                    <a:lnTo>
                      <a:pt x="168" y="1006"/>
                    </a:lnTo>
                    <a:lnTo>
                      <a:pt x="294" y="1090"/>
                    </a:lnTo>
                    <a:lnTo>
                      <a:pt x="504" y="1132"/>
                    </a:lnTo>
                    <a:lnTo>
                      <a:pt x="545" y="1132"/>
                    </a:lnTo>
                    <a:lnTo>
                      <a:pt x="545" y="1132"/>
                    </a:lnTo>
                    <a:lnTo>
                      <a:pt x="3565" y="1006"/>
                    </a:lnTo>
                    <a:lnTo>
                      <a:pt x="3565" y="1006"/>
                    </a:lnTo>
                    <a:lnTo>
                      <a:pt x="3775" y="965"/>
                    </a:lnTo>
                    <a:lnTo>
                      <a:pt x="3942" y="839"/>
                    </a:lnTo>
                    <a:lnTo>
                      <a:pt x="4026" y="671"/>
                    </a:lnTo>
                    <a:lnTo>
                      <a:pt x="4068" y="461"/>
                    </a:lnTo>
                    <a:lnTo>
                      <a:pt x="4068" y="461"/>
                    </a:lnTo>
                    <a:lnTo>
                      <a:pt x="4026" y="294"/>
                    </a:lnTo>
                    <a:lnTo>
                      <a:pt x="3900" y="126"/>
                    </a:lnTo>
                    <a:lnTo>
                      <a:pt x="3733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399;p17">
                <a:extLst>
                  <a:ext uri="{FF2B5EF4-FFF2-40B4-BE49-F238E27FC236}">
                    <a16:creationId xmlns:a16="http://schemas.microsoft.com/office/drawing/2014/main" id="{43E1D450-9458-7FC1-50E5-B5704FB9D049}"/>
                  </a:ext>
                </a:extLst>
              </p:cNvPr>
              <p:cNvSpPr/>
              <p:nvPr/>
            </p:nvSpPr>
            <p:spPr>
              <a:xfrm>
                <a:off x="5971832" y="2137232"/>
                <a:ext cx="79866" cy="22011"/>
              </a:xfrm>
              <a:custGeom>
                <a:avLst/>
                <a:gdLst/>
                <a:ahLst/>
                <a:cxnLst/>
                <a:rect l="l" t="t" r="r" b="b"/>
                <a:pathLst>
                  <a:path w="4111" h="1133" fill="none" extrusionOk="0">
                    <a:moveTo>
                      <a:pt x="546" y="0"/>
                    </a:moveTo>
                    <a:lnTo>
                      <a:pt x="546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84" y="294"/>
                    </a:lnTo>
                    <a:lnTo>
                      <a:pt x="1" y="503"/>
                    </a:lnTo>
                    <a:lnTo>
                      <a:pt x="1" y="503"/>
                    </a:lnTo>
                    <a:lnTo>
                      <a:pt x="43" y="671"/>
                    </a:lnTo>
                    <a:lnTo>
                      <a:pt x="168" y="839"/>
                    </a:lnTo>
                    <a:lnTo>
                      <a:pt x="336" y="965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3565" y="1132"/>
                    </a:lnTo>
                    <a:lnTo>
                      <a:pt x="3565" y="1132"/>
                    </a:lnTo>
                    <a:lnTo>
                      <a:pt x="3565" y="1132"/>
                    </a:lnTo>
                    <a:lnTo>
                      <a:pt x="3775" y="1091"/>
                    </a:lnTo>
                    <a:lnTo>
                      <a:pt x="3943" y="965"/>
                    </a:lnTo>
                    <a:lnTo>
                      <a:pt x="4026" y="797"/>
                    </a:lnTo>
                    <a:lnTo>
                      <a:pt x="4110" y="629"/>
                    </a:lnTo>
                    <a:lnTo>
                      <a:pt x="4110" y="629"/>
                    </a:lnTo>
                    <a:lnTo>
                      <a:pt x="4068" y="420"/>
                    </a:lnTo>
                    <a:lnTo>
                      <a:pt x="3943" y="252"/>
                    </a:lnTo>
                    <a:lnTo>
                      <a:pt x="3817" y="126"/>
                    </a:lnTo>
                    <a:lnTo>
                      <a:pt x="3607" y="84"/>
                    </a:lnTo>
                    <a:lnTo>
                      <a:pt x="3607" y="84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46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400;p17">
                <a:extLst>
                  <a:ext uri="{FF2B5EF4-FFF2-40B4-BE49-F238E27FC236}">
                    <a16:creationId xmlns:a16="http://schemas.microsoft.com/office/drawing/2014/main" id="{8636D4CD-2B0A-8517-23CE-1D0F73D838B1}"/>
                  </a:ext>
                </a:extLst>
              </p:cNvPr>
              <p:cNvSpPr/>
              <p:nvPr/>
            </p:nvSpPr>
            <p:spPr>
              <a:xfrm>
                <a:off x="5497677" y="2135600"/>
                <a:ext cx="79050" cy="2201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33" fill="none" extrusionOk="0">
                    <a:moveTo>
                      <a:pt x="3566" y="0"/>
                    </a:moveTo>
                    <a:lnTo>
                      <a:pt x="3566" y="0"/>
                    </a:lnTo>
                    <a:lnTo>
                      <a:pt x="3566" y="0"/>
                    </a:lnTo>
                    <a:lnTo>
                      <a:pt x="3566" y="0"/>
                    </a:lnTo>
                    <a:lnTo>
                      <a:pt x="504" y="84"/>
                    </a:lnTo>
                    <a:lnTo>
                      <a:pt x="504" y="84"/>
                    </a:lnTo>
                    <a:lnTo>
                      <a:pt x="295" y="126"/>
                    </a:lnTo>
                    <a:lnTo>
                      <a:pt x="169" y="252"/>
                    </a:lnTo>
                    <a:lnTo>
                      <a:pt x="43" y="420"/>
                    </a:lnTo>
                    <a:lnTo>
                      <a:pt x="1" y="629"/>
                    </a:lnTo>
                    <a:lnTo>
                      <a:pt x="1" y="629"/>
                    </a:lnTo>
                    <a:lnTo>
                      <a:pt x="43" y="797"/>
                    </a:lnTo>
                    <a:lnTo>
                      <a:pt x="169" y="965"/>
                    </a:lnTo>
                    <a:lnTo>
                      <a:pt x="336" y="1091"/>
                    </a:lnTo>
                    <a:lnTo>
                      <a:pt x="504" y="1133"/>
                    </a:lnTo>
                    <a:lnTo>
                      <a:pt x="546" y="1133"/>
                    </a:lnTo>
                    <a:lnTo>
                      <a:pt x="546" y="1133"/>
                    </a:lnTo>
                    <a:lnTo>
                      <a:pt x="3566" y="1049"/>
                    </a:lnTo>
                    <a:lnTo>
                      <a:pt x="3566" y="1049"/>
                    </a:lnTo>
                    <a:lnTo>
                      <a:pt x="3775" y="1007"/>
                    </a:lnTo>
                    <a:lnTo>
                      <a:pt x="3943" y="881"/>
                    </a:lnTo>
                    <a:lnTo>
                      <a:pt x="4027" y="713"/>
                    </a:lnTo>
                    <a:lnTo>
                      <a:pt x="4069" y="504"/>
                    </a:lnTo>
                    <a:lnTo>
                      <a:pt x="4069" y="504"/>
                    </a:lnTo>
                    <a:lnTo>
                      <a:pt x="4027" y="336"/>
                    </a:lnTo>
                    <a:lnTo>
                      <a:pt x="3943" y="168"/>
                    </a:lnTo>
                    <a:lnTo>
                      <a:pt x="3775" y="42"/>
                    </a:lnTo>
                    <a:lnTo>
                      <a:pt x="3566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401;p17">
                <a:extLst>
                  <a:ext uri="{FF2B5EF4-FFF2-40B4-BE49-F238E27FC236}">
                    <a16:creationId xmlns:a16="http://schemas.microsoft.com/office/drawing/2014/main" id="{3622A048-5109-93A7-927B-8C3665188516}"/>
                  </a:ext>
                </a:extLst>
              </p:cNvPr>
              <p:cNvSpPr/>
              <p:nvPr/>
            </p:nvSpPr>
            <p:spPr>
              <a:xfrm>
                <a:off x="5853696" y="2134784"/>
                <a:ext cx="79050" cy="2037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49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294" y="42"/>
                    </a:lnTo>
                    <a:lnTo>
                      <a:pt x="169" y="126"/>
                    </a:lnTo>
                    <a:lnTo>
                      <a:pt x="43" y="294"/>
                    </a:lnTo>
                    <a:lnTo>
                      <a:pt x="1" y="504"/>
                    </a:lnTo>
                    <a:lnTo>
                      <a:pt x="1" y="504"/>
                    </a:lnTo>
                    <a:lnTo>
                      <a:pt x="43" y="671"/>
                    </a:lnTo>
                    <a:lnTo>
                      <a:pt x="127" y="839"/>
                    </a:lnTo>
                    <a:lnTo>
                      <a:pt x="294" y="965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33" y="1007"/>
                    </a:lnTo>
                    <a:lnTo>
                      <a:pt x="3901" y="923"/>
                    </a:lnTo>
                    <a:lnTo>
                      <a:pt x="4027" y="755"/>
                    </a:lnTo>
                    <a:lnTo>
                      <a:pt x="4069" y="546"/>
                    </a:lnTo>
                    <a:lnTo>
                      <a:pt x="4069" y="546"/>
                    </a:lnTo>
                    <a:lnTo>
                      <a:pt x="4027" y="378"/>
                    </a:lnTo>
                    <a:lnTo>
                      <a:pt x="3943" y="210"/>
                    </a:lnTo>
                    <a:lnTo>
                      <a:pt x="3775" y="84"/>
                    </a:lnTo>
                    <a:lnTo>
                      <a:pt x="3565" y="42"/>
                    </a:lnTo>
                    <a:lnTo>
                      <a:pt x="3565" y="4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402;p17">
                <a:extLst>
                  <a:ext uri="{FF2B5EF4-FFF2-40B4-BE49-F238E27FC236}">
                    <a16:creationId xmlns:a16="http://schemas.microsoft.com/office/drawing/2014/main" id="{32FA51C6-4BEF-5DDF-7035-DB3379D8703F}"/>
                  </a:ext>
                </a:extLst>
              </p:cNvPr>
              <p:cNvSpPr/>
              <p:nvPr/>
            </p:nvSpPr>
            <p:spPr>
              <a:xfrm>
                <a:off x="5616628" y="2133968"/>
                <a:ext cx="79050" cy="2037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49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65" y="0"/>
                    </a:lnTo>
                    <a:lnTo>
                      <a:pt x="504" y="42"/>
                    </a:lnTo>
                    <a:lnTo>
                      <a:pt x="504" y="42"/>
                    </a:lnTo>
                    <a:lnTo>
                      <a:pt x="294" y="84"/>
                    </a:lnTo>
                    <a:lnTo>
                      <a:pt x="126" y="210"/>
                    </a:lnTo>
                    <a:lnTo>
                      <a:pt x="43" y="378"/>
                    </a:lnTo>
                    <a:lnTo>
                      <a:pt x="1" y="546"/>
                    </a:lnTo>
                    <a:lnTo>
                      <a:pt x="1" y="546"/>
                    </a:lnTo>
                    <a:lnTo>
                      <a:pt x="43" y="755"/>
                    </a:lnTo>
                    <a:lnTo>
                      <a:pt x="126" y="923"/>
                    </a:lnTo>
                    <a:lnTo>
                      <a:pt x="294" y="1007"/>
                    </a:lnTo>
                    <a:lnTo>
                      <a:pt x="504" y="1049"/>
                    </a:lnTo>
                    <a:lnTo>
                      <a:pt x="504" y="1049"/>
                    </a:lnTo>
                    <a:lnTo>
                      <a:pt x="504" y="1049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33" y="965"/>
                    </a:lnTo>
                    <a:lnTo>
                      <a:pt x="3901" y="881"/>
                    </a:lnTo>
                    <a:lnTo>
                      <a:pt x="4026" y="713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294"/>
                    </a:lnTo>
                    <a:lnTo>
                      <a:pt x="3901" y="168"/>
                    </a:lnTo>
                    <a:lnTo>
                      <a:pt x="3733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403;p17">
                <a:extLst>
                  <a:ext uri="{FF2B5EF4-FFF2-40B4-BE49-F238E27FC236}">
                    <a16:creationId xmlns:a16="http://schemas.microsoft.com/office/drawing/2014/main" id="{AFADF7BB-E48E-DF80-D9F2-0C3350930DCE}"/>
                  </a:ext>
                </a:extLst>
              </p:cNvPr>
              <p:cNvSpPr/>
              <p:nvPr/>
            </p:nvSpPr>
            <p:spPr>
              <a:xfrm>
                <a:off x="5734764" y="2133968"/>
                <a:ext cx="79050" cy="19563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07" fill="none" extrusionOk="0">
                    <a:moveTo>
                      <a:pt x="839" y="0"/>
                    </a:moveTo>
                    <a:lnTo>
                      <a:pt x="504" y="0"/>
                    </a:lnTo>
                    <a:lnTo>
                      <a:pt x="504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42" y="294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42" y="713"/>
                    </a:lnTo>
                    <a:lnTo>
                      <a:pt x="168" y="839"/>
                    </a:lnTo>
                    <a:lnTo>
                      <a:pt x="336" y="965"/>
                    </a:lnTo>
                    <a:lnTo>
                      <a:pt x="504" y="1007"/>
                    </a:lnTo>
                    <a:lnTo>
                      <a:pt x="839" y="1007"/>
                    </a:lnTo>
                    <a:lnTo>
                      <a:pt x="839" y="1007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42" y="881"/>
                    </a:lnTo>
                    <a:lnTo>
                      <a:pt x="4026" y="713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294"/>
                    </a:lnTo>
                    <a:lnTo>
                      <a:pt x="3942" y="168"/>
                    </a:lnTo>
                    <a:lnTo>
                      <a:pt x="3775" y="42"/>
                    </a:lnTo>
                    <a:lnTo>
                      <a:pt x="3565" y="0"/>
                    </a:lnTo>
                    <a:lnTo>
                      <a:pt x="3565" y="0"/>
                    </a:lnTo>
                    <a:lnTo>
                      <a:pt x="839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404;p17">
                <a:extLst>
                  <a:ext uri="{FF2B5EF4-FFF2-40B4-BE49-F238E27FC236}">
                    <a16:creationId xmlns:a16="http://schemas.microsoft.com/office/drawing/2014/main" id="{D316846D-444B-6812-C461-A9CA8A672F8D}"/>
                  </a:ext>
                </a:extLst>
              </p:cNvPr>
              <p:cNvSpPr/>
              <p:nvPr/>
            </p:nvSpPr>
            <p:spPr>
              <a:xfrm>
                <a:off x="1923646" y="2096493"/>
                <a:ext cx="20399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4069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9" y="168"/>
                    </a:lnTo>
                    <a:lnTo>
                      <a:pt x="43" y="336"/>
                    </a:lnTo>
                    <a:lnTo>
                      <a:pt x="1" y="504"/>
                    </a:lnTo>
                    <a:lnTo>
                      <a:pt x="1" y="3565"/>
                    </a:lnTo>
                    <a:lnTo>
                      <a:pt x="1" y="3565"/>
                    </a:lnTo>
                    <a:lnTo>
                      <a:pt x="43" y="3775"/>
                    </a:lnTo>
                    <a:lnTo>
                      <a:pt x="169" y="3942"/>
                    </a:lnTo>
                    <a:lnTo>
                      <a:pt x="336" y="4026"/>
                    </a:lnTo>
                    <a:lnTo>
                      <a:pt x="504" y="4068"/>
                    </a:lnTo>
                    <a:lnTo>
                      <a:pt x="504" y="4068"/>
                    </a:lnTo>
                    <a:lnTo>
                      <a:pt x="714" y="4026"/>
                    </a:lnTo>
                    <a:lnTo>
                      <a:pt x="882" y="3942"/>
                    </a:lnTo>
                    <a:lnTo>
                      <a:pt x="1007" y="3775"/>
                    </a:lnTo>
                    <a:lnTo>
                      <a:pt x="1049" y="3565"/>
                    </a:lnTo>
                    <a:lnTo>
                      <a:pt x="1049" y="504"/>
                    </a:lnTo>
                    <a:lnTo>
                      <a:pt x="1049" y="504"/>
                    </a:lnTo>
                    <a:lnTo>
                      <a:pt x="1007" y="336"/>
                    </a:lnTo>
                    <a:lnTo>
                      <a:pt x="882" y="168"/>
                    </a:lnTo>
                    <a:lnTo>
                      <a:pt x="714" y="42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405;p17">
                <a:extLst>
                  <a:ext uri="{FF2B5EF4-FFF2-40B4-BE49-F238E27FC236}">
                    <a16:creationId xmlns:a16="http://schemas.microsoft.com/office/drawing/2014/main" id="{A013B05C-9AE7-F269-A403-0607515F4CE7}"/>
                  </a:ext>
                </a:extLst>
              </p:cNvPr>
              <p:cNvSpPr/>
              <p:nvPr/>
            </p:nvSpPr>
            <p:spPr>
              <a:xfrm>
                <a:off x="7184895" y="2058202"/>
                <a:ext cx="52163" cy="69259"/>
              </a:xfrm>
              <a:custGeom>
                <a:avLst/>
                <a:gdLst/>
                <a:ahLst/>
                <a:cxnLst/>
                <a:rect l="l" t="t" r="r" b="b"/>
                <a:pathLst>
                  <a:path w="2685" h="3565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211" y="84"/>
                    </a:lnTo>
                    <a:lnTo>
                      <a:pt x="211" y="84"/>
                    </a:lnTo>
                    <a:lnTo>
                      <a:pt x="85" y="252"/>
                    </a:lnTo>
                    <a:lnTo>
                      <a:pt x="1" y="420"/>
                    </a:lnTo>
                    <a:lnTo>
                      <a:pt x="1" y="630"/>
                    </a:lnTo>
                    <a:lnTo>
                      <a:pt x="85" y="797"/>
                    </a:lnTo>
                    <a:lnTo>
                      <a:pt x="85" y="797"/>
                    </a:lnTo>
                    <a:lnTo>
                      <a:pt x="923" y="2055"/>
                    </a:lnTo>
                    <a:lnTo>
                      <a:pt x="1762" y="3313"/>
                    </a:lnTo>
                    <a:lnTo>
                      <a:pt x="1762" y="3313"/>
                    </a:lnTo>
                    <a:lnTo>
                      <a:pt x="1846" y="3439"/>
                    </a:lnTo>
                    <a:lnTo>
                      <a:pt x="1930" y="3523"/>
                    </a:lnTo>
                    <a:lnTo>
                      <a:pt x="2056" y="3565"/>
                    </a:lnTo>
                    <a:lnTo>
                      <a:pt x="2182" y="3565"/>
                    </a:lnTo>
                    <a:lnTo>
                      <a:pt x="2182" y="3565"/>
                    </a:lnTo>
                    <a:lnTo>
                      <a:pt x="2307" y="3565"/>
                    </a:lnTo>
                    <a:lnTo>
                      <a:pt x="2475" y="3481"/>
                    </a:lnTo>
                    <a:lnTo>
                      <a:pt x="2475" y="3481"/>
                    </a:lnTo>
                    <a:lnTo>
                      <a:pt x="2601" y="3355"/>
                    </a:lnTo>
                    <a:lnTo>
                      <a:pt x="2685" y="3188"/>
                    </a:lnTo>
                    <a:lnTo>
                      <a:pt x="2685" y="2978"/>
                    </a:lnTo>
                    <a:lnTo>
                      <a:pt x="2601" y="2768"/>
                    </a:lnTo>
                    <a:lnTo>
                      <a:pt x="2601" y="2768"/>
                    </a:lnTo>
                    <a:lnTo>
                      <a:pt x="1762" y="1510"/>
                    </a:lnTo>
                    <a:lnTo>
                      <a:pt x="923" y="210"/>
                    </a:lnTo>
                    <a:lnTo>
                      <a:pt x="923" y="210"/>
                    </a:lnTo>
                    <a:lnTo>
                      <a:pt x="840" y="126"/>
                    </a:lnTo>
                    <a:lnTo>
                      <a:pt x="714" y="84"/>
                    </a:lnTo>
                    <a:lnTo>
                      <a:pt x="630" y="42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406;p17">
                <a:extLst>
                  <a:ext uri="{FF2B5EF4-FFF2-40B4-BE49-F238E27FC236}">
                    <a16:creationId xmlns:a16="http://schemas.microsoft.com/office/drawing/2014/main" id="{F4E796A5-D063-12B4-FDB8-6FAF8F92811C}"/>
                  </a:ext>
                </a:extLst>
              </p:cNvPr>
              <p:cNvSpPr/>
              <p:nvPr/>
            </p:nvSpPr>
            <p:spPr>
              <a:xfrm>
                <a:off x="1923646" y="1978357"/>
                <a:ext cx="20399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4069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3"/>
                    </a:lnTo>
                    <a:lnTo>
                      <a:pt x="169" y="127"/>
                    </a:lnTo>
                    <a:lnTo>
                      <a:pt x="43" y="294"/>
                    </a:lnTo>
                    <a:lnTo>
                      <a:pt x="1" y="504"/>
                    </a:lnTo>
                    <a:lnTo>
                      <a:pt x="1" y="3565"/>
                    </a:lnTo>
                    <a:lnTo>
                      <a:pt x="1" y="3565"/>
                    </a:lnTo>
                    <a:lnTo>
                      <a:pt x="43" y="3733"/>
                    </a:lnTo>
                    <a:lnTo>
                      <a:pt x="169" y="3901"/>
                    </a:lnTo>
                    <a:lnTo>
                      <a:pt x="336" y="4027"/>
                    </a:lnTo>
                    <a:lnTo>
                      <a:pt x="504" y="4069"/>
                    </a:lnTo>
                    <a:lnTo>
                      <a:pt x="504" y="4069"/>
                    </a:lnTo>
                    <a:lnTo>
                      <a:pt x="714" y="4027"/>
                    </a:lnTo>
                    <a:lnTo>
                      <a:pt x="882" y="3901"/>
                    </a:lnTo>
                    <a:lnTo>
                      <a:pt x="1007" y="3733"/>
                    </a:lnTo>
                    <a:lnTo>
                      <a:pt x="1049" y="3565"/>
                    </a:lnTo>
                    <a:lnTo>
                      <a:pt x="1049" y="504"/>
                    </a:lnTo>
                    <a:lnTo>
                      <a:pt x="1049" y="504"/>
                    </a:lnTo>
                    <a:lnTo>
                      <a:pt x="1007" y="294"/>
                    </a:lnTo>
                    <a:lnTo>
                      <a:pt x="882" y="127"/>
                    </a:lnTo>
                    <a:lnTo>
                      <a:pt x="714" y="43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407;p17">
                <a:extLst>
                  <a:ext uri="{FF2B5EF4-FFF2-40B4-BE49-F238E27FC236}">
                    <a16:creationId xmlns:a16="http://schemas.microsoft.com/office/drawing/2014/main" id="{A89A416F-CBD0-77F7-2BF0-4634FBD9849D}"/>
                  </a:ext>
                </a:extLst>
              </p:cNvPr>
              <p:cNvSpPr/>
              <p:nvPr/>
            </p:nvSpPr>
            <p:spPr>
              <a:xfrm>
                <a:off x="7114025" y="1962893"/>
                <a:ext cx="55427" cy="66811"/>
              </a:xfrm>
              <a:custGeom>
                <a:avLst/>
                <a:gdLst/>
                <a:ahLst/>
                <a:cxnLst/>
                <a:rect l="l" t="t" r="r" b="b"/>
                <a:pathLst>
                  <a:path w="2853" h="3439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168" y="126"/>
                    </a:lnTo>
                    <a:lnTo>
                      <a:pt x="42" y="294"/>
                    </a:lnTo>
                    <a:lnTo>
                      <a:pt x="0" y="461"/>
                    </a:lnTo>
                    <a:lnTo>
                      <a:pt x="0" y="671"/>
                    </a:lnTo>
                    <a:lnTo>
                      <a:pt x="84" y="839"/>
                    </a:lnTo>
                    <a:lnTo>
                      <a:pt x="84" y="839"/>
                    </a:lnTo>
                    <a:lnTo>
                      <a:pt x="1049" y="2013"/>
                    </a:lnTo>
                    <a:lnTo>
                      <a:pt x="1971" y="3229"/>
                    </a:lnTo>
                    <a:lnTo>
                      <a:pt x="1971" y="3229"/>
                    </a:lnTo>
                    <a:lnTo>
                      <a:pt x="2055" y="3355"/>
                    </a:lnTo>
                    <a:lnTo>
                      <a:pt x="2139" y="3397"/>
                    </a:lnTo>
                    <a:lnTo>
                      <a:pt x="2265" y="3439"/>
                    </a:lnTo>
                    <a:lnTo>
                      <a:pt x="2349" y="3439"/>
                    </a:lnTo>
                    <a:lnTo>
                      <a:pt x="2349" y="3439"/>
                    </a:lnTo>
                    <a:lnTo>
                      <a:pt x="2517" y="3439"/>
                    </a:lnTo>
                    <a:lnTo>
                      <a:pt x="2684" y="3355"/>
                    </a:lnTo>
                    <a:lnTo>
                      <a:pt x="2684" y="3355"/>
                    </a:lnTo>
                    <a:lnTo>
                      <a:pt x="2810" y="3187"/>
                    </a:lnTo>
                    <a:lnTo>
                      <a:pt x="2852" y="3019"/>
                    </a:lnTo>
                    <a:lnTo>
                      <a:pt x="2852" y="2810"/>
                    </a:lnTo>
                    <a:lnTo>
                      <a:pt x="2768" y="2642"/>
                    </a:lnTo>
                    <a:lnTo>
                      <a:pt x="2768" y="2642"/>
                    </a:lnTo>
                    <a:lnTo>
                      <a:pt x="1846" y="1426"/>
                    </a:lnTo>
                    <a:lnTo>
                      <a:pt x="881" y="210"/>
                    </a:lnTo>
                    <a:lnTo>
                      <a:pt x="881" y="210"/>
                    </a:lnTo>
                    <a:lnTo>
                      <a:pt x="797" y="126"/>
                    </a:lnTo>
                    <a:lnTo>
                      <a:pt x="713" y="84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408;p17">
                <a:extLst>
                  <a:ext uri="{FF2B5EF4-FFF2-40B4-BE49-F238E27FC236}">
                    <a16:creationId xmlns:a16="http://schemas.microsoft.com/office/drawing/2014/main" id="{1DBDE9C2-585D-637A-4538-F45339058E2F}"/>
                  </a:ext>
                </a:extLst>
              </p:cNvPr>
              <p:cNvSpPr/>
              <p:nvPr/>
            </p:nvSpPr>
            <p:spPr>
              <a:xfrm>
                <a:off x="7036628" y="1873276"/>
                <a:ext cx="59487" cy="63567"/>
              </a:xfrm>
              <a:custGeom>
                <a:avLst/>
                <a:gdLst/>
                <a:ahLst/>
                <a:cxnLst/>
                <a:rect l="l" t="t" r="r" b="b"/>
                <a:pathLst>
                  <a:path w="3062" h="3272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168" y="126"/>
                    </a:lnTo>
                    <a:lnTo>
                      <a:pt x="43" y="294"/>
                    </a:lnTo>
                    <a:lnTo>
                      <a:pt x="1" y="461"/>
                    </a:lnTo>
                    <a:lnTo>
                      <a:pt x="43" y="671"/>
                    </a:lnTo>
                    <a:lnTo>
                      <a:pt x="126" y="839"/>
                    </a:lnTo>
                    <a:lnTo>
                      <a:pt x="126" y="839"/>
                    </a:lnTo>
                    <a:lnTo>
                      <a:pt x="1133" y="1971"/>
                    </a:lnTo>
                    <a:lnTo>
                      <a:pt x="2139" y="3103"/>
                    </a:lnTo>
                    <a:lnTo>
                      <a:pt x="2139" y="3103"/>
                    </a:lnTo>
                    <a:lnTo>
                      <a:pt x="2223" y="3187"/>
                    </a:lnTo>
                    <a:lnTo>
                      <a:pt x="2349" y="3229"/>
                    </a:lnTo>
                    <a:lnTo>
                      <a:pt x="2559" y="3271"/>
                    </a:lnTo>
                    <a:lnTo>
                      <a:pt x="2559" y="3271"/>
                    </a:lnTo>
                    <a:lnTo>
                      <a:pt x="2726" y="3271"/>
                    </a:lnTo>
                    <a:lnTo>
                      <a:pt x="2852" y="3187"/>
                    </a:lnTo>
                    <a:lnTo>
                      <a:pt x="2852" y="3187"/>
                    </a:lnTo>
                    <a:lnTo>
                      <a:pt x="2978" y="3019"/>
                    </a:lnTo>
                    <a:lnTo>
                      <a:pt x="3062" y="2810"/>
                    </a:lnTo>
                    <a:lnTo>
                      <a:pt x="3020" y="2642"/>
                    </a:lnTo>
                    <a:lnTo>
                      <a:pt x="2936" y="2432"/>
                    </a:lnTo>
                    <a:lnTo>
                      <a:pt x="2936" y="2432"/>
                    </a:lnTo>
                    <a:lnTo>
                      <a:pt x="1888" y="1300"/>
                    </a:lnTo>
                    <a:lnTo>
                      <a:pt x="881" y="168"/>
                    </a:lnTo>
                    <a:lnTo>
                      <a:pt x="881" y="168"/>
                    </a:lnTo>
                    <a:lnTo>
                      <a:pt x="713" y="42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409;p17">
                <a:extLst>
                  <a:ext uri="{FF2B5EF4-FFF2-40B4-BE49-F238E27FC236}">
                    <a16:creationId xmlns:a16="http://schemas.microsoft.com/office/drawing/2014/main" id="{31632A17-BB1D-CF3A-D4A7-76788389841D}"/>
                  </a:ext>
                </a:extLst>
              </p:cNvPr>
              <p:cNvSpPr/>
              <p:nvPr/>
            </p:nvSpPr>
            <p:spPr>
              <a:xfrm>
                <a:off x="1923646" y="1859424"/>
                <a:ext cx="20399" cy="79031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4068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9" y="168"/>
                    </a:lnTo>
                    <a:lnTo>
                      <a:pt x="43" y="336"/>
                    </a:lnTo>
                    <a:lnTo>
                      <a:pt x="1" y="503"/>
                    </a:lnTo>
                    <a:lnTo>
                      <a:pt x="1" y="3565"/>
                    </a:lnTo>
                    <a:lnTo>
                      <a:pt x="1" y="3565"/>
                    </a:lnTo>
                    <a:lnTo>
                      <a:pt x="43" y="3774"/>
                    </a:lnTo>
                    <a:lnTo>
                      <a:pt x="169" y="3942"/>
                    </a:lnTo>
                    <a:lnTo>
                      <a:pt x="336" y="4026"/>
                    </a:lnTo>
                    <a:lnTo>
                      <a:pt x="504" y="4068"/>
                    </a:lnTo>
                    <a:lnTo>
                      <a:pt x="504" y="4068"/>
                    </a:lnTo>
                    <a:lnTo>
                      <a:pt x="714" y="4026"/>
                    </a:lnTo>
                    <a:lnTo>
                      <a:pt x="882" y="3942"/>
                    </a:lnTo>
                    <a:lnTo>
                      <a:pt x="1007" y="3774"/>
                    </a:lnTo>
                    <a:lnTo>
                      <a:pt x="1049" y="3565"/>
                    </a:lnTo>
                    <a:lnTo>
                      <a:pt x="1049" y="503"/>
                    </a:lnTo>
                    <a:lnTo>
                      <a:pt x="1049" y="503"/>
                    </a:lnTo>
                    <a:lnTo>
                      <a:pt x="1007" y="336"/>
                    </a:lnTo>
                    <a:lnTo>
                      <a:pt x="882" y="168"/>
                    </a:lnTo>
                    <a:lnTo>
                      <a:pt x="714" y="42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410;p17">
                <a:extLst>
                  <a:ext uri="{FF2B5EF4-FFF2-40B4-BE49-F238E27FC236}">
                    <a16:creationId xmlns:a16="http://schemas.microsoft.com/office/drawing/2014/main" id="{37B9C111-38A4-C467-4DDD-DFEF96147599}"/>
                  </a:ext>
                </a:extLst>
              </p:cNvPr>
              <p:cNvSpPr/>
              <p:nvPr/>
            </p:nvSpPr>
            <p:spPr>
              <a:xfrm>
                <a:off x="6951907" y="1790167"/>
                <a:ext cx="63567" cy="60303"/>
              </a:xfrm>
              <a:custGeom>
                <a:avLst/>
                <a:gdLst/>
                <a:ahLst/>
                <a:cxnLst/>
                <a:rect l="l" t="t" r="r" b="b"/>
                <a:pathLst>
                  <a:path w="3272" h="3104" fill="none" extrusionOk="0">
                    <a:moveTo>
                      <a:pt x="503" y="1"/>
                    </a:moveTo>
                    <a:lnTo>
                      <a:pt x="503" y="1"/>
                    </a:lnTo>
                    <a:lnTo>
                      <a:pt x="294" y="43"/>
                    </a:lnTo>
                    <a:lnTo>
                      <a:pt x="126" y="168"/>
                    </a:lnTo>
                    <a:lnTo>
                      <a:pt x="126" y="168"/>
                    </a:lnTo>
                    <a:lnTo>
                      <a:pt x="0" y="378"/>
                    </a:lnTo>
                    <a:lnTo>
                      <a:pt x="0" y="546"/>
                    </a:lnTo>
                    <a:lnTo>
                      <a:pt x="42" y="755"/>
                    </a:lnTo>
                    <a:lnTo>
                      <a:pt x="168" y="881"/>
                    </a:lnTo>
                    <a:lnTo>
                      <a:pt x="1510" y="2097"/>
                    </a:lnTo>
                    <a:lnTo>
                      <a:pt x="1510" y="2097"/>
                    </a:lnTo>
                    <a:lnTo>
                      <a:pt x="2391" y="2936"/>
                    </a:lnTo>
                    <a:lnTo>
                      <a:pt x="2391" y="2936"/>
                    </a:lnTo>
                    <a:lnTo>
                      <a:pt x="2558" y="3062"/>
                    </a:lnTo>
                    <a:lnTo>
                      <a:pt x="2768" y="3104"/>
                    </a:lnTo>
                    <a:lnTo>
                      <a:pt x="2768" y="3104"/>
                    </a:lnTo>
                    <a:lnTo>
                      <a:pt x="2936" y="3062"/>
                    </a:lnTo>
                    <a:lnTo>
                      <a:pt x="3104" y="2936"/>
                    </a:lnTo>
                    <a:lnTo>
                      <a:pt x="3104" y="2936"/>
                    </a:lnTo>
                    <a:lnTo>
                      <a:pt x="3229" y="2768"/>
                    </a:lnTo>
                    <a:lnTo>
                      <a:pt x="3271" y="2559"/>
                    </a:lnTo>
                    <a:lnTo>
                      <a:pt x="3229" y="2391"/>
                    </a:lnTo>
                    <a:lnTo>
                      <a:pt x="3104" y="2223"/>
                    </a:lnTo>
                    <a:lnTo>
                      <a:pt x="3104" y="2223"/>
                    </a:lnTo>
                    <a:lnTo>
                      <a:pt x="2181" y="1343"/>
                    </a:lnTo>
                    <a:lnTo>
                      <a:pt x="839" y="126"/>
                    </a:lnTo>
                    <a:lnTo>
                      <a:pt x="839" y="126"/>
                    </a:lnTo>
                    <a:lnTo>
                      <a:pt x="671" y="43"/>
                    </a:lnTo>
                    <a:lnTo>
                      <a:pt x="50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411;p17">
                <a:extLst>
                  <a:ext uri="{FF2B5EF4-FFF2-40B4-BE49-F238E27FC236}">
                    <a16:creationId xmlns:a16="http://schemas.microsoft.com/office/drawing/2014/main" id="{7A0CE940-5A39-28AA-5D63-735A2B7CE0AC}"/>
                  </a:ext>
                </a:extLst>
              </p:cNvPr>
              <p:cNvSpPr/>
              <p:nvPr/>
            </p:nvSpPr>
            <p:spPr>
              <a:xfrm>
                <a:off x="1923646" y="1741288"/>
                <a:ext cx="20399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4069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2"/>
                    </a:lnTo>
                    <a:lnTo>
                      <a:pt x="169" y="126"/>
                    </a:lnTo>
                    <a:lnTo>
                      <a:pt x="43" y="294"/>
                    </a:lnTo>
                    <a:lnTo>
                      <a:pt x="1" y="504"/>
                    </a:lnTo>
                    <a:lnTo>
                      <a:pt x="1" y="3565"/>
                    </a:lnTo>
                    <a:lnTo>
                      <a:pt x="1" y="3565"/>
                    </a:lnTo>
                    <a:lnTo>
                      <a:pt x="43" y="3733"/>
                    </a:lnTo>
                    <a:lnTo>
                      <a:pt x="169" y="3901"/>
                    </a:lnTo>
                    <a:lnTo>
                      <a:pt x="336" y="4026"/>
                    </a:lnTo>
                    <a:lnTo>
                      <a:pt x="504" y="4068"/>
                    </a:lnTo>
                    <a:lnTo>
                      <a:pt x="504" y="4068"/>
                    </a:lnTo>
                    <a:lnTo>
                      <a:pt x="714" y="4026"/>
                    </a:lnTo>
                    <a:lnTo>
                      <a:pt x="882" y="3901"/>
                    </a:lnTo>
                    <a:lnTo>
                      <a:pt x="1007" y="3733"/>
                    </a:lnTo>
                    <a:lnTo>
                      <a:pt x="1049" y="3565"/>
                    </a:lnTo>
                    <a:lnTo>
                      <a:pt x="1049" y="504"/>
                    </a:lnTo>
                    <a:lnTo>
                      <a:pt x="1049" y="504"/>
                    </a:lnTo>
                    <a:lnTo>
                      <a:pt x="1007" y="294"/>
                    </a:lnTo>
                    <a:lnTo>
                      <a:pt x="882" y="126"/>
                    </a:lnTo>
                    <a:lnTo>
                      <a:pt x="714" y="42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412;p17">
                <a:extLst>
                  <a:ext uri="{FF2B5EF4-FFF2-40B4-BE49-F238E27FC236}">
                    <a16:creationId xmlns:a16="http://schemas.microsoft.com/office/drawing/2014/main" id="{17B4FE43-DF86-1F4D-8C60-F899CB44E380}"/>
                  </a:ext>
                </a:extLst>
              </p:cNvPr>
              <p:cNvSpPr/>
              <p:nvPr/>
            </p:nvSpPr>
            <p:spPr>
              <a:xfrm>
                <a:off x="6964126" y="1693226"/>
                <a:ext cx="52163" cy="69259"/>
              </a:xfrm>
              <a:custGeom>
                <a:avLst/>
                <a:gdLst/>
                <a:ahLst/>
                <a:cxnLst/>
                <a:rect l="l" t="t" r="r" b="b"/>
                <a:pathLst>
                  <a:path w="2685" h="3565" fill="none" extrusionOk="0">
                    <a:moveTo>
                      <a:pt x="2181" y="0"/>
                    </a:moveTo>
                    <a:lnTo>
                      <a:pt x="2181" y="0"/>
                    </a:lnTo>
                    <a:lnTo>
                      <a:pt x="2055" y="0"/>
                    </a:lnTo>
                    <a:lnTo>
                      <a:pt x="1971" y="42"/>
                    </a:lnTo>
                    <a:lnTo>
                      <a:pt x="1845" y="126"/>
                    </a:lnTo>
                    <a:lnTo>
                      <a:pt x="1762" y="210"/>
                    </a:lnTo>
                    <a:lnTo>
                      <a:pt x="1762" y="210"/>
                    </a:lnTo>
                    <a:lnTo>
                      <a:pt x="671" y="1845"/>
                    </a:lnTo>
                    <a:lnTo>
                      <a:pt x="210" y="2558"/>
                    </a:lnTo>
                    <a:lnTo>
                      <a:pt x="84" y="2768"/>
                    </a:lnTo>
                    <a:lnTo>
                      <a:pt x="84" y="2768"/>
                    </a:lnTo>
                    <a:lnTo>
                      <a:pt x="0" y="2978"/>
                    </a:lnTo>
                    <a:lnTo>
                      <a:pt x="42" y="3187"/>
                    </a:lnTo>
                    <a:lnTo>
                      <a:pt x="126" y="3355"/>
                    </a:lnTo>
                    <a:lnTo>
                      <a:pt x="252" y="3481"/>
                    </a:lnTo>
                    <a:lnTo>
                      <a:pt x="252" y="3481"/>
                    </a:lnTo>
                    <a:lnTo>
                      <a:pt x="378" y="3523"/>
                    </a:lnTo>
                    <a:lnTo>
                      <a:pt x="504" y="3565"/>
                    </a:lnTo>
                    <a:lnTo>
                      <a:pt x="504" y="3565"/>
                    </a:lnTo>
                    <a:lnTo>
                      <a:pt x="629" y="3565"/>
                    </a:lnTo>
                    <a:lnTo>
                      <a:pt x="755" y="3481"/>
                    </a:lnTo>
                    <a:lnTo>
                      <a:pt x="881" y="3439"/>
                    </a:lnTo>
                    <a:lnTo>
                      <a:pt x="965" y="3313"/>
                    </a:lnTo>
                    <a:lnTo>
                      <a:pt x="1091" y="3104"/>
                    </a:lnTo>
                    <a:lnTo>
                      <a:pt x="1091" y="3104"/>
                    </a:lnTo>
                    <a:lnTo>
                      <a:pt x="1552" y="2391"/>
                    </a:lnTo>
                    <a:lnTo>
                      <a:pt x="2600" y="797"/>
                    </a:lnTo>
                    <a:lnTo>
                      <a:pt x="2600" y="797"/>
                    </a:lnTo>
                    <a:lnTo>
                      <a:pt x="2684" y="587"/>
                    </a:lnTo>
                    <a:lnTo>
                      <a:pt x="2684" y="420"/>
                    </a:lnTo>
                    <a:lnTo>
                      <a:pt x="2642" y="210"/>
                    </a:lnTo>
                    <a:lnTo>
                      <a:pt x="2475" y="84"/>
                    </a:lnTo>
                    <a:lnTo>
                      <a:pt x="2475" y="84"/>
                    </a:lnTo>
                    <a:lnTo>
                      <a:pt x="2349" y="0"/>
                    </a:lnTo>
                    <a:lnTo>
                      <a:pt x="2181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413;p17">
                <a:extLst>
                  <a:ext uri="{FF2B5EF4-FFF2-40B4-BE49-F238E27FC236}">
                    <a16:creationId xmlns:a16="http://schemas.microsoft.com/office/drawing/2014/main" id="{3D0562BC-55E2-3953-661C-7CDEBA89F43E}"/>
                  </a:ext>
                </a:extLst>
              </p:cNvPr>
              <p:cNvSpPr/>
              <p:nvPr/>
            </p:nvSpPr>
            <p:spPr>
              <a:xfrm>
                <a:off x="1923646" y="1622336"/>
                <a:ext cx="20399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4069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3"/>
                    </a:lnTo>
                    <a:lnTo>
                      <a:pt x="169" y="169"/>
                    </a:lnTo>
                    <a:lnTo>
                      <a:pt x="43" y="336"/>
                    </a:lnTo>
                    <a:lnTo>
                      <a:pt x="1" y="504"/>
                    </a:lnTo>
                    <a:lnTo>
                      <a:pt x="1" y="3565"/>
                    </a:lnTo>
                    <a:lnTo>
                      <a:pt x="1" y="3565"/>
                    </a:lnTo>
                    <a:lnTo>
                      <a:pt x="43" y="3775"/>
                    </a:lnTo>
                    <a:lnTo>
                      <a:pt x="169" y="3943"/>
                    </a:lnTo>
                    <a:lnTo>
                      <a:pt x="336" y="4027"/>
                    </a:lnTo>
                    <a:lnTo>
                      <a:pt x="504" y="4069"/>
                    </a:lnTo>
                    <a:lnTo>
                      <a:pt x="504" y="4069"/>
                    </a:lnTo>
                    <a:lnTo>
                      <a:pt x="714" y="4027"/>
                    </a:lnTo>
                    <a:lnTo>
                      <a:pt x="882" y="3943"/>
                    </a:lnTo>
                    <a:lnTo>
                      <a:pt x="1007" y="3775"/>
                    </a:lnTo>
                    <a:lnTo>
                      <a:pt x="1049" y="3565"/>
                    </a:lnTo>
                    <a:lnTo>
                      <a:pt x="1049" y="504"/>
                    </a:lnTo>
                    <a:lnTo>
                      <a:pt x="1049" y="504"/>
                    </a:lnTo>
                    <a:lnTo>
                      <a:pt x="1007" y="336"/>
                    </a:lnTo>
                    <a:lnTo>
                      <a:pt x="882" y="169"/>
                    </a:lnTo>
                    <a:lnTo>
                      <a:pt x="714" y="43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414;p17">
                <a:extLst>
                  <a:ext uri="{FF2B5EF4-FFF2-40B4-BE49-F238E27FC236}">
                    <a16:creationId xmlns:a16="http://schemas.microsoft.com/office/drawing/2014/main" id="{BBB961A9-512D-8461-F4F7-CBD8B9FC126B}"/>
                  </a:ext>
                </a:extLst>
              </p:cNvPr>
              <p:cNvSpPr/>
              <p:nvPr/>
            </p:nvSpPr>
            <p:spPr>
              <a:xfrm>
                <a:off x="7030936" y="1597081"/>
                <a:ext cx="54591" cy="66831"/>
              </a:xfrm>
              <a:custGeom>
                <a:avLst/>
                <a:gdLst/>
                <a:ahLst/>
                <a:cxnLst/>
                <a:rect l="l" t="t" r="r" b="b"/>
                <a:pathLst>
                  <a:path w="2810" h="3440" fill="none" extrusionOk="0">
                    <a:moveTo>
                      <a:pt x="2306" y="1"/>
                    </a:moveTo>
                    <a:lnTo>
                      <a:pt x="2306" y="1"/>
                    </a:lnTo>
                    <a:lnTo>
                      <a:pt x="2223" y="1"/>
                    </a:lnTo>
                    <a:lnTo>
                      <a:pt x="2097" y="43"/>
                    </a:lnTo>
                    <a:lnTo>
                      <a:pt x="2013" y="85"/>
                    </a:lnTo>
                    <a:lnTo>
                      <a:pt x="1929" y="169"/>
                    </a:lnTo>
                    <a:lnTo>
                      <a:pt x="1929" y="169"/>
                    </a:lnTo>
                    <a:lnTo>
                      <a:pt x="84" y="2643"/>
                    </a:lnTo>
                    <a:lnTo>
                      <a:pt x="84" y="2643"/>
                    </a:lnTo>
                    <a:lnTo>
                      <a:pt x="0" y="2853"/>
                    </a:lnTo>
                    <a:lnTo>
                      <a:pt x="0" y="3020"/>
                    </a:lnTo>
                    <a:lnTo>
                      <a:pt x="84" y="3230"/>
                    </a:lnTo>
                    <a:lnTo>
                      <a:pt x="210" y="3356"/>
                    </a:lnTo>
                    <a:lnTo>
                      <a:pt x="210" y="3356"/>
                    </a:lnTo>
                    <a:lnTo>
                      <a:pt x="377" y="3440"/>
                    </a:lnTo>
                    <a:lnTo>
                      <a:pt x="503" y="3440"/>
                    </a:lnTo>
                    <a:lnTo>
                      <a:pt x="503" y="3440"/>
                    </a:lnTo>
                    <a:lnTo>
                      <a:pt x="629" y="3440"/>
                    </a:lnTo>
                    <a:lnTo>
                      <a:pt x="755" y="3398"/>
                    </a:lnTo>
                    <a:lnTo>
                      <a:pt x="839" y="3356"/>
                    </a:lnTo>
                    <a:lnTo>
                      <a:pt x="923" y="3230"/>
                    </a:lnTo>
                    <a:lnTo>
                      <a:pt x="923" y="3230"/>
                    </a:lnTo>
                    <a:lnTo>
                      <a:pt x="2726" y="798"/>
                    </a:lnTo>
                    <a:lnTo>
                      <a:pt x="2726" y="798"/>
                    </a:lnTo>
                    <a:lnTo>
                      <a:pt x="2810" y="630"/>
                    </a:lnTo>
                    <a:lnTo>
                      <a:pt x="2810" y="420"/>
                    </a:lnTo>
                    <a:lnTo>
                      <a:pt x="2768" y="253"/>
                    </a:lnTo>
                    <a:lnTo>
                      <a:pt x="2642" y="85"/>
                    </a:lnTo>
                    <a:lnTo>
                      <a:pt x="2642" y="85"/>
                    </a:lnTo>
                    <a:lnTo>
                      <a:pt x="2474" y="1"/>
                    </a:lnTo>
                    <a:lnTo>
                      <a:pt x="2306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415;p17">
                <a:extLst>
                  <a:ext uri="{FF2B5EF4-FFF2-40B4-BE49-F238E27FC236}">
                    <a16:creationId xmlns:a16="http://schemas.microsoft.com/office/drawing/2014/main" id="{F3EA7127-2962-43B6-13E7-0D4261460534}"/>
                  </a:ext>
                </a:extLst>
              </p:cNvPr>
              <p:cNvSpPr/>
              <p:nvPr/>
            </p:nvSpPr>
            <p:spPr>
              <a:xfrm>
                <a:off x="1923646" y="1504220"/>
                <a:ext cx="20399" cy="79031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4068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9" y="126"/>
                    </a:lnTo>
                    <a:lnTo>
                      <a:pt x="43" y="294"/>
                    </a:lnTo>
                    <a:lnTo>
                      <a:pt x="1" y="503"/>
                    </a:lnTo>
                    <a:lnTo>
                      <a:pt x="1" y="3565"/>
                    </a:lnTo>
                    <a:lnTo>
                      <a:pt x="1" y="3565"/>
                    </a:lnTo>
                    <a:lnTo>
                      <a:pt x="43" y="3733"/>
                    </a:lnTo>
                    <a:lnTo>
                      <a:pt x="169" y="3900"/>
                    </a:lnTo>
                    <a:lnTo>
                      <a:pt x="336" y="4026"/>
                    </a:lnTo>
                    <a:lnTo>
                      <a:pt x="504" y="4068"/>
                    </a:lnTo>
                    <a:lnTo>
                      <a:pt x="504" y="4068"/>
                    </a:lnTo>
                    <a:lnTo>
                      <a:pt x="714" y="4026"/>
                    </a:lnTo>
                    <a:lnTo>
                      <a:pt x="882" y="3900"/>
                    </a:lnTo>
                    <a:lnTo>
                      <a:pt x="1007" y="3733"/>
                    </a:lnTo>
                    <a:lnTo>
                      <a:pt x="1049" y="3565"/>
                    </a:lnTo>
                    <a:lnTo>
                      <a:pt x="1049" y="503"/>
                    </a:lnTo>
                    <a:lnTo>
                      <a:pt x="1049" y="503"/>
                    </a:lnTo>
                    <a:lnTo>
                      <a:pt x="1007" y="294"/>
                    </a:lnTo>
                    <a:lnTo>
                      <a:pt x="882" y="126"/>
                    </a:lnTo>
                    <a:lnTo>
                      <a:pt x="714" y="42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416;p17">
                <a:extLst>
                  <a:ext uri="{FF2B5EF4-FFF2-40B4-BE49-F238E27FC236}">
                    <a16:creationId xmlns:a16="http://schemas.microsoft.com/office/drawing/2014/main" id="{13B6D03D-F66B-ABDA-50B8-2B31A737A390}"/>
                  </a:ext>
                </a:extLst>
              </p:cNvPr>
              <p:cNvSpPr/>
              <p:nvPr/>
            </p:nvSpPr>
            <p:spPr>
              <a:xfrm>
                <a:off x="7102622" y="1503404"/>
                <a:ext cx="57039" cy="66015"/>
              </a:xfrm>
              <a:custGeom>
                <a:avLst/>
                <a:gdLst/>
                <a:ahLst/>
                <a:cxnLst/>
                <a:rect l="l" t="t" r="r" b="b"/>
                <a:pathLst>
                  <a:path w="2936" h="3398" fill="none" extrusionOk="0">
                    <a:moveTo>
                      <a:pt x="2433" y="0"/>
                    </a:moveTo>
                    <a:lnTo>
                      <a:pt x="2433" y="0"/>
                    </a:lnTo>
                    <a:lnTo>
                      <a:pt x="2223" y="84"/>
                    </a:lnTo>
                    <a:lnTo>
                      <a:pt x="2097" y="126"/>
                    </a:lnTo>
                    <a:lnTo>
                      <a:pt x="2013" y="210"/>
                    </a:lnTo>
                    <a:lnTo>
                      <a:pt x="2013" y="210"/>
                    </a:lnTo>
                    <a:lnTo>
                      <a:pt x="126" y="2600"/>
                    </a:lnTo>
                    <a:lnTo>
                      <a:pt x="126" y="2600"/>
                    </a:lnTo>
                    <a:lnTo>
                      <a:pt x="0" y="2768"/>
                    </a:lnTo>
                    <a:lnTo>
                      <a:pt x="0" y="2978"/>
                    </a:lnTo>
                    <a:lnTo>
                      <a:pt x="42" y="3145"/>
                    </a:lnTo>
                    <a:lnTo>
                      <a:pt x="210" y="3313"/>
                    </a:lnTo>
                    <a:lnTo>
                      <a:pt x="210" y="3313"/>
                    </a:lnTo>
                    <a:lnTo>
                      <a:pt x="336" y="3397"/>
                    </a:lnTo>
                    <a:lnTo>
                      <a:pt x="504" y="3397"/>
                    </a:lnTo>
                    <a:lnTo>
                      <a:pt x="504" y="3397"/>
                    </a:lnTo>
                    <a:lnTo>
                      <a:pt x="713" y="3355"/>
                    </a:lnTo>
                    <a:lnTo>
                      <a:pt x="839" y="3313"/>
                    </a:lnTo>
                    <a:lnTo>
                      <a:pt x="923" y="3229"/>
                    </a:lnTo>
                    <a:lnTo>
                      <a:pt x="923" y="3229"/>
                    </a:lnTo>
                    <a:lnTo>
                      <a:pt x="2810" y="839"/>
                    </a:lnTo>
                    <a:lnTo>
                      <a:pt x="2810" y="839"/>
                    </a:lnTo>
                    <a:lnTo>
                      <a:pt x="2894" y="671"/>
                    </a:lnTo>
                    <a:lnTo>
                      <a:pt x="2936" y="462"/>
                    </a:lnTo>
                    <a:lnTo>
                      <a:pt x="2852" y="294"/>
                    </a:lnTo>
                    <a:lnTo>
                      <a:pt x="2726" y="126"/>
                    </a:lnTo>
                    <a:lnTo>
                      <a:pt x="2726" y="126"/>
                    </a:lnTo>
                    <a:lnTo>
                      <a:pt x="2600" y="42"/>
                    </a:lnTo>
                    <a:lnTo>
                      <a:pt x="243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417;p17">
                <a:extLst>
                  <a:ext uri="{FF2B5EF4-FFF2-40B4-BE49-F238E27FC236}">
                    <a16:creationId xmlns:a16="http://schemas.microsoft.com/office/drawing/2014/main" id="{0430EC4C-FF8C-B4EE-81D7-0463DAB57CDF}"/>
                  </a:ext>
                </a:extLst>
              </p:cNvPr>
              <p:cNvSpPr/>
              <p:nvPr/>
            </p:nvSpPr>
            <p:spPr>
              <a:xfrm>
                <a:off x="7177571" y="1413787"/>
                <a:ext cx="58671" cy="64383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314" fill="none" extrusionOk="0">
                    <a:moveTo>
                      <a:pt x="2517" y="0"/>
                    </a:moveTo>
                    <a:lnTo>
                      <a:pt x="2517" y="0"/>
                    </a:lnTo>
                    <a:lnTo>
                      <a:pt x="2307" y="42"/>
                    </a:lnTo>
                    <a:lnTo>
                      <a:pt x="2139" y="168"/>
                    </a:lnTo>
                    <a:lnTo>
                      <a:pt x="2139" y="168"/>
                    </a:lnTo>
                    <a:lnTo>
                      <a:pt x="126" y="2475"/>
                    </a:lnTo>
                    <a:lnTo>
                      <a:pt x="126" y="2475"/>
                    </a:lnTo>
                    <a:lnTo>
                      <a:pt x="42" y="2642"/>
                    </a:lnTo>
                    <a:lnTo>
                      <a:pt x="0" y="2852"/>
                    </a:lnTo>
                    <a:lnTo>
                      <a:pt x="84" y="3020"/>
                    </a:lnTo>
                    <a:lnTo>
                      <a:pt x="210" y="3188"/>
                    </a:lnTo>
                    <a:lnTo>
                      <a:pt x="210" y="3188"/>
                    </a:lnTo>
                    <a:lnTo>
                      <a:pt x="336" y="3271"/>
                    </a:lnTo>
                    <a:lnTo>
                      <a:pt x="504" y="3313"/>
                    </a:lnTo>
                    <a:lnTo>
                      <a:pt x="504" y="3313"/>
                    </a:lnTo>
                    <a:lnTo>
                      <a:pt x="713" y="3271"/>
                    </a:lnTo>
                    <a:lnTo>
                      <a:pt x="839" y="3229"/>
                    </a:lnTo>
                    <a:lnTo>
                      <a:pt x="923" y="3146"/>
                    </a:lnTo>
                    <a:lnTo>
                      <a:pt x="923" y="3146"/>
                    </a:lnTo>
                    <a:lnTo>
                      <a:pt x="2894" y="839"/>
                    </a:lnTo>
                    <a:lnTo>
                      <a:pt x="2894" y="839"/>
                    </a:lnTo>
                    <a:lnTo>
                      <a:pt x="3020" y="671"/>
                    </a:lnTo>
                    <a:lnTo>
                      <a:pt x="3020" y="462"/>
                    </a:lnTo>
                    <a:lnTo>
                      <a:pt x="2978" y="294"/>
                    </a:lnTo>
                    <a:lnTo>
                      <a:pt x="2852" y="126"/>
                    </a:lnTo>
                    <a:lnTo>
                      <a:pt x="2852" y="126"/>
                    </a:lnTo>
                    <a:lnTo>
                      <a:pt x="2726" y="42"/>
                    </a:lnTo>
                    <a:lnTo>
                      <a:pt x="2517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418;p17">
                <a:extLst>
                  <a:ext uri="{FF2B5EF4-FFF2-40B4-BE49-F238E27FC236}">
                    <a16:creationId xmlns:a16="http://schemas.microsoft.com/office/drawing/2014/main" id="{1CB5EC4C-5D2A-B623-5544-A66D98E0ACEF}"/>
                  </a:ext>
                </a:extLst>
              </p:cNvPr>
              <p:cNvSpPr/>
              <p:nvPr/>
            </p:nvSpPr>
            <p:spPr>
              <a:xfrm>
                <a:off x="2788849" y="1408891"/>
                <a:ext cx="79050" cy="19583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08" fill="none" extrusionOk="0">
                    <a:moveTo>
                      <a:pt x="3565" y="1"/>
                    </a:moveTo>
                    <a:lnTo>
                      <a:pt x="3523" y="1"/>
                    </a:lnTo>
                    <a:lnTo>
                      <a:pt x="3523" y="1"/>
                    </a:lnTo>
                    <a:lnTo>
                      <a:pt x="504" y="1"/>
                    </a:lnTo>
                    <a:lnTo>
                      <a:pt x="504" y="1"/>
                    </a:lnTo>
                    <a:lnTo>
                      <a:pt x="294" y="43"/>
                    </a:lnTo>
                    <a:lnTo>
                      <a:pt x="127" y="169"/>
                    </a:lnTo>
                    <a:lnTo>
                      <a:pt x="43" y="294"/>
                    </a:lnTo>
                    <a:lnTo>
                      <a:pt x="1" y="504"/>
                    </a:lnTo>
                    <a:lnTo>
                      <a:pt x="1" y="504"/>
                    </a:lnTo>
                    <a:lnTo>
                      <a:pt x="43" y="714"/>
                    </a:lnTo>
                    <a:lnTo>
                      <a:pt x="127" y="881"/>
                    </a:lnTo>
                    <a:lnTo>
                      <a:pt x="294" y="965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33" y="965"/>
                    </a:lnTo>
                    <a:lnTo>
                      <a:pt x="3901" y="839"/>
                    </a:lnTo>
                    <a:lnTo>
                      <a:pt x="4027" y="714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7" y="294"/>
                    </a:lnTo>
                    <a:lnTo>
                      <a:pt x="3901" y="127"/>
                    </a:lnTo>
                    <a:lnTo>
                      <a:pt x="3733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419;p17">
                <a:extLst>
                  <a:ext uri="{FF2B5EF4-FFF2-40B4-BE49-F238E27FC236}">
                    <a16:creationId xmlns:a16="http://schemas.microsoft.com/office/drawing/2014/main" id="{34742FD1-C6CB-8E17-9FAA-8869EDB720D5}"/>
                  </a:ext>
                </a:extLst>
              </p:cNvPr>
              <p:cNvSpPr/>
              <p:nvPr/>
            </p:nvSpPr>
            <p:spPr>
              <a:xfrm>
                <a:off x="2669916" y="1408075"/>
                <a:ext cx="79031" cy="20399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050" fill="none" extrusionOk="0">
                    <a:moveTo>
                      <a:pt x="503" y="1"/>
                    </a:moveTo>
                    <a:lnTo>
                      <a:pt x="503" y="1"/>
                    </a:lnTo>
                    <a:lnTo>
                      <a:pt x="336" y="43"/>
                    </a:lnTo>
                    <a:lnTo>
                      <a:pt x="168" y="169"/>
                    </a:lnTo>
                    <a:lnTo>
                      <a:pt x="42" y="294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42" y="714"/>
                    </a:lnTo>
                    <a:lnTo>
                      <a:pt x="168" y="881"/>
                    </a:lnTo>
                    <a:lnTo>
                      <a:pt x="294" y="965"/>
                    </a:lnTo>
                    <a:lnTo>
                      <a:pt x="503" y="1007"/>
                    </a:lnTo>
                    <a:lnTo>
                      <a:pt x="503" y="1007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74" y="1007"/>
                    </a:lnTo>
                    <a:lnTo>
                      <a:pt x="3942" y="923"/>
                    </a:lnTo>
                    <a:lnTo>
                      <a:pt x="4026" y="756"/>
                    </a:lnTo>
                    <a:lnTo>
                      <a:pt x="4068" y="546"/>
                    </a:lnTo>
                    <a:lnTo>
                      <a:pt x="4068" y="546"/>
                    </a:lnTo>
                    <a:lnTo>
                      <a:pt x="4026" y="336"/>
                    </a:lnTo>
                    <a:lnTo>
                      <a:pt x="3942" y="169"/>
                    </a:lnTo>
                    <a:lnTo>
                      <a:pt x="3774" y="85"/>
                    </a:lnTo>
                    <a:lnTo>
                      <a:pt x="3565" y="43"/>
                    </a:lnTo>
                    <a:lnTo>
                      <a:pt x="3565" y="43"/>
                    </a:lnTo>
                    <a:lnTo>
                      <a:pt x="50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420;p17">
                <a:extLst>
                  <a:ext uri="{FF2B5EF4-FFF2-40B4-BE49-F238E27FC236}">
                    <a16:creationId xmlns:a16="http://schemas.microsoft.com/office/drawing/2014/main" id="{0F5A9B8D-7555-8D92-4C99-90363483E5C8}"/>
                  </a:ext>
                </a:extLst>
              </p:cNvPr>
              <p:cNvSpPr/>
              <p:nvPr/>
            </p:nvSpPr>
            <p:spPr>
              <a:xfrm>
                <a:off x="2906984" y="1406443"/>
                <a:ext cx="79050" cy="2121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92" fill="none" extrusionOk="0">
                    <a:moveTo>
                      <a:pt x="3607" y="1"/>
                    </a:moveTo>
                    <a:lnTo>
                      <a:pt x="3607" y="1"/>
                    </a:lnTo>
                    <a:lnTo>
                      <a:pt x="3565" y="43"/>
                    </a:lnTo>
                    <a:lnTo>
                      <a:pt x="3565" y="43"/>
                    </a:lnTo>
                    <a:lnTo>
                      <a:pt x="504" y="85"/>
                    </a:lnTo>
                    <a:lnTo>
                      <a:pt x="504" y="85"/>
                    </a:lnTo>
                    <a:lnTo>
                      <a:pt x="336" y="127"/>
                    </a:lnTo>
                    <a:lnTo>
                      <a:pt x="168" y="253"/>
                    </a:lnTo>
                    <a:lnTo>
                      <a:pt x="42" y="378"/>
                    </a:lnTo>
                    <a:lnTo>
                      <a:pt x="0" y="588"/>
                    </a:lnTo>
                    <a:lnTo>
                      <a:pt x="0" y="588"/>
                    </a:lnTo>
                    <a:lnTo>
                      <a:pt x="42" y="798"/>
                    </a:lnTo>
                    <a:lnTo>
                      <a:pt x="168" y="965"/>
                    </a:lnTo>
                    <a:lnTo>
                      <a:pt x="336" y="1049"/>
                    </a:lnTo>
                    <a:lnTo>
                      <a:pt x="504" y="1091"/>
                    </a:lnTo>
                    <a:lnTo>
                      <a:pt x="546" y="1091"/>
                    </a:lnTo>
                    <a:lnTo>
                      <a:pt x="546" y="1091"/>
                    </a:lnTo>
                    <a:lnTo>
                      <a:pt x="3607" y="1049"/>
                    </a:lnTo>
                    <a:lnTo>
                      <a:pt x="3607" y="1049"/>
                    </a:lnTo>
                    <a:lnTo>
                      <a:pt x="3775" y="1007"/>
                    </a:lnTo>
                    <a:lnTo>
                      <a:pt x="3942" y="882"/>
                    </a:lnTo>
                    <a:lnTo>
                      <a:pt x="4068" y="714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68" y="336"/>
                    </a:lnTo>
                    <a:lnTo>
                      <a:pt x="3942" y="169"/>
                    </a:lnTo>
                    <a:lnTo>
                      <a:pt x="3817" y="43"/>
                    </a:lnTo>
                    <a:lnTo>
                      <a:pt x="3607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421;p17">
                <a:extLst>
                  <a:ext uri="{FF2B5EF4-FFF2-40B4-BE49-F238E27FC236}">
                    <a16:creationId xmlns:a16="http://schemas.microsoft.com/office/drawing/2014/main" id="{E096D689-92EC-F34B-5AA8-066E00AD4931}"/>
                  </a:ext>
                </a:extLst>
              </p:cNvPr>
              <p:cNvSpPr/>
              <p:nvPr/>
            </p:nvSpPr>
            <p:spPr>
              <a:xfrm>
                <a:off x="2551781" y="1405647"/>
                <a:ext cx="79050" cy="2119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91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294" y="42"/>
                    </a:lnTo>
                    <a:lnTo>
                      <a:pt x="126" y="126"/>
                    </a:lnTo>
                    <a:lnTo>
                      <a:pt x="42" y="294"/>
                    </a:lnTo>
                    <a:lnTo>
                      <a:pt x="0" y="503"/>
                    </a:lnTo>
                    <a:lnTo>
                      <a:pt x="0" y="503"/>
                    </a:lnTo>
                    <a:lnTo>
                      <a:pt x="42" y="713"/>
                    </a:lnTo>
                    <a:lnTo>
                      <a:pt x="126" y="839"/>
                    </a:lnTo>
                    <a:lnTo>
                      <a:pt x="294" y="965"/>
                    </a:lnTo>
                    <a:lnTo>
                      <a:pt x="462" y="1006"/>
                    </a:lnTo>
                    <a:lnTo>
                      <a:pt x="462" y="1006"/>
                    </a:lnTo>
                    <a:lnTo>
                      <a:pt x="3523" y="1090"/>
                    </a:lnTo>
                    <a:lnTo>
                      <a:pt x="3565" y="1090"/>
                    </a:lnTo>
                    <a:lnTo>
                      <a:pt x="3565" y="1090"/>
                    </a:lnTo>
                    <a:lnTo>
                      <a:pt x="3733" y="1048"/>
                    </a:lnTo>
                    <a:lnTo>
                      <a:pt x="3900" y="965"/>
                    </a:lnTo>
                    <a:lnTo>
                      <a:pt x="4026" y="797"/>
                    </a:lnTo>
                    <a:lnTo>
                      <a:pt x="4068" y="587"/>
                    </a:lnTo>
                    <a:lnTo>
                      <a:pt x="4068" y="587"/>
                    </a:lnTo>
                    <a:lnTo>
                      <a:pt x="4026" y="377"/>
                    </a:lnTo>
                    <a:lnTo>
                      <a:pt x="3900" y="252"/>
                    </a:lnTo>
                    <a:lnTo>
                      <a:pt x="3775" y="126"/>
                    </a:lnTo>
                    <a:lnTo>
                      <a:pt x="3565" y="84"/>
                    </a:lnTo>
                    <a:lnTo>
                      <a:pt x="3565" y="84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422;p17">
                <a:extLst>
                  <a:ext uri="{FF2B5EF4-FFF2-40B4-BE49-F238E27FC236}">
                    <a16:creationId xmlns:a16="http://schemas.microsoft.com/office/drawing/2014/main" id="{C743A2B4-8035-8D11-5A2D-9F993F0F4DC2}"/>
                  </a:ext>
                </a:extLst>
              </p:cNvPr>
              <p:cNvSpPr/>
              <p:nvPr/>
            </p:nvSpPr>
            <p:spPr>
              <a:xfrm>
                <a:off x="3025936" y="1403199"/>
                <a:ext cx="79031" cy="22011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133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65" y="0"/>
                    </a:lnTo>
                    <a:lnTo>
                      <a:pt x="3565" y="0"/>
                    </a:lnTo>
                    <a:lnTo>
                      <a:pt x="503" y="126"/>
                    </a:lnTo>
                    <a:lnTo>
                      <a:pt x="503" y="126"/>
                    </a:lnTo>
                    <a:lnTo>
                      <a:pt x="294" y="168"/>
                    </a:lnTo>
                    <a:lnTo>
                      <a:pt x="126" y="252"/>
                    </a:lnTo>
                    <a:lnTo>
                      <a:pt x="42" y="420"/>
                    </a:lnTo>
                    <a:lnTo>
                      <a:pt x="0" y="629"/>
                    </a:lnTo>
                    <a:lnTo>
                      <a:pt x="0" y="629"/>
                    </a:lnTo>
                    <a:lnTo>
                      <a:pt x="42" y="839"/>
                    </a:lnTo>
                    <a:lnTo>
                      <a:pt x="168" y="1007"/>
                    </a:lnTo>
                    <a:lnTo>
                      <a:pt x="335" y="1091"/>
                    </a:lnTo>
                    <a:lnTo>
                      <a:pt x="503" y="1132"/>
                    </a:lnTo>
                    <a:lnTo>
                      <a:pt x="545" y="1132"/>
                    </a:lnTo>
                    <a:lnTo>
                      <a:pt x="545" y="1132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74" y="965"/>
                    </a:lnTo>
                    <a:lnTo>
                      <a:pt x="3942" y="881"/>
                    </a:lnTo>
                    <a:lnTo>
                      <a:pt x="4026" y="713"/>
                    </a:lnTo>
                    <a:lnTo>
                      <a:pt x="4068" y="503"/>
                    </a:lnTo>
                    <a:lnTo>
                      <a:pt x="4068" y="503"/>
                    </a:lnTo>
                    <a:lnTo>
                      <a:pt x="4026" y="294"/>
                    </a:lnTo>
                    <a:lnTo>
                      <a:pt x="3942" y="168"/>
                    </a:lnTo>
                    <a:lnTo>
                      <a:pt x="3774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423;p17">
                <a:extLst>
                  <a:ext uri="{FF2B5EF4-FFF2-40B4-BE49-F238E27FC236}">
                    <a16:creationId xmlns:a16="http://schemas.microsoft.com/office/drawing/2014/main" id="{F209E17F-DFD1-6089-971D-A1CA801300E8}"/>
                  </a:ext>
                </a:extLst>
              </p:cNvPr>
              <p:cNvSpPr/>
              <p:nvPr/>
            </p:nvSpPr>
            <p:spPr>
              <a:xfrm>
                <a:off x="2432829" y="1401567"/>
                <a:ext cx="79050" cy="2201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33" fill="none" extrusionOk="0">
                    <a:moveTo>
                      <a:pt x="546" y="0"/>
                    </a:moveTo>
                    <a:lnTo>
                      <a:pt x="546" y="0"/>
                    </a:lnTo>
                    <a:lnTo>
                      <a:pt x="336" y="42"/>
                    </a:lnTo>
                    <a:lnTo>
                      <a:pt x="169" y="126"/>
                    </a:lnTo>
                    <a:lnTo>
                      <a:pt x="43" y="294"/>
                    </a:lnTo>
                    <a:lnTo>
                      <a:pt x="1" y="462"/>
                    </a:lnTo>
                    <a:lnTo>
                      <a:pt x="1" y="462"/>
                    </a:lnTo>
                    <a:lnTo>
                      <a:pt x="43" y="671"/>
                    </a:lnTo>
                    <a:lnTo>
                      <a:pt x="127" y="839"/>
                    </a:lnTo>
                    <a:lnTo>
                      <a:pt x="294" y="965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3565" y="1133"/>
                    </a:lnTo>
                    <a:lnTo>
                      <a:pt x="3565" y="1133"/>
                    </a:lnTo>
                    <a:lnTo>
                      <a:pt x="3565" y="1133"/>
                    </a:lnTo>
                    <a:lnTo>
                      <a:pt x="3775" y="1091"/>
                    </a:lnTo>
                    <a:lnTo>
                      <a:pt x="3943" y="1007"/>
                    </a:lnTo>
                    <a:lnTo>
                      <a:pt x="4027" y="839"/>
                    </a:lnTo>
                    <a:lnTo>
                      <a:pt x="4069" y="629"/>
                    </a:lnTo>
                    <a:lnTo>
                      <a:pt x="4069" y="629"/>
                    </a:lnTo>
                    <a:lnTo>
                      <a:pt x="4027" y="462"/>
                    </a:lnTo>
                    <a:lnTo>
                      <a:pt x="3943" y="294"/>
                    </a:lnTo>
                    <a:lnTo>
                      <a:pt x="3775" y="168"/>
                    </a:lnTo>
                    <a:lnTo>
                      <a:pt x="3607" y="126"/>
                    </a:lnTo>
                    <a:lnTo>
                      <a:pt x="3607" y="126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46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424;p17">
                <a:extLst>
                  <a:ext uri="{FF2B5EF4-FFF2-40B4-BE49-F238E27FC236}">
                    <a16:creationId xmlns:a16="http://schemas.microsoft.com/office/drawing/2014/main" id="{0C55DD5B-B83A-9A78-1883-86DEDD36C4B5}"/>
                  </a:ext>
                </a:extLst>
              </p:cNvPr>
              <p:cNvSpPr/>
              <p:nvPr/>
            </p:nvSpPr>
            <p:spPr>
              <a:xfrm>
                <a:off x="3144868" y="1398303"/>
                <a:ext cx="79050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75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462" y="168"/>
                    </a:lnTo>
                    <a:lnTo>
                      <a:pt x="462" y="168"/>
                    </a:lnTo>
                    <a:lnTo>
                      <a:pt x="294" y="210"/>
                    </a:lnTo>
                    <a:lnTo>
                      <a:pt x="126" y="294"/>
                    </a:lnTo>
                    <a:lnTo>
                      <a:pt x="43" y="462"/>
                    </a:lnTo>
                    <a:lnTo>
                      <a:pt x="1" y="672"/>
                    </a:lnTo>
                    <a:lnTo>
                      <a:pt x="1" y="672"/>
                    </a:lnTo>
                    <a:lnTo>
                      <a:pt x="43" y="881"/>
                    </a:lnTo>
                    <a:lnTo>
                      <a:pt x="168" y="1007"/>
                    </a:lnTo>
                    <a:lnTo>
                      <a:pt x="294" y="1133"/>
                    </a:lnTo>
                    <a:lnTo>
                      <a:pt x="504" y="1175"/>
                    </a:lnTo>
                    <a:lnTo>
                      <a:pt x="504" y="1175"/>
                    </a:lnTo>
                    <a:lnTo>
                      <a:pt x="504" y="1175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75" y="965"/>
                    </a:lnTo>
                    <a:lnTo>
                      <a:pt x="3943" y="881"/>
                    </a:lnTo>
                    <a:lnTo>
                      <a:pt x="4026" y="714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294"/>
                    </a:lnTo>
                    <a:lnTo>
                      <a:pt x="3901" y="168"/>
                    </a:lnTo>
                    <a:lnTo>
                      <a:pt x="3733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425;p17">
                <a:extLst>
                  <a:ext uri="{FF2B5EF4-FFF2-40B4-BE49-F238E27FC236}">
                    <a16:creationId xmlns:a16="http://schemas.microsoft.com/office/drawing/2014/main" id="{62E7E9D3-C7E4-9FBA-7669-122D1C419629}"/>
                  </a:ext>
                </a:extLst>
              </p:cNvPr>
              <p:cNvSpPr/>
              <p:nvPr/>
            </p:nvSpPr>
            <p:spPr>
              <a:xfrm>
                <a:off x="2314712" y="1395040"/>
                <a:ext cx="79031" cy="23663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218" fill="none" extrusionOk="0">
                    <a:moveTo>
                      <a:pt x="503" y="1"/>
                    </a:moveTo>
                    <a:lnTo>
                      <a:pt x="503" y="1"/>
                    </a:lnTo>
                    <a:lnTo>
                      <a:pt x="294" y="43"/>
                    </a:lnTo>
                    <a:lnTo>
                      <a:pt x="168" y="169"/>
                    </a:lnTo>
                    <a:lnTo>
                      <a:pt x="42" y="294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42" y="714"/>
                    </a:lnTo>
                    <a:lnTo>
                      <a:pt x="126" y="882"/>
                    </a:lnTo>
                    <a:lnTo>
                      <a:pt x="294" y="965"/>
                    </a:lnTo>
                    <a:lnTo>
                      <a:pt x="461" y="1049"/>
                    </a:lnTo>
                    <a:lnTo>
                      <a:pt x="461" y="1049"/>
                    </a:lnTo>
                    <a:lnTo>
                      <a:pt x="3523" y="1217"/>
                    </a:lnTo>
                    <a:lnTo>
                      <a:pt x="3565" y="1217"/>
                    </a:lnTo>
                    <a:lnTo>
                      <a:pt x="3565" y="1217"/>
                    </a:lnTo>
                    <a:lnTo>
                      <a:pt x="3732" y="1175"/>
                    </a:lnTo>
                    <a:lnTo>
                      <a:pt x="3900" y="1049"/>
                    </a:lnTo>
                    <a:lnTo>
                      <a:pt x="4026" y="923"/>
                    </a:lnTo>
                    <a:lnTo>
                      <a:pt x="4068" y="714"/>
                    </a:lnTo>
                    <a:lnTo>
                      <a:pt x="4068" y="714"/>
                    </a:lnTo>
                    <a:lnTo>
                      <a:pt x="4026" y="504"/>
                    </a:lnTo>
                    <a:lnTo>
                      <a:pt x="3942" y="336"/>
                    </a:lnTo>
                    <a:lnTo>
                      <a:pt x="3774" y="252"/>
                    </a:lnTo>
                    <a:lnTo>
                      <a:pt x="3565" y="169"/>
                    </a:lnTo>
                    <a:lnTo>
                      <a:pt x="3565" y="169"/>
                    </a:lnTo>
                    <a:lnTo>
                      <a:pt x="545" y="1"/>
                    </a:lnTo>
                    <a:lnTo>
                      <a:pt x="545" y="1"/>
                    </a:lnTo>
                    <a:lnTo>
                      <a:pt x="50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426;p17">
                <a:extLst>
                  <a:ext uri="{FF2B5EF4-FFF2-40B4-BE49-F238E27FC236}">
                    <a16:creationId xmlns:a16="http://schemas.microsoft.com/office/drawing/2014/main" id="{FACE135A-73E9-FB24-8EF0-414D711B1E9B}"/>
                  </a:ext>
                </a:extLst>
              </p:cNvPr>
              <p:cNvSpPr/>
              <p:nvPr/>
            </p:nvSpPr>
            <p:spPr>
              <a:xfrm>
                <a:off x="3263004" y="1392611"/>
                <a:ext cx="79050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75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65" y="0"/>
                    </a:lnTo>
                    <a:lnTo>
                      <a:pt x="3565" y="0"/>
                    </a:lnTo>
                    <a:lnTo>
                      <a:pt x="504" y="168"/>
                    </a:lnTo>
                    <a:lnTo>
                      <a:pt x="504" y="168"/>
                    </a:lnTo>
                    <a:lnTo>
                      <a:pt x="294" y="210"/>
                    </a:lnTo>
                    <a:lnTo>
                      <a:pt x="126" y="336"/>
                    </a:lnTo>
                    <a:lnTo>
                      <a:pt x="42" y="503"/>
                    </a:lnTo>
                    <a:lnTo>
                      <a:pt x="0" y="671"/>
                    </a:lnTo>
                    <a:lnTo>
                      <a:pt x="0" y="671"/>
                    </a:lnTo>
                    <a:lnTo>
                      <a:pt x="42" y="881"/>
                    </a:lnTo>
                    <a:lnTo>
                      <a:pt x="168" y="1048"/>
                    </a:lnTo>
                    <a:lnTo>
                      <a:pt x="336" y="1132"/>
                    </a:lnTo>
                    <a:lnTo>
                      <a:pt x="504" y="1174"/>
                    </a:lnTo>
                    <a:lnTo>
                      <a:pt x="545" y="1174"/>
                    </a:lnTo>
                    <a:lnTo>
                      <a:pt x="545" y="1174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816" y="965"/>
                    </a:lnTo>
                    <a:lnTo>
                      <a:pt x="3942" y="839"/>
                    </a:lnTo>
                    <a:lnTo>
                      <a:pt x="4068" y="671"/>
                    </a:lnTo>
                    <a:lnTo>
                      <a:pt x="4068" y="461"/>
                    </a:lnTo>
                    <a:lnTo>
                      <a:pt x="4068" y="461"/>
                    </a:lnTo>
                    <a:lnTo>
                      <a:pt x="4026" y="252"/>
                    </a:lnTo>
                    <a:lnTo>
                      <a:pt x="3942" y="126"/>
                    </a:lnTo>
                    <a:lnTo>
                      <a:pt x="3775" y="0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427;p17">
                <a:extLst>
                  <a:ext uri="{FF2B5EF4-FFF2-40B4-BE49-F238E27FC236}">
                    <a16:creationId xmlns:a16="http://schemas.microsoft.com/office/drawing/2014/main" id="{DDF21876-5A66-4D0A-D293-638A7FDE0B5D}"/>
                  </a:ext>
                </a:extLst>
              </p:cNvPr>
              <p:cNvSpPr/>
              <p:nvPr/>
            </p:nvSpPr>
            <p:spPr>
              <a:xfrm>
                <a:off x="2196577" y="1387716"/>
                <a:ext cx="79050" cy="23643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17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294" y="42"/>
                    </a:lnTo>
                    <a:lnTo>
                      <a:pt x="168" y="126"/>
                    </a:lnTo>
                    <a:lnTo>
                      <a:pt x="42" y="294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0" y="671"/>
                    </a:lnTo>
                    <a:lnTo>
                      <a:pt x="126" y="839"/>
                    </a:lnTo>
                    <a:lnTo>
                      <a:pt x="252" y="965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523" y="1217"/>
                    </a:lnTo>
                    <a:lnTo>
                      <a:pt x="3565" y="1217"/>
                    </a:lnTo>
                    <a:lnTo>
                      <a:pt x="3565" y="1217"/>
                    </a:lnTo>
                    <a:lnTo>
                      <a:pt x="3733" y="1175"/>
                    </a:lnTo>
                    <a:lnTo>
                      <a:pt x="3900" y="1091"/>
                    </a:lnTo>
                    <a:lnTo>
                      <a:pt x="3984" y="923"/>
                    </a:lnTo>
                    <a:lnTo>
                      <a:pt x="4068" y="755"/>
                    </a:lnTo>
                    <a:lnTo>
                      <a:pt x="4068" y="755"/>
                    </a:lnTo>
                    <a:lnTo>
                      <a:pt x="4026" y="546"/>
                    </a:lnTo>
                    <a:lnTo>
                      <a:pt x="3942" y="378"/>
                    </a:lnTo>
                    <a:lnTo>
                      <a:pt x="3775" y="252"/>
                    </a:lnTo>
                    <a:lnTo>
                      <a:pt x="3565" y="210"/>
                    </a:lnTo>
                    <a:lnTo>
                      <a:pt x="3565" y="210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428;p17">
                <a:extLst>
                  <a:ext uri="{FF2B5EF4-FFF2-40B4-BE49-F238E27FC236}">
                    <a16:creationId xmlns:a16="http://schemas.microsoft.com/office/drawing/2014/main" id="{A51EBE52-75C3-1EC6-DA12-E8583F00EEC1}"/>
                  </a:ext>
                </a:extLst>
              </p:cNvPr>
              <p:cNvSpPr/>
              <p:nvPr/>
            </p:nvSpPr>
            <p:spPr>
              <a:xfrm>
                <a:off x="1923646" y="1385268"/>
                <a:ext cx="20399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4069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3"/>
                    </a:lnTo>
                    <a:lnTo>
                      <a:pt x="169" y="168"/>
                    </a:lnTo>
                    <a:lnTo>
                      <a:pt x="43" y="336"/>
                    </a:lnTo>
                    <a:lnTo>
                      <a:pt x="1" y="504"/>
                    </a:lnTo>
                    <a:lnTo>
                      <a:pt x="1" y="3565"/>
                    </a:lnTo>
                    <a:lnTo>
                      <a:pt x="1" y="3565"/>
                    </a:lnTo>
                    <a:lnTo>
                      <a:pt x="43" y="3775"/>
                    </a:lnTo>
                    <a:lnTo>
                      <a:pt x="169" y="3943"/>
                    </a:lnTo>
                    <a:lnTo>
                      <a:pt x="336" y="4026"/>
                    </a:lnTo>
                    <a:lnTo>
                      <a:pt x="504" y="4068"/>
                    </a:lnTo>
                    <a:lnTo>
                      <a:pt x="504" y="4068"/>
                    </a:lnTo>
                    <a:lnTo>
                      <a:pt x="714" y="4026"/>
                    </a:lnTo>
                    <a:lnTo>
                      <a:pt x="882" y="3943"/>
                    </a:lnTo>
                    <a:lnTo>
                      <a:pt x="1007" y="3775"/>
                    </a:lnTo>
                    <a:lnTo>
                      <a:pt x="1049" y="3565"/>
                    </a:lnTo>
                    <a:lnTo>
                      <a:pt x="1049" y="504"/>
                    </a:lnTo>
                    <a:lnTo>
                      <a:pt x="1049" y="504"/>
                    </a:lnTo>
                    <a:lnTo>
                      <a:pt x="1007" y="336"/>
                    </a:lnTo>
                    <a:lnTo>
                      <a:pt x="882" y="168"/>
                    </a:lnTo>
                    <a:lnTo>
                      <a:pt x="714" y="43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429;p17">
                <a:extLst>
                  <a:ext uri="{FF2B5EF4-FFF2-40B4-BE49-F238E27FC236}">
                    <a16:creationId xmlns:a16="http://schemas.microsoft.com/office/drawing/2014/main" id="{D5BFDCE5-9BAA-A13F-25ED-6B4E47B6ACF0}"/>
                  </a:ext>
                </a:extLst>
              </p:cNvPr>
              <p:cNvSpPr/>
              <p:nvPr/>
            </p:nvSpPr>
            <p:spPr>
              <a:xfrm>
                <a:off x="3381937" y="1384452"/>
                <a:ext cx="79050" cy="23643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17" fill="none" extrusionOk="0">
                    <a:moveTo>
                      <a:pt x="3524" y="1"/>
                    </a:moveTo>
                    <a:lnTo>
                      <a:pt x="3524" y="1"/>
                    </a:lnTo>
                    <a:lnTo>
                      <a:pt x="3524" y="1"/>
                    </a:lnTo>
                    <a:lnTo>
                      <a:pt x="3524" y="1"/>
                    </a:lnTo>
                    <a:lnTo>
                      <a:pt x="462" y="210"/>
                    </a:lnTo>
                    <a:lnTo>
                      <a:pt x="462" y="210"/>
                    </a:lnTo>
                    <a:lnTo>
                      <a:pt x="294" y="252"/>
                    </a:lnTo>
                    <a:lnTo>
                      <a:pt x="127" y="378"/>
                    </a:lnTo>
                    <a:lnTo>
                      <a:pt x="1" y="546"/>
                    </a:lnTo>
                    <a:lnTo>
                      <a:pt x="1" y="756"/>
                    </a:lnTo>
                    <a:lnTo>
                      <a:pt x="1" y="756"/>
                    </a:lnTo>
                    <a:lnTo>
                      <a:pt x="43" y="923"/>
                    </a:lnTo>
                    <a:lnTo>
                      <a:pt x="169" y="1091"/>
                    </a:lnTo>
                    <a:lnTo>
                      <a:pt x="294" y="1175"/>
                    </a:lnTo>
                    <a:lnTo>
                      <a:pt x="504" y="1217"/>
                    </a:lnTo>
                    <a:lnTo>
                      <a:pt x="546" y="1217"/>
                    </a:lnTo>
                    <a:lnTo>
                      <a:pt x="546" y="1217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27" y="672"/>
                    </a:lnTo>
                    <a:lnTo>
                      <a:pt x="4069" y="462"/>
                    </a:lnTo>
                    <a:lnTo>
                      <a:pt x="4069" y="462"/>
                    </a:lnTo>
                    <a:lnTo>
                      <a:pt x="4027" y="294"/>
                    </a:lnTo>
                    <a:lnTo>
                      <a:pt x="3901" y="127"/>
                    </a:lnTo>
                    <a:lnTo>
                      <a:pt x="3733" y="43"/>
                    </a:lnTo>
                    <a:lnTo>
                      <a:pt x="352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430;p17">
                <a:extLst>
                  <a:ext uri="{FF2B5EF4-FFF2-40B4-BE49-F238E27FC236}">
                    <a16:creationId xmlns:a16="http://schemas.microsoft.com/office/drawing/2014/main" id="{C6126CC7-6A18-1E20-CE50-DE9C726F1084}"/>
                  </a:ext>
                </a:extLst>
              </p:cNvPr>
              <p:cNvSpPr/>
              <p:nvPr/>
            </p:nvSpPr>
            <p:spPr>
              <a:xfrm>
                <a:off x="2078441" y="1377944"/>
                <a:ext cx="78235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259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9" y="126"/>
                    </a:lnTo>
                    <a:lnTo>
                      <a:pt x="43" y="294"/>
                    </a:lnTo>
                    <a:lnTo>
                      <a:pt x="1" y="462"/>
                    </a:lnTo>
                    <a:lnTo>
                      <a:pt x="1" y="462"/>
                    </a:lnTo>
                    <a:lnTo>
                      <a:pt x="1" y="671"/>
                    </a:lnTo>
                    <a:lnTo>
                      <a:pt x="127" y="839"/>
                    </a:lnTo>
                    <a:lnTo>
                      <a:pt x="252" y="965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481" y="1258"/>
                    </a:lnTo>
                    <a:lnTo>
                      <a:pt x="3523" y="1258"/>
                    </a:lnTo>
                    <a:lnTo>
                      <a:pt x="3523" y="1258"/>
                    </a:lnTo>
                    <a:lnTo>
                      <a:pt x="3733" y="1216"/>
                    </a:lnTo>
                    <a:lnTo>
                      <a:pt x="3901" y="1132"/>
                    </a:lnTo>
                    <a:lnTo>
                      <a:pt x="3985" y="1007"/>
                    </a:lnTo>
                    <a:lnTo>
                      <a:pt x="4027" y="797"/>
                    </a:lnTo>
                    <a:lnTo>
                      <a:pt x="4027" y="797"/>
                    </a:lnTo>
                    <a:lnTo>
                      <a:pt x="4027" y="587"/>
                    </a:lnTo>
                    <a:lnTo>
                      <a:pt x="3943" y="420"/>
                    </a:lnTo>
                    <a:lnTo>
                      <a:pt x="3775" y="294"/>
                    </a:lnTo>
                    <a:lnTo>
                      <a:pt x="3565" y="252"/>
                    </a:lnTo>
                    <a:lnTo>
                      <a:pt x="3565" y="252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431;p17">
                <a:extLst>
                  <a:ext uri="{FF2B5EF4-FFF2-40B4-BE49-F238E27FC236}">
                    <a16:creationId xmlns:a16="http://schemas.microsoft.com/office/drawing/2014/main" id="{2A05C003-849D-0F0D-3588-B50FF0585039}"/>
                  </a:ext>
                </a:extLst>
              </p:cNvPr>
              <p:cNvSpPr/>
              <p:nvPr/>
            </p:nvSpPr>
            <p:spPr>
              <a:xfrm>
                <a:off x="3500072" y="1375496"/>
                <a:ext cx="79050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59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23" y="0"/>
                    </a:lnTo>
                    <a:lnTo>
                      <a:pt x="3523" y="0"/>
                    </a:lnTo>
                    <a:lnTo>
                      <a:pt x="462" y="252"/>
                    </a:lnTo>
                    <a:lnTo>
                      <a:pt x="462" y="252"/>
                    </a:lnTo>
                    <a:lnTo>
                      <a:pt x="294" y="294"/>
                    </a:lnTo>
                    <a:lnTo>
                      <a:pt x="126" y="420"/>
                    </a:lnTo>
                    <a:lnTo>
                      <a:pt x="43" y="588"/>
                    </a:lnTo>
                    <a:lnTo>
                      <a:pt x="1" y="797"/>
                    </a:lnTo>
                    <a:lnTo>
                      <a:pt x="1" y="797"/>
                    </a:lnTo>
                    <a:lnTo>
                      <a:pt x="43" y="965"/>
                    </a:lnTo>
                    <a:lnTo>
                      <a:pt x="168" y="1133"/>
                    </a:lnTo>
                    <a:lnTo>
                      <a:pt x="336" y="1217"/>
                    </a:lnTo>
                    <a:lnTo>
                      <a:pt x="504" y="1258"/>
                    </a:lnTo>
                    <a:lnTo>
                      <a:pt x="546" y="1258"/>
                    </a:lnTo>
                    <a:lnTo>
                      <a:pt x="546" y="1258"/>
                    </a:lnTo>
                    <a:lnTo>
                      <a:pt x="3607" y="1049"/>
                    </a:lnTo>
                    <a:lnTo>
                      <a:pt x="3607" y="1049"/>
                    </a:lnTo>
                    <a:lnTo>
                      <a:pt x="3817" y="965"/>
                    </a:lnTo>
                    <a:lnTo>
                      <a:pt x="3943" y="839"/>
                    </a:lnTo>
                    <a:lnTo>
                      <a:pt x="4026" y="671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4026" y="294"/>
                    </a:lnTo>
                    <a:lnTo>
                      <a:pt x="3901" y="126"/>
                    </a:lnTo>
                    <a:lnTo>
                      <a:pt x="3733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432;p17">
                <a:extLst>
                  <a:ext uri="{FF2B5EF4-FFF2-40B4-BE49-F238E27FC236}">
                    <a16:creationId xmlns:a16="http://schemas.microsoft.com/office/drawing/2014/main" id="{0584F599-6A7F-E043-CF44-555B50D88860}"/>
                  </a:ext>
                </a:extLst>
              </p:cNvPr>
              <p:cNvSpPr/>
              <p:nvPr/>
            </p:nvSpPr>
            <p:spPr>
              <a:xfrm>
                <a:off x="1960324" y="1366540"/>
                <a:ext cx="78215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1301" fill="none" extrusionOk="0">
                    <a:moveTo>
                      <a:pt x="503" y="0"/>
                    </a:moveTo>
                    <a:lnTo>
                      <a:pt x="503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42" y="252"/>
                    </a:lnTo>
                    <a:lnTo>
                      <a:pt x="0" y="461"/>
                    </a:lnTo>
                    <a:lnTo>
                      <a:pt x="0" y="461"/>
                    </a:lnTo>
                    <a:lnTo>
                      <a:pt x="0" y="671"/>
                    </a:lnTo>
                    <a:lnTo>
                      <a:pt x="126" y="839"/>
                    </a:lnTo>
                    <a:lnTo>
                      <a:pt x="252" y="965"/>
                    </a:lnTo>
                    <a:lnTo>
                      <a:pt x="461" y="1007"/>
                    </a:lnTo>
                    <a:lnTo>
                      <a:pt x="461" y="1007"/>
                    </a:lnTo>
                    <a:lnTo>
                      <a:pt x="3481" y="1300"/>
                    </a:lnTo>
                    <a:lnTo>
                      <a:pt x="3481" y="1300"/>
                    </a:lnTo>
                    <a:lnTo>
                      <a:pt x="3523" y="1300"/>
                    </a:lnTo>
                    <a:lnTo>
                      <a:pt x="3523" y="1300"/>
                    </a:lnTo>
                    <a:lnTo>
                      <a:pt x="3732" y="1300"/>
                    </a:lnTo>
                    <a:lnTo>
                      <a:pt x="3900" y="1174"/>
                    </a:lnTo>
                    <a:lnTo>
                      <a:pt x="3984" y="1049"/>
                    </a:lnTo>
                    <a:lnTo>
                      <a:pt x="4026" y="839"/>
                    </a:lnTo>
                    <a:lnTo>
                      <a:pt x="4026" y="839"/>
                    </a:lnTo>
                    <a:lnTo>
                      <a:pt x="4026" y="671"/>
                    </a:lnTo>
                    <a:lnTo>
                      <a:pt x="3942" y="503"/>
                    </a:lnTo>
                    <a:lnTo>
                      <a:pt x="3774" y="378"/>
                    </a:lnTo>
                    <a:lnTo>
                      <a:pt x="3607" y="294"/>
                    </a:lnTo>
                    <a:lnTo>
                      <a:pt x="3607" y="294"/>
                    </a:lnTo>
                    <a:lnTo>
                      <a:pt x="545" y="0"/>
                    </a:lnTo>
                    <a:lnTo>
                      <a:pt x="545" y="0"/>
                    </a:lnTo>
                    <a:lnTo>
                      <a:pt x="50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433;p17">
                <a:extLst>
                  <a:ext uri="{FF2B5EF4-FFF2-40B4-BE49-F238E27FC236}">
                    <a16:creationId xmlns:a16="http://schemas.microsoft.com/office/drawing/2014/main" id="{F3FE1094-07CE-BB14-B6D1-F0AC0A7054B3}"/>
                  </a:ext>
                </a:extLst>
              </p:cNvPr>
              <p:cNvSpPr/>
              <p:nvPr/>
            </p:nvSpPr>
            <p:spPr>
              <a:xfrm>
                <a:off x="3618208" y="1365724"/>
                <a:ext cx="79050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01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23" y="0"/>
                    </a:lnTo>
                    <a:lnTo>
                      <a:pt x="3523" y="0"/>
                    </a:lnTo>
                    <a:lnTo>
                      <a:pt x="504" y="252"/>
                    </a:lnTo>
                    <a:lnTo>
                      <a:pt x="504" y="252"/>
                    </a:lnTo>
                    <a:lnTo>
                      <a:pt x="294" y="336"/>
                    </a:lnTo>
                    <a:lnTo>
                      <a:pt x="126" y="461"/>
                    </a:lnTo>
                    <a:lnTo>
                      <a:pt x="42" y="629"/>
                    </a:lnTo>
                    <a:lnTo>
                      <a:pt x="0" y="839"/>
                    </a:lnTo>
                    <a:lnTo>
                      <a:pt x="0" y="839"/>
                    </a:lnTo>
                    <a:lnTo>
                      <a:pt x="84" y="1007"/>
                    </a:lnTo>
                    <a:lnTo>
                      <a:pt x="168" y="1132"/>
                    </a:lnTo>
                    <a:lnTo>
                      <a:pt x="336" y="1258"/>
                    </a:lnTo>
                    <a:lnTo>
                      <a:pt x="545" y="1300"/>
                    </a:lnTo>
                    <a:lnTo>
                      <a:pt x="587" y="1300"/>
                    </a:lnTo>
                    <a:lnTo>
                      <a:pt x="587" y="1300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816" y="965"/>
                    </a:lnTo>
                    <a:lnTo>
                      <a:pt x="3942" y="839"/>
                    </a:lnTo>
                    <a:lnTo>
                      <a:pt x="4068" y="671"/>
                    </a:lnTo>
                    <a:lnTo>
                      <a:pt x="4068" y="461"/>
                    </a:lnTo>
                    <a:lnTo>
                      <a:pt x="4068" y="461"/>
                    </a:lnTo>
                    <a:lnTo>
                      <a:pt x="4026" y="294"/>
                    </a:lnTo>
                    <a:lnTo>
                      <a:pt x="3900" y="126"/>
                    </a:lnTo>
                    <a:lnTo>
                      <a:pt x="3774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434;p17">
                <a:extLst>
                  <a:ext uri="{FF2B5EF4-FFF2-40B4-BE49-F238E27FC236}">
                    <a16:creationId xmlns:a16="http://schemas.microsoft.com/office/drawing/2014/main" id="{6FD1800D-2D0D-4DF8-F3E2-8EFA379E6891}"/>
                  </a:ext>
                </a:extLst>
              </p:cNvPr>
              <p:cNvSpPr/>
              <p:nvPr/>
            </p:nvSpPr>
            <p:spPr>
              <a:xfrm>
                <a:off x="3737140" y="1355136"/>
                <a:ext cx="78235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01" fill="none" extrusionOk="0">
                    <a:moveTo>
                      <a:pt x="3523" y="0"/>
                    </a:moveTo>
                    <a:lnTo>
                      <a:pt x="3523" y="0"/>
                    </a:lnTo>
                    <a:lnTo>
                      <a:pt x="3482" y="0"/>
                    </a:lnTo>
                    <a:lnTo>
                      <a:pt x="3482" y="0"/>
                    </a:lnTo>
                    <a:lnTo>
                      <a:pt x="462" y="294"/>
                    </a:lnTo>
                    <a:lnTo>
                      <a:pt x="462" y="294"/>
                    </a:lnTo>
                    <a:lnTo>
                      <a:pt x="253" y="336"/>
                    </a:lnTo>
                    <a:lnTo>
                      <a:pt x="85" y="461"/>
                    </a:lnTo>
                    <a:lnTo>
                      <a:pt x="1" y="629"/>
                    </a:lnTo>
                    <a:lnTo>
                      <a:pt x="1" y="839"/>
                    </a:lnTo>
                    <a:lnTo>
                      <a:pt x="1" y="839"/>
                    </a:lnTo>
                    <a:lnTo>
                      <a:pt x="43" y="1006"/>
                    </a:lnTo>
                    <a:lnTo>
                      <a:pt x="169" y="1174"/>
                    </a:lnTo>
                    <a:lnTo>
                      <a:pt x="294" y="1258"/>
                    </a:lnTo>
                    <a:lnTo>
                      <a:pt x="504" y="1300"/>
                    </a:lnTo>
                    <a:lnTo>
                      <a:pt x="504" y="1300"/>
                    </a:lnTo>
                    <a:lnTo>
                      <a:pt x="546" y="1300"/>
                    </a:lnTo>
                    <a:lnTo>
                      <a:pt x="546" y="1300"/>
                    </a:lnTo>
                    <a:lnTo>
                      <a:pt x="3565" y="1006"/>
                    </a:lnTo>
                    <a:lnTo>
                      <a:pt x="3565" y="1006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27" y="671"/>
                    </a:lnTo>
                    <a:lnTo>
                      <a:pt x="4027" y="461"/>
                    </a:lnTo>
                    <a:lnTo>
                      <a:pt x="4027" y="461"/>
                    </a:lnTo>
                    <a:lnTo>
                      <a:pt x="3985" y="294"/>
                    </a:lnTo>
                    <a:lnTo>
                      <a:pt x="3859" y="126"/>
                    </a:lnTo>
                    <a:lnTo>
                      <a:pt x="3733" y="42"/>
                    </a:lnTo>
                    <a:lnTo>
                      <a:pt x="352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435;p17">
                <a:extLst>
                  <a:ext uri="{FF2B5EF4-FFF2-40B4-BE49-F238E27FC236}">
                    <a16:creationId xmlns:a16="http://schemas.microsoft.com/office/drawing/2014/main" id="{07BC0FBD-21EE-27D5-6A23-9E7E37C3D05E}"/>
                  </a:ext>
                </a:extLst>
              </p:cNvPr>
              <p:cNvSpPr/>
              <p:nvPr/>
            </p:nvSpPr>
            <p:spPr>
              <a:xfrm>
                <a:off x="3855276" y="1343713"/>
                <a:ext cx="78235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01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481" y="1"/>
                    </a:lnTo>
                    <a:lnTo>
                      <a:pt x="3481" y="1"/>
                    </a:lnTo>
                    <a:lnTo>
                      <a:pt x="462" y="294"/>
                    </a:lnTo>
                    <a:lnTo>
                      <a:pt x="462" y="294"/>
                    </a:lnTo>
                    <a:lnTo>
                      <a:pt x="252" y="378"/>
                    </a:lnTo>
                    <a:lnTo>
                      <a:pt x="84" y="504"/>
                    </a:lnTo>
                    <a:lnTo>
                      <a:pt x="1" y="672"/>
                    </a:lnTo>
                    <a:lnTo>
                      <a:pt x="1" y="840"/>
                    </a:lnTo>
                    <a:lnTo>
                      <a:pt x="1" y="840"/>
                    </a:lnTo>
                    <a:lnTo>
                      <a:pt x="43" y="1049"/>
                    </a:lnTo>
                    <a:lnTo>
                      <a:pt x="168" y="1175"/>
                    </a:lnTo>
                    <a:lnTo>
                      <a:pt x="294" y="1301"/>
                    </a:lnTo>
                    <a:lnTo>
                      <a:pt x="504" y="1301"/>
                    </a:lnTo>
                    <a:lnTo>
                      <a:pt x="504" y="1301"/>
                    </a:lnTo>
                    <a:lnTo>
                      <a:pt x="546" y="1301"/>
                    </a:lnTo>
                    <a:lnTo>
                      <a:pt x="546" y="1301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43" y="840"/>
                    </a:lnTo>
                    <a:lnTo>
                      <a:pt x="4026" y="672"/>
                    </a:lnTo>
                    <a:lnTo>
                      <a:pt x="4026" y="462"/>
                    </a:lnTo>
                    <a:lnTo>
                      <a:pt x="4026" y="462"/>
                    </a:lnTo>
                    <a:lnTo>
                      <a:pt x="3984" y="294"/>
                    </a:lnTo>
                    <a:lnTo>
                      <a:pt x="3859" y="127"/>
                    </a:lnTo>
                    <a:lnTo>
                      <a:pt x="3733" y="43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436;p17">
                <a:extLst>
                  <a:ext uri="{FF2B5EF4-FFF2-40B4-BE49-F238E27FC236}">
                    <a16:creationId xmlns:a16="http://schemas.microsoft.com/office/drawing/2014/main" id="{A70A9839-BF7B-1002-9003-711C2927D22C}"/>
                  </a:ext>
                </a:extLst>
              </p:cNvPr>
              <p:cNvSpPr/>
              <p:nvPr/>
            </p:nvSpPr>
            <p:spPr>
              <a:xfrm>
                <a:off x="7256600" y="1333126"/>
                <a:ext cx="52163" cy="56243"/>
              </a:xfrm>
              <a:custGeom>
                <a:avLst/>
                <a:gdLst/>
                <a:ahLst/>
                <a:cxnLst/>
                <a:rect l="l" t="t" r="r" b="b"/>
                <a:pathLst>
                  <a:path w="2685" h="2895" fill="none" extrusionOk="0">
                    <a:moveTo>
                      <a:pt x="1594" y="1"/>
                    </a:moveTo>
                    <a:lnTo>
                      <a:pt x="1594" y="1"/>
                    </a:lnTo>
                    <a:lnTo>
                      <a:pt x="1384" y="43"/>
                    </a:lnTo>
                    <a:lnTo>
                      <a:pt x="1258" y="127"/>
                    </a:lnTo>
                    <a:lnTo>
                      <a:pt x="1132" y="252"/>
                    </a:lnTo>
                    <a:lnTo>
                      <a:pt x="1091" y="420"/>
                    </a:lnTo>
                    <a:lnTo>
                      <a:pt x="1091" y="420"/>
                    </a:lnTo>
                    <a:lnTo>
                      <a:pt x="1091" y="546"/>
                    </a:lnTo>
                    <a:lnTo>
                      <a:pt x="1091" y="672"/>
                    </a:lnTo>
                    <a:lnTo>
                      <a:pt x="1132" y="798"/>
                    </a:lnTo>
                    <a:lnTo>
                      <a:pt x="1216" y="881"/>
                    </a:lnTo>
                    <a:lnTo>
                      <a:pt x="1216" y="881"/>
                    </a:lnTo>
                    <a:lnTo>
                      <a:pt x="126" y="2056"/>
                    </a:lnTo>
                    <a:lnTo>
                      <a:pt x="126" y="2056"/>
                    </a:lnTo>
                    <a:lnTo>
                      <a:pt x="42" y="2223"/>
                    </a:lnTo>
                    <a:lnTo>
                      <a:pt x="0" y="2433"/>
                    </a:lnTo>
                    <a:lnTo>
                      <a:pt x="42" y="2601"/>
                    </a:lnTo>
                    <a:lnTo>
                      <a:pt x="168" y="2769"/>
                    </a:lnTo>
                    <a:lnTo>
                      <a:pt x="168" y="2769"/>
                    </a:lnTo>
                    <a:lnTo>
                      <a:pt x="336" y="2852"/>
                    </a:lnTo>
                    <a:lnTo>
                      <a:pt x="503" y="2894"/>
                    </a:lnTo>
                    <a:lnTo>
                      <a:pt x="503" y="2894"/>
                    </a:lnTo>
                    <a:lnTo>
                      <a:pt x="713" y="2852"/>
                    </a:lnTo>
                    <a:lnTo>
                      <a:pt x="881" y="2727"/>
                    </a:lnTo>
                    <a:lnTo>
                      <a:pt x="881" y="2727"/>
                    </a:lnTo>
                    <a:lnTo>
                      <a:pt x="2558" y="965"/>
                    </a:lnTo>
                    <a:lnTo>
                      <a:pt x="2558" y="965"/>
                    </a:lnTo>
                    <a:lnTo>
                      <a:pt x="2642" y="839"/>
                    </a:lnTo>
                    <a:lnTo>
                      <a:pt x="2684" y="714"/>
                    </a:lnTo>
                    <a:lnTo>
                      <a:pt x="2684" y="588"/>
                    </a:lnTo>
                    <a:lnTo>
                      <a:pt x="2684" y="462"/>
                    </a:lnTo>
                    <a:lnTo>
                      <a:pt x="2684" y="462"/>
                    </a:lnTo>
                    <a:lnTo>
                      <a:pt x="2600" y="336"/>
                    </a:lnTo>
                    <a:lnTo>
                      <a:pt x="2516" y="210"/>
                    </a:lnTo>
                    <a:lnTo>
                      <a:pt x="2391" y="169"/>
                    </a:lnTo>
                    <a:lnTo>
                      <a:pt x="2265" y="127"/>
                    </a:lnTo>
                    <a:lnTo>
                      <a:pt x="1678" y="1"/>
                    </a:lnTo>
                    <a:lnTo>
                      <a:pt x="1678" y="1"/>
                    </a:lnTo>
                    <a:lnTo>
                      <a:pt x="159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437;p17">
                <a:extLst>
                  <a:ext uri="{FF2B5EF4-FFF2-40B4-BE49-F238E27FC236}">
                    <a16:creationId xmlns:a16="http://schemas.microsoft.com/office/drawing/2014/main" id="{9C1C9376-BE2F-4815-3DAF-43166153611A}"/>
                  </a:ext>
                </a:extLst>
              </p:cNvPr>
              <p:cNvSpPr/>
              <p:nvPr/>
            </p:nvSpPr>
            <p:spPr>
              <a:xfrm>
                <a:off x="3973412" y="1331494"/>
                <a:ext cx="78235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43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481" y="1"/>
                    </a:lnTo>
                    <a:lnTo>
                      <a:pt x="3481" y="1"/>
                    </a:lnTo>
                    <a:lnTo>
                      <a:pt x="420" y="336"/>
                    </a:lnTo>
                    <a:lnTo>
                      <a:pt x="420" y="336"/>
                    </a:lnTo>
                    <a:lnTo>
                      <a:pt x="252" y="378"/>
                    </a:lnTo>
                    <a:lnTo>
                      <a:pt x="84" y="504"/>
                    </a:lnTo>
                    <a:lnTo>
                      <a:pt x="0" y="672"/>
                    </a:lnTo>
                    <a:lnTo>
                      <a:pt x="0" y="882"/>
                    </a:lnTo>
                    <a:lnTo>
                      <a:pt x="0" y="882"/>
                    </a:lnTo>
                    <a:lnTo>
                      <a:pt x="42" y="1049"/>
                    </a:lnTo>
                    <a:lnTo>
                      <a:pt x="168" y="1217"/>
                    </a:lnTo>
                    <a:lnTo>
                      <a:pt x="294" y="1301"/>
                    </a:lnTo>
                    <a:lnTo>
                      <a:pt x="503" y="1343"/>
                    </a:lnTo>
                    <a:lnTo>
                      <a:pt x="503" y="1343"/>
                    </a:lnTo>
                    <a:lnTo>
                      <a:pt x="545" y="1343"/>
                    </a:lnTo>
                    <a:lnTo>
                      <a:pt x="545" y="1343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4" y="965"/>
                    </a:lnTo>
                    <a:lnTo>
                      <a:pt x="3942" y="840"/>
                    </a:lnTo>
                    <a:lnTo>
                      <a:pt x="4026" y="672"/>
                    </a:lnTo>
                    <a:lnTo>
                      <a:pt x="4026" y="462"/>
                    </a:lnTo>
                    <a:lnTo>
                      <a:pt x="4026" y="462"/>
                    </a:lnTo>
                    <a:lnTo>
                      <a:pt x="3984" y="294"/>
                    </a:lnTo>
                    <a:lnTo>
                      <a:pt x="3858" y="127"/>
                    </a:lnTo>
                    <a:lnTo>
                      <a:pt x="3733" y="43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438;p17">
                <a:extLst>
                  <a:ext uri="{FF2B5EF4-FFF2-40B4-BE49-F238E27FC236}">
                    <a16:creationId xmlns:a16="http://schemas.microsoft.com/office/drawing/2014/main" id="{777ECF6B-10CC-2FD5-2C31-92393C2C5AA8}"/>
                  </a:ext>
                </a:extLst>
              </p:cNvPr>
              <p:cNvSpPr/>
              <p:nvPr/>
            </p:nvSpPr>
            <p:spPr>
              <a:xfrm>
                <a:off x="4090712" y="1319274"/>
                <a:ext cx="79050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43" fill="none" extrusionOk="0">
                    <a:moveTo>
                      <a:pt x="3566" y="1"/>
                    </a:moveTo>
                    <a:lnTo>
                      <a:pt x="3566" y="1"/>
                    </a:lnTo>
                    <a:lnTo>
                      <a:pt x="3524" y="1"/>
                    </a:lnTo>
                    <a:lnTo>
                      <a:pt x="462" y="336"/>
                    </a:lnTo>
                    <a:lnTo>
                      <a:pt x="462" y="336"/>
                    </a:lnTo>
                    <a:lnTo>
                      <a:pt x="295" y="378"/>
                    </a:lnTo>
                    <a:lnTo>
                      <a:pt x="127" y="504"/>
                    </a:lnTo>
                    <a:lnTo>
                      <a:pt x="43" y="672"/>
                    </a:lnTo>
                    <a:lnTo>
                      <a:pt x="1" y="882"/>
                    </a:lnTo>
                    <a:lnTo>
                      <a:pt x="1" y="882"/>
                    </a:lnTo>
                    <a:lnTo>
                      <a:pt x="85" y="1049"/>
                    </a:lnTo>
                    <a:lnTo>
                      <a:pt x="169" y="1217"/>
                    </a:lnTo>
                    <a:lnTo>
                      <a:pt x="336" y="1301"/>
                    </a:lnTo>
                    <a:lnTo>
                      <a:pt x="546" y="1343"/>
                    </a:lnTo>
                    <a:lnTo>
                      <a:pt x="546" y="1343"/>
                    </a:lnTo>
                    <a:lnTo>
                      <a:pt x="588" y="1343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817" y="965"/>
                    </a:lnTo>
                    <a:lnTo>
                      <a:pt x="3943" y="840"/>
                    </a:lnTo>
                    <a:lnTo>
                      <a:pt x="4069" y="672"/>
                    </a:lnTo>
                    <a:lnTo>
                      <a:pt x="4069" y="462"/>
                    </a:lnTo>
                    <a:lnTo>
                      <a:pt x="4069" y="462"/>
                    </a:lnTo>
                    <a:lnTo>
                      <a:pt x="4027" y="294"/>
                    </a:lnTo>
                    <a:lnTo>
                      <a:pt x="3901" y="127"/>
                    </a:lnTo>
                    <a:lnTo>
                      <a:pt x="3733" y="43"/>
                    </a:lnTo>
                    <a:lnTo>
                      <a:pt x="3566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439;p17">
                <a:extLst>
                  <a:ext uri="{FF2B5EF4-FFF2-40B4-BE49-F238E27FC236}">
                    <a16:creationId xmlns:a16="http://schemas.microsoft.com/office/drawing/2014/main" id="{0FA256F4-0688-FFEE-0E76-E4058B6F0044}"/>
                  </a:ext>
                </a:extLst>
              </p:cNvPr>
              <p:cNvSpPr/>
              <p:nvPr/>
            </p:nvSpPr>
            <p:spPr>
              <a:xfrm>
                <a:off x="7160456" y="1314398"/>
                <a:ext cx="78235" cy="28520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468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9" y="126"/>
                    </a:lnTo>
                    <a:lnTo>
                      <a:pt x="85" y="252"/>
                    </a:lnTo>
                    <a:lnTo>
                      <a:pt x="1" y="420"/>
                    </a:lnTo>
                    <a:lnTo>
                      <a:pt x="1" y="420"/>
                    </a:lnTo>
                    <a:lnTo>
                      <a:pt x="1" y="629"/>
                    </a:lnTo>
                    <a:lnTo>
                      <a:pt x="85" y="797"/>
                    </a:lnTo>
                    <a:lnTo>
                      <a:pt x="252" y="923"/>
                    </a:lnTo>
                    <a:lnTo>
                      <a:pt x="420" y="1007"/>
                    </a:lnTo>
                    <a:lnTo>
                      <a:pt x="420" y="1007"/>
                    </a:lnTo>
                    <a:lnTo>
                      <a:pt x="3440" y="1468"/>
                    </a:lnTo>
                    <a:lnTo>
                      <a:pt x="3440" y="1468"/>
                    </a:lnTo>
                    <a:lnTo>
                      <a:pt x="3523" y="1468"/>
                    </a:lnTo>
                    <a:lnTo>
                      <a:pt x="3523" y="1468"/>
                    </a:lnTo>
                    <a:lnTo>
                      <a:pt x="3691" y="1468"/>
                    </a:lnTo>
                    <a:lnTo>
                      <a:pt x="3859" y="1384"/>
                    </a:lnTo>
                    <a:lnTo>
                      <a:pt x="3943" y="1216"/>
                    </a:lnTo>
                    <a:lnTo>
                      <a:pt x="4027" y="1049"/>
                    </a:lnTo>
                    <a:lnTo>
                      <a:pt x="4027" y="1049"/>
                    </a:lnTo>
                    <a:lnTo>
                      <a:pt x="4027" y="839"/>
                    </a:lnTo>
                    <a:lnTo>
                      <a:pt x="3943" y="671"/>
                    </a:lnTo>
                    <a:lnTo>
                      <a:pt x="3775" y="545"/>
                    </a:lnTo>
                    <a:lnTo>
                      <a:pt x="3607" y="462"/>
                    </a:lnTo>
                    <a:lnTo>
                      <a:pt x="3607" y="462"/>
                    </a:lnTo>
                    <a:lnTo>
                      <a:pt x="588" y="0"/>
                    </a:lnTo>
                    <a:lnTo>
                      <a:pt x="588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440;p17">
                <a:extLst>
                  <a:ext uri="{FF2B5EF4-FFF2-40B4-BE49-F238E27FC236}">
                    <a16:creationId xmlns:a16="http://schemas.microsoft.com/office/drawing/2014/main" id="{99069546-FB6D-D140-37F4-9B72F3F610C9}"/>
                  </a:ext>
                </a:extLst>
              </p:cNvPr>
              <p:cNvSpPr/>
              <p:nvPr/>
            </p:nvSpPr>
            <p:spPr>
              <a:xfrm>
                <a:off x="4208848" y="1307054"/>
                <a:ext cx="79050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43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481" y="1"/>
                    </a:lnTo>
                    <a:lnTo>
                      <a:pt x="462" y="336"/>
                    </a:lnTo>
                    <a:lnTo>
                      <a:pt x="462" y="336"/>
                    </a:lnTo>
                    <a:lnTo>
                      <a:pt x="252" y="378"/>
                    </a:lnTo>
                    <a:lnTo>
                      <a:pt x="126" y="504"/>
                    </a:lnTo>
                    <a:lnTo>
                      <a:pt x="43" y="672"/>
                    </a:lnTo>
                    <a:lnTo>
                      <a:pt x="1" y="881"/>
                    </a:lnTo>
                    <a:lnTo>
                      <a:pt x="1" y="881"/>
                    </a:lnTo>
                    <a:lnTo>
                      <a:pt x="85" y="1049"/>
                    </a:lnTo>
                    <a:lnTo>
                      <a:pt x="168" y="1217"/>
                    </a:lnTo>
                    <a:lnTo>
                      <a:pt x="336" y="1301"/>
                    </a:lnTo>
                    <a:lnTo>
                      <a:pt x="504" y="1343"/>
                    </a:lnTo>
                    <a:lnTo>
                      <a:pt x="504" y="1343"/>
                    </a:lnTo>
                    <a:lnTo>
                      <a:pt x="588" y="1343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817" y="923"/>
                    </a:lnTo>
                    <a:lnTo>
                      <a:pt x="3943" y="840"/>
                    </a:lnTo>
                    <a:lnTo>
                      <a:pt x="4027" y="630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3985" y="252"/>
                    </a:lnTo>
                    <a:lnTo>
                      <a:pt x="3901" y="127"/>
                    </a:lnTo>
                    <a:lnTo>
                      <a:pt x="3733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441;p17">
                <a:extLst>
                  <a:ext uri="{FF2B5EF4-FFF2-40B4-BE49-F238E27FC236}">
                    <a16:creationId xmlns:a16="http://schemas.microsoft.com/office/drawing/2014/main" id="{6B0DF8A0-D64A-D992-BEFE-0EFA6744A710}"/>
                  </a:ext>
                </a:extLst>
              </p:cNvPr>
              <p:cNvSpPr/>
              <p:nvPr/>
            </p:nvSpPr>
            <p:spPr>
              <a:xfrm>
                <a:off x="7043155" y="1296467"/>
                <a:ext cx="78215" cy="28539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1469" fill="none" extrusionOk="0">
                    <a:moveTo>
                      <a:pt x="503" y="1"/>
                    </a:moveTo>
                    <a:lnTo>
                      <a:pt x="503" y="1"/>
                    </a:lnTo>
                    <a:lnTo>
                      <a:pt x="336" y="43"/>
                    </a:lnTo>
                    <a:lnTo>
                      <a:pt x="168" y="126"/>
                    </a:lnTo>
                    <a:lnTo>
                      <a:pt x="84" y="252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30"/>
                    </a:lnTo>
                    <a:lnTo>
                      <a:pt x="126" y="839"/>
                    </a:lnTo>
                    <a:lnTo>
                      <a:pt x="252" y="965"/>
                    </a:lnTo>
                    <a:lnTo>
                      <a:pt x="461" y="1007"/>
                    </a:lnTo>
                    <a:lnTo>
                      <a:pt x="461" y="1007"/>
                    </a:lnTo>
                    <a:lnTo>
                      <a:pt x="3439" y="1468"/>
                    </a:lnTo>
                    <a:lnTo>
                      <a:pt x="3439" y="1468"/>
                    </a:lnTo>
                    <a:lnTo>
                      <a:pt x="3523" y="1468"/>
                    </a:lnTo>
                    <a:lnTo>
                      <a:pt x="3523" y="1468"/>
                    </a:lnTo>
                    <a:lnTo>
                      <a:pt x="3732" y="1426"/>
                    </a:lnTo>
                    <a:lnTo>
                      <a:pt x="3858" y="1343"/>
                    </a:lnTo>
                    <a:lnTo>
                      <a:pt x="3984" y="1217"/>
                    </a:lnTo>
                    <a:lnTo>
                      <a:pt x="4026" y="1049"/>
                    </a:lnTo>
                    <a:lnTo>
                      <a:pt x="4026" y="1049"/>
                    </a:lnTo>
                    <a:lnTo>
                      <a:pt x="4026" y="839"/>
                    </a:lnTo>
                    <a:lnTo>
                      <a:pt x="3942" y="672"/>
                    </a:lnTo>
                    <a:lnTo>
                      <a:pt x="3816" y="546"/>
                    </a:lnTo>
                    <a:lnTo>
                      <a:pt x="3607" y="462"/>
                    </a:lnTo>
                    <a:lnTo>
                      <a:pt x="3607" y="462"/>
                    </a:lnTo>
                    <a:lnTo>
                      <a:pt x="587" y="1"/>
                    </a:lnTo>
                    <a:lnTo>
                      <a:pt x="587" y="1"/>
                    </a:lnTo>
                    <a:lnTo>
                      <a:pt x="50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442;p17">
                <a:extLst>
                  <a:ext uri="{FF2B5EF4-FFF2-40B4-BE49-F238E27FC236}">
                    <a16:creationId xmlns:a16="http://schemas.microsoft.com/office/drawing/2014/main" id="{3E230AD1-923E-13B2-640E-86F5DD3E63DD}"/>
                  </a:ext>
                </a:extLst>
              </p:cNvPr>
              <p:cNvSpPr/>
              <p:nvPr/>
            </p:nvSpPr>
            <p:spPr>
              <a:xfrm>
                <a:off x="4326984" y="1294019"/>
                <a:ext cx="78235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43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481" y="1"/>
                    </a:lnTo>
                    <a:lnTo>
                      <a:pt x="462" y="336"/>
                    </a:lnTo>
                    <a:lnTo>
                      <a:pt x="462" y="336"/>
                    </a:lnTo>
                    <a:lnTo>
                      <a:pt x="252" y="420"/>
                    </a:lnTo>
                    <a:lnTo>
                      <a:pt x="126" y="546"/>
                    </a:lnTo>
                    <a:lnTo>
                      <a:pt x="0" y="714"/>
                    </a:lnTo>
                    <a:lnTo>
                      <a:pt x="0" y="882"/>
                    </a:lnTo>
                    <a:lnTo>
                      <a:pt x="0" y="882"/>
                    </a:lnTo>
                    <a:lnTo>
                      <a:pt x="42" y="1091"/>
                    </a:lnTo>
                    <a:lnTo>
                      <a:pt x="168" y="1217"/>
                    </a:lnTo>
                    <a:lnTo>
                      <a:pt x="336" y="1343"/>
                    </a:lnTo>
                    <a:lnTo>
                      <a:pt x="504" y="1343"/>
                    </a:lnTo>
                    <a:lnTo>
                      <a:pt x="504" y="1343"/>
                    </a:lnTo>
                    <a:lnTo>
                      <a:pt x="546" y="1343"/>
                    </a:lnTo>
                    <a:lnTo>
                      <a:pt x="3607" y="1049"/>
                    </a:lnTo>
                    <a:lnTo>
                      <a:pt x="3607" y="1049"/>
                    </a:lnTo>
                    <a:lnTo>
                      <a:pt x="3775" y="965"/>
                    </a:lnTo>
                    <a:lnTo>
                      <a:pt x="3942" y="840"/>
                    </a:lnTo>
                    <a:lnTo>
                      <a:pt x="4026" y="672"/>
                    </a:lnTo>
                    <a:lnTo>
                      <a:pt x="4026" y="462"/>
                    </a:lnTo>
                    <a:lnTo>
                      <a:pt x="4026" y="462"/>
                    </a:lnTo>
                    <a:lnTo>
                      <a:pt x="3984" y="294"/>
                    </a:lnTo>
                    <a:lnTo>
                      <a:pt x="3858" y="169"/>
                    </a:lnTo>
                    <a:lnTo>
                      <a:pt x="3733" y="43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443;p17">
                <a:extLst>
                  <a:ext uri="{FF2B5EF4-FFF2-40B4-BE49-F238E27FC236}">
                    <a16:creationId xmlns:a16="http://schemas.microsoft.com/office/drawing/2014/main" id="{76D1E168-5DC8-95F5-09BA-401D4C9D9BA7}"/>
                  </a:ext>
                </a:extLst>
              </p:cNvPr>
              <p:cNvSpPr/>
              <p:nvPr/>
            </p:nvSpPr>
            <p:spPr>
              <a:xfrm>
                <a:off x="4444304" y="1281799"/>
                <a:ext cx="79031" cy="26091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343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461" y="336"/>
                    </a:lnTo>
                    <a:lnTo>
                      <a:pt x="461" y="336"/>
                    </a:lnTo>
                    <a:lnTo>
                      <a:pt x="294" y="378"/>
                    </a:lnTo>
                    <a:lnTo>
                      <a:pt x="126" y="504"/>
                    </a:lnTo>
                    <a:lnTo>
                      <a:pt x="42" y="672"/>
                    </a:lnTo>
                    <a:lnTo>
                      <a:pt x="0" y="881"/>
                    </a:lnTo>
                    <a:lnTo>
                      <a:pt x="0" y="881"/>
                    </a:lnTo>
                    <a:lnTo>
                      <a:pt x="84" y="1091"/>
                    </a:lnTo>
                    <a:lnTo>
                      <a:pt x="168" y="1217"/>
                    </a:lnTo>
                    <a:lnTo>
                      <a:pt x="336" y="1301"/>
                    </a:lnTo>
                    <a:lnTo>
                      <a:pt x="545" y="1343"/>
                    </a:lnTo>
                    <a:lnTo>
                      <a:pt x="545" y="1343"/>
                    </a:lnTo>
                    <a:lnTo>
                      <a:pt x="587" y="1343"/>
                    </a:lnTo>
                    <a:lnTo>
                      <a:pt x="587" y="1343"/>
                    </a:lnTo>
                    <a:lnTo>
                      <a:pt x="3607" y="1049"/>
                    </a:lnTo>
                    <a:lnTo>
                      <a:pt x="3607" y="1049"/>
                    </a:lnTo>
                    <a:lnTo>
                      <a:pt x="3816" y="965"/>
                    </a:lnTo>
                    <a:lnTo>
                      <a:pt x="3942" y="840"/>
                    </a:lnTo>
                    <a:lnTo>
                      <a:pt x="4026" y="672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4026" y="294"/>
                    </a:lnTo>
                    <a:lnTo>
                      <a:pt x="3900" y="127"/>
                    </a:lnTo>
                    <a:lnTo>
                      <a:pt x="3732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444;p17">
                <a:extLst>
                  <a:ext uri="{FF2B5EF4-FFF2-40B4-BE49-F238E27FC236}">
                    <a16:creationId xmlns:a16="http://schemas.microsoft.com/office/drawing/2014/main" id="{C922282B-B0AD-E4AB-F2A5-845E8023F6C0}"/>
                  </a:ext>
                </a:extLst>
              </p:cNvPr>
              <p:cNvSpPr/>
              <p:nvPr/>
            </p:nvSpPr>
            <p:spPr>
              <a:xfrm>
                <a:off x="6925836" y="1280167"/>
                <a:ext cx="78235" cy="27723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427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3"/>
                    </a:lnTo>
                    <a:lnTo>
                      <a:pt x="168" y="127"/>
                    </a:lnTo>
                    <a:lnTo>
                      <a:pt x="84" y="295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72"/>
                    </a:lnTo>
                    <a:lnTo>
                      <a:pt x="126" y="840"/>
                    </a:lnTo>
                    <a:lnTo>
                      <a:pt x="252" y="965"/>
                    </a:lnTo>
                    <a:lnTo>
                      <a:pt x="462" y="1049"/>
                    </a:lnTo>
                    <a:lnTo>
                      <a:pt x="462" y="1049"/>
                    </a:lnTo>
                    <a:lnTo>
                      <a:pt x="3481" y="1427"/>
                    </a:lnTo>
                    <a:lnTo>
                      <a:pt x="3481" y="1427"/>
                    </a:lnTo>
                    <a:lnTo>
                      <a:pt x="3523" y="1427"/>
                    </a:lnTo>
                    <a:lnTo>
                      <a:pt x="3523" y="1427"/>
                    </a:lnTo>
                    <a:lnTo>
                      <a:pt x="3733" y="1427"/>
                    </a:lnTo>
                    <a:lnTo>
                      <a:pt x="3858" y="1301"/>
                    </a:lnTo>
                    <a:lnTo>
                      <a:pt x="3984" y="1175"/>
                    </a:lnTo>
                    <a:lnTo>
                      <a:pt x="4026" y="1007"/>
                    </a:lnTo>
                    <a:lnTo>
                      <a:pt x="4026" y="1007"/>
                    </a:lnTo>
                    <a:lnTo>
                      <a:pt x="4026" y="798"/>
                    </a:lnTo>
                    <a:lnTo>
                      <a:pt x="3942" y="630"/>
                    </a:lnTo>
                    <a:lnTo>
                      <a:pt x="3816" y="504"/>
                    </a:lnTo>
                    <a:lnTo>
                      <a:pt x="3607" y="420"/>
                    </a:lnTo>
                    <a:lnTo>
                      <a:pt x="3607" y="420"/>
                    </a:lnTo>
                    <a:lnTo>
                      <a:pt x="587" y="43"/>
                    </a:lnTo>
                    <a:lnTo>
                      <a:pt x="587" y="43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445;p17">
                <a:extLst>
                  <a:ext uri="{FF2B5EF4-FFF2-40B4-BE49-F238E27FC236}">
                    <a16:creationId xmlns:a16="http://schemas.microsoft.com/office/drawing/2014/main" id="{BBB3C5D2-2391-02E0-B729-19CFB23A4E12}"/>
                  </a:ext>
                </a:extLst>
              </p:cNvPr>
              <p:cNvSpPr/>
              <p:nvPr/>
            </p:nvSpPr>
            <p:spPr>
              <a:xfrm>
                <a:off x="4562420" y="1270395"/>
                <a:ext cx="79050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301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481" y="1"/>
                    </a:lnTo>
                    <a:lnTo>
                      <a:pt x="3481" y="1"/>
                    </a:lnTo>
                    <a:lnTo>
                      <a:pt x="462" y="294"/>
                    </a:lnTo>
                    <a:lnTo>
                      <a:pt x="462" y="294"/>
                    </a:lnTo>
                    <a:lnTo>
                      <a:pt x="252" y="336"/>
                    </a:lnTo>
                    <a:lnTo>
                      <a:pt x="127" y="462"/>
                    </a:lnTo>
                    <a:lnTo>
                      <a:pt x="43" y="672"/>
                    </a:lnTo>
                    <a:lnTo>
                      <a:pt x="1" y="839"/>
                    </a:lnTo>
                    <a:lnTo>
                      <a:pt x="1" y="839"/>
                    </a:lnTo>
                    <a:lnTo>
                      <a:pt x="43" y="1049"/>
                    </a:lnTo>
                    <a:lnTo>
                      <a:pt x="169" y="1175"/>
                    </a:lnTo>
                    <a:lnTo>
                      <a:pt x="336" y="1259"/>
                    </a:lnTo>
                    <a:lnTo>
                      <a:pt x="504" y="1301"/>
                    </a:lnTo>
                    <a:lnTo>
                      <a:pt x="504" y="1301"/>
                    </a:lnTo>
                    <a:lnTo>
                      <a:pt x="546" y="1301"/>
                    </a:lnTo>
                    <a:lnTo>
                      <a:pt x="546" y="1301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27" y="672"/>
                    </a:lnTo>
                    <a:lnTo>
                      <a:pt x="4069" y="462"/>
                    </a:lnTo>
                    <a:lnTo>
                      <a:pt x="4069" y="462"/>
                    </a:lnTo>
                    <a:lnTo>
                      <a:pt x="3985" y="252"/>
                    </a:lnTo>
                    <a:lnTo>
                      <a:pt x="3901" y="127"/>
                    </a:lnTo>
                    <a:lnTo>
                      <a:pt x="3733" y="43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446;p17">
                <a:extLst>
                  <a:ext uri="{FF2B5EF4-FFF2-40B4-BE49-F238E27FC236}">
                    <a16:creationId xmlns:a16="http://schemas.microsoft.com/office/drawing/2014/main" id="{92EA65BB-B2CA-7D5A-C619-3ABEC4E0D44B}"/>
                  </a:ext>
                </a:extLst>
              </p:cNvPr>
              <p:cNvSpPr/>
              <p:nvPr/>
            </p:nvSpPr>
            <p:spPr>
              <a:xfrm>
                <a:off x="6808516" y="1266335"/>
                <a:ext cx="78235" cy="26888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84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0"/>
                    </a:lnTo>
                    <a:lnTo>
                      <a:pt x="168" y="126"/>
                    </a:lnTo>
                    <a:lnTo>
                      <a:pt x="43" y="252"/>
                    </a:lnTo>
                    <a:lnTo>
                      <a:pt x="1" y="419"/>
                    </a:lnTo>
                    <a:lnTo>
                      <a:pt x="1" y="419"/>
                    </a:lnTo>
                    <a:lnTo>
                      <a:pt x="1" y="629"/>
                    </a:lnTo>
                    <a:lnTo>
                      <a:pt x="126" y="797"/>
                    </a:lnTo>
                    <a:lnTo>
                      <a:pt x="252" y="923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481" y="1342"/>
                    </a:lnTo>
                    <a:lnTo>
                      <a:pt x="3481" y="1342"/>
                    </a:lnTo>
                    <a:lnTo>
                      <a:pt x="3523" y="1384"/>
                    </a:lnTo>
                    <a:lnTo>
                      <a:pt x="3523" y="1384"/>
                    </a:lnTo>
                    <a:lnTo>
                      <a:pt x="3733" y="1342"/>
                    </a:lnTo>
                    <a:lnTo>
                      <a:pt x="3859" y="1258"/>
                    </a:lnTo>
                    <a:lnTo>
                      <a:pt x="3984" y="1090"/>
                    </a:lnTo>
                    <a:lnTo>
                      <a:pt x="4026" y="923"/>
                    </a:lnTo>
                    <a:lnTo>
                      <a:pt x="4026" y="923"/>
                    </a:lnTo>
                    <a:lnTo>
                      <a:pt x="4026" y="713"/>
                    </a:lnTo>
                    <a:lnTo>
                      <a:pt x="3943" y="545"/>
                    </a:lnTo>
                    <a:lnTo>
                      <a:pt x="3775" y="419"/>
                    </a:lnTo>
                    <a:lnTo>
                      <a:pt x="3607" y="336"/>
                    </a:lnTo>
                    <a:lnTo>
                      <a:pt x="3607" y="336"/>
                    </a:lnTo>
                    <a:lnTo>
                      <a:pt x="588" y="0"/>
                    </a:lnTo>
                    <a:lnTo>
                      <a:pt x="588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447;p17">
                <a:extLst>
                  <a:ext uri="{FF2B5EF4-FFF2-40B4-BE49-F238E27FC236}">
                    <a16:creationId xmlns:a16="http://schemas.microsoft.com/office/drawing/2014/main" id="{6D2605F2-5133-B40F-6452-454726F3AB12}"/>
                  </a:ext>
                </a:extLst>
              </p:cNvPr>
              <p:cNvSpPr/>
              <p:nvPr/>
            </p:nvSpPr>
            <p:spPr>
              <a:xfrm>
                <a:off x="4680556" y="1258992"/>
                <a:ext cx="78235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01" fill="none" extrusionOk="0">
                    <a:moveTo>
                      <a:pt x="3523" y="1"/>
                    </a:moveTo>
                    <a:lnTo>
                      <a:pt x="3523" y="1"/>
                    </a:lnTo>
                    <a:lnTo>
                      <a:pt x="3481" y="1"/>
                    </a:lnTo>
                    <a:lnTo>
                      <a:pt x="3481" y="1"/>
                    </a:lnTo>
                    <a:lnTo>
                      <a:pt x="462" y="294"/>
                    </a:lnTo>
                    <a:lnTo>
                      <a:pt x="462" y="294"/>
                    </a:lnTo>
                    <a:lnTo>
                      <a:pt x="252" y="336"/>
                    </a:lnTo>
                    <a:lnTo>
                      <a:pt x="84" y="462"/>
                    </a:lnTo>
                    <a:lnTo>
                      <a:pt x="0" y="630"/>
                    </a:lnTo>
                    <a:lnTo>
                      <a:pt x="0" y="839"/>
                    </a:lnTo>
                    <a:lnTo>
                      <a:pt x="0" y="839"/>
                    </a:lnTo>
                    <a:lnTo>
                      <a:pt x="42" y="1007"/>
                    </a:lnTo>
                    <a:lnTo>
                      <a:pt x="168" y="1175"/>
                    </a:lnTo>
                    <a:lnTo>
                      <a:pt x="294" y="1259"/>
                    </a:lnTo>
                    <a:lnTo>
                      <a:pt x="504" y="1301"/>
                    </a:lnTo>
                    <a:lnTo>
                      <a:pt x="504" y="1301"/>
                    </a:lnTo>
                    <a:lnTo>
                      <a:pt x="546" y="1301"/>
                    </a:lnTo>
                    <a:lnTo>
                      <a:pt x="546" y="1301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00" y="839"/>
                    </a:lnTo>
                    <a:lnTo>
                      <a:pt x="4026" y="672"/>
                    </a:lnTo>
                    <a:lnTo>
                      <a:pt x="4026" y="462"/>
                    </a:lnTo>
                    <a:lnTo>
                      <a:pt x="4026" y="462"/>
                    </a:lnTo>
                    <a:lnTo>
                      <a:pt x="3984" y="294"/>
                    </a:lnTo>
                    <a:lnTo>
                      <a:pt x="3859" y="126"/>
                    </a:lnTo>
                    <a:lnTo>
                      <a:pt x="3691" y="43"/>
                    </a:lnTo>
                    <a:lnTo>
                      <a:pt x="3523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448;p17">
                <a:extLst>
                  <a:ext uri="{FF2B5EF4-FFF2-40B4-BE49-F238E27FC236}">
                    <a16:creationId xmlns:a16="http://schemas.microsoft.com/office/drawing/2014/main" id="{55515EC8-1274-AC39-7E20-1AE6AF3B9BAD}"/>
                  </a:ext>
                </a:extLst>
              </p:cNvPr>
              <p:cNvSpPr/>
              <p:nvPr/>
            </p:nvSpPr>
            <p:spPr>
              <a:xfrm>
                <a:off x="6691196" y="1252484"/>
                <a:ext cx="78235" cy="26907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1385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294" y="42"/>
                    </a:lnTo>
                    <a:lnTo>
                      <a:pt x="127" y="168"/>
                    </a:lnTo>
                    <a:lnTo>
                      <a:pt x="43" y="294"/>
                    </a:lnTo>
                    <a:lnTo>
                      <a:pt x="1" y="461"/>
                    </a:lnTo>
                    <a:lnTo>
                      <a:pt x="1" y="461"/>
                    </a:lnTo>
                    <a:lnTo>
                      <a:pt x="1" y="671"/>
                    </a:lnTo>
                    <a:lnTo>
                      <a:pt x="85" y="839"/>
                    </a:lnTo>
                    <a:lnTo>
                      <a:pt x="252" y="965"/>
                    </a:lnTo>
                    <a:lnTo>
                      <a:pt x="420" y="1049"/>
                    </a:lnTo>
                    <a:lnTo>
                      <a:pt x="420" y="1049"/>
                    </a:lnTo>
                    <a:lnTo>
                      <a:pt x="3481" y="1342"/>
                    </a:lnTo>
                    <a:lnTo>
                      <a:pt x="3481" y="1342"/>
                    </a:lnTo>
                    <a:lnTo>
                      <a:pt x="3523" y="1384"/>
                    </a:lnTo>
                    <a:lnTo>
                      <a:pt x="3523" y="1384"/>
                    </a:lnTo>
                    <a:lnTo>
                      <a:pt x="3691" y="1342"/>
                    </a:lnTo>
                    <a:lnTo>
                      <a:pt x="3859" y="1216"/>
                    </a:lnTo>
                    <a:lnTo>
                      <a:pt x="3985" y="1090"/>
                    </a:lnTo>
                    <a:lnTo>
                      <a:pt x="4027" y="923"/>
                    </a:lnTo>
                    <a:lnTo>
                      <a:pt x="4027" y="923"/>
                    </a:lnTo>
                    <a:lnTo>
                      <a:pt x="4027" y="713"/>
                    </a:lnTo>
                    <a:lnTo>
                      <a:pt x="3901" y="545"/>
                    </a:lnTo>
                    <a:lnTo>
                      <a:pt x="3775" y="419"/>
                    </a:lnTo>
                    <a:lnTo>
                      <a:pt x="3565" y="336"/>
                    </a:lnTo>
                    <a:lnTo>
                      <a:pt x="3565" y="336"/>
                    </a:lnTo>
                    <a:lnTo>
                      <a:pt x="546" y="42"/>
                    </a:lnTo>
                    <a:lnTo>
                      <a:pt x="546" y="42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449;p17">
                <a:extLst>
                  <a:ext uri="{FF2B5EF4-FFF2-40B4-BE49-F238E27FC236}">
                    <a16:creationId xmlns:a16="http://schemas.microsoft.com/office/drawing/2014/main" id="{62E8542B-6432-3676-2C7F-624C941C6850}"/>
                  </a:ext>
                </a:extLst>
              </p:cNvPr>
              <p:cNvSpPr/>
              <p:nvPr/>
            </p:nvSpPr>
            <p:spPr>
              <a:xfrm>
                <a:off x="4797876" y="1248404"/>
                <a:ext cx="79031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301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23" y="0"/>
                    </a:lnTo>
                    <a:lnTo>
                      <a:pt x="3523" y="0"/>
                    </a:lnTo>
                    <a:lnTo>
                      <a:pt x="462" y="252"/>
                    </a:lnTo>
                    <a:lnTo>
                      <a:pt x="462" y="252"/>
                    </a:lnTo>
                    <a:lnTo>
                      <a:pt x="294" y="336"/>
                    </a:lnTo>
                    <a:lnTo>
                      <a:pt x="126" y="462"/>
                    </a:lnTo>
                    <a:lnTo>
                      <a:pt x="42" y="629"/>
                    </a:lnTo>
                    <a:lnTo>
                      <a:pt x="0" y="797"/>
                    </a:lnTo>
                    <a:lnTo>
                      <a:pt x="0" y="797"/>
                    </a:lnTo>
                    <a:lnTo>
                      <a:pt x="84" y="1007"/>
                    </a:lnTo>
                    <a:lnTo>
                      <a:pt x="168" y="1133"/>
                    </a:lnTo>
                    <a:lnTo>
                      <a:pt x="336" y="1259"/>
                    </a:lnTo>
                    <a:lnTo>
                      <a:pt x="503" y="1300"/>
                    </a:lnTo>
                    <a:lnTo>
                      <a:pt x="503" y="1300"/>
                    </a:lnTo>
                    <a:lnTo>
                      <a:pt x="587" y="1259"/>
                    </a:lnTo>
                    <a:lnTo>
                      <a:pt x="587" y="1259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816" y="965"/>
                    </a:lnTo>
                    <a:lnTo>
                      <a:pt x="3942" y="839"/>
                    </a:lnTo>
                    <a:lnTo>
                      <a:pt x="4026" y="671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4026" y="294"/>
                    </a:lnTo>
                    <a:lnTo>
                      <a:pt x="3900" y="126"/>
                    </a:lnTo>
                    <a:lnTo>
                      <a:pt x="3732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450;p17">
                <a:extLst>
                  <a:ext uri="{FF2B5EF4-FFF2-40B4-BE49-F238E27FC236}">
                    <a16:creationId xmlns:a16="http://schemas.microsoft.com/office/drawing/2014/main" id="{D9B410ED-983D-D729-77DD-62D2F81EDEDD}"/>
                  </a:ext>
                </a:extLst>
              </p:cNvPr>
              <p:cNvSpPr/>
              <p:nvPr/>
            </p:nvSpPr>
            <p:spPr>
              <a:xfrm>
                <a:off x="6573079" y="1241080"/>
                <a:ext cx="78215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1301" fill="none" extrusionOk="0">
                    <a:moveTo>
                      <a:pt x="503" y="0"/>
                    </a:moveTo>
                    <a:lnTo>
                      <a:pt x="503" y="0"/>
                    </a:lnTo>
                    <a:lnTo>
                      <a:pt x="294" y="42"/>
                    </a:lnTo>
                    <a:lnTo>
                      <a:pt x="168" y="126"/>
                    </a:lnTo>
                    <a:lnTo>
                      <a:pt x="42" y="294"/>
                    </a:lnTo>
                    <a:lnTo>
                      <a:pt x="0" y="461"/>
                    </a:lnTo>
                    <a:lnTo>
                      <a:pt x="0" y="461"/>
                    </a:lnTo>
                    <a:lnTo>
                      <a:pt x="0" y="671"/>
                    </a:lnTo>
                    <a:lnTo>
                      <a:pt x="126" y="839"/>
                    </a:lnTo>
                    <a:lnTo>
                      <a:pt x="252" y="965"/>
                    </a:lnTo>
                    <a:lnTo>
                      <a:pt x="461" y="1006"/>
                    </a:lnTo>
                    <a:lnTo>
                      <a:pt x="461" y="1006"/>
                    </a:lnTo>
                    <a:lnTo>
                      <a:pt x="3481" y="1300"/>
                    </a:lnTo>
                    <a:lnTo>
                      <a:pt x="3481" y="1300"/>
                    </a:lnTo>
                    <a:lnTo>
                      <a:pt x="3523" y="1300"/>
                    </a:lnTo>
                    <a:lnTo>
                      <a:pt x="3523" y="1300"/>
                    </a:lnTo>
                    <a:lnTo>
                      <a:pt x="3732" y="1300"/>
                    </a:lnTo>
                    <a:lnTo>
                      <a:pt x="3858" y="1174"/>
                    </a:lnTo>
                    <a:lnTo>
                      <a:pt x="3984" y="1048"/>
                    </a:lnTo>
                    <a:lnTo>
                      <a:pt x="4026" y="839"/>
                    </a:lnTo>
                    <a:lnTo>
                      <a:pt x="4026" y="839"/>
                    </a:lnTo>
                    <a:lnTo>
                      <a:pt x="4026" y="671"/>
                    </a:lnTo>
                    <a:lnTo>
                      <a:pt x="3942" y="503"/>
                    </a:lnTo>
                    <a:lnTo>
                      <a:pt x="3774" y="377"/>
                    </a:lnTo>
                    <a:lnTo>
                      <a:pt x="3565" y="294"/>
                    </a:lnTo>
                    <a:lnTo>
                      <a:pt x="3565" y="294"/>
                    </a:lnTo>
                    <a:lnTo>
                      <a:pt x="545" y="0"/>
                    </a:lnTo>
                    <a:lnTo>
                      <a:pt x="545" y="0"/>
                    </a:lnTo>
                    <a:lnTo>
                      <a:pt x="50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451;p17">
                <a:extLst>
                  <a:ext uri="{FF2B5EF4-FFF2-40B4-BE49-F238E27FC236}">
                    <a16:creationId xmlns:a16="http://schemas.microsoft.com/office/drawing/2014/main" id="{DCC9E36A-202A-4B99-1CC7-B314B9D6844A}"/>
                  </a:ext>
                </a:extLst>
              </p:cNvPr>
              <p:cNvSpPr/>
              <p:nvPr/>
            </p:nvSpPr>
            <p:spPr>
              <a:xfrm>
                <a:off x="4915992" y="1238632"/>
                <a:ext cx="79050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59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23" y="0"/>
                    </a:lnTo>
                    <a:lnTo>
                      <a:pt x="3523" y="0"/>
                    </a:lnTo>
                    <a:lnTo>
                      <a:pt x="462" y="252"/>
                    </a:lnTo>
                    <a:lnTo>
                      <a:pt x="462" y="252"/>
                    </a:lnTo>
                    <a:lnTo>
                      <a:pt x="294" y="294"/>
                    </a:lnTo>
                    <a:lnTo>
                      <a:pt x="127" y="420"/>
                    </a:lnTo>
                    <a:lnTo>
                      <a:pt x="43" y="587"/>
                    </a:lnTo>
                    <a:lnTo>
                      <a:pt x="1" y="797"/>
                    </a:lnTo>
                    <a:lnTo>
                      <a:pt x="1" y="797"/>
                    </a:lnTo>
                    <a:lnTo>
                      <a:pt x="43" y="965"/>
                    </a:lnTo>
                    <a:lnTo>
                      <a:pt x="169" y="1132"/>
                    </a:lnTo>
                    <a:lnTo>
                      <a:pt x="336" y="1216"/>
                    </a:lnTo>
                    <a:lnTo>
                      <a:pt x="504" y="1258"/>
                    </a:lnTo>
                    <a:lnTo>
                      <a:pt x="546" y="1258"/>
                    </a:lnTo>
                    <a:lnTo>
                      <a:pt x="546" y="1258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27" y="671"/>
                    </a:lnTo>
                    <a:lnTo>
                      <a:pt x="4069" y="462"/>
                    </a:lnTo>
                    <a:lnTo>
                      <a:pt x="4069" y="462"/>
                    </a:lnTo>
                    <a:lnTo>
                      <a:pt x="4027" y="294"/>
                    </a:lnTo>
                    <a:lnTo>
                      <a:pt x="3901" y="126"/>
                    </a:lnTo>
                    <a:lnTo>
                      <a:pt x="3733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452;p17">
                <a:extLst>
                  <a:ext uri="{FF2B5EF4-FFF2-40B4-BE49-F238E27FC236}">
                    <a16:creationId xmlns:a16="http://schemas.microsoft.com/office/drawing/2014/main" id="{905F41A6-32E6-E851-704F-F3C16338076E}"/>
                  </a:ext>
                </a:extLst>
              </p:cNvPr>
              <p:cNvSpPr/>
              <p:nvPr/>
            </p:nvSpPr>
            <p:spPr>
              <a:xfrm>
                <a:off x="6454944" y="1231289"/>
                <a:ext cx="79050" cy="2445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59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336" y="43"/>
                    </a:lnTo>
                    <a:lnTo>
                      <a:pt x="168" y="127"/>
                    </a:lnTo>
                    <a:lnTo>
                      <a:pt x="42" y="294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0" y="672"/>
                    </a:lnTo>
                    <a:lnTo>
                      <a:pt x="126" y="840"/>
                    </a:lnTo>
                    <a:lnTo>
                      <a:pt x="252" y="965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481" y="1259"/>
                    </a:lnTo>
                    <a:lnTo>
                      <a:pt x="3523" y="1259"/>
                    </a:lnTo>
                    <a:lnTo>
                      <a:pt x="3523" y="1259"/>
                    </a:lnTo>
                    <a:lnTo>
                      <a:pt x="3733" y="1217"/>
                    </a:lnTo>
                    <a:lnTo>
                      <a:pt x="3900" y="1133"/>
                    </a:lnTo>
                    <a:lnTo>
                      <a:pt x="3984" y="965"/>
                    </a:lnTo>
                    <a:lnTo>
                      <a:pt x="4068" y="798"/>
                    </a:lnTo>
                    <a:lnTo>
                      <a:pt x="4068" y="798"/>
                    </a:lnTo>
                    <a:lnTo>
                      <a:pt x="4026" y="588"/>
                    </a:lnTo>
                    <a:lnTo>
                      <a:pt x="3942" y="420"/>
                    </a:lnTo>
                    <a:lnTo>
                      <a:pt x="3775" y="294"/>
                    </a:lnTo>
                    <a:lnTo>
                      <a:pt x="3607" y="252"/>
                    </a:lnTo>
                    <a:lnTo>
                      <a:pt x="3607" y="252"/>
                    </a:lnTo>
                    <a:lnTo>
                      <a:pt x="546" y="1"/>
                    </a:lnTo>
                    <a:lnTo>
                      <a:pt x="546" y="1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453;p17">
                <a:extLst>
                  <a:ext uri="{FF2B5EF4-FFF2-40B4-BE49-F238E27FC236}">
                    <a16:creationId xmlns:a16="http://schemas.microsoft.com/office/drawing/2014/main" id="{7C833E03-45FD-29EC-915B-96792EE5EA93}"/>
                  </a:ext>
                </a:extLst>
              </p:cNvPr>
              <p:cNvSpPr/>
              <p:nvPr/>
            </p:nvSpPr>
            <p:spPr>
              <a:xfrm>
                <a:off x="5034128" y="1229657"/>
                <a:ext cx="79050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60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462" y="211"/>
                    </a:lnTo>
                    <a:lnTo>
                      <a:pt x="462" y="211"/>
                    </a:lnTo>
                    <a:lnTo>
                      <a:pt x="294" y="294"/>
                    </a:lnTo>
                    <a:lnTo>
                      <a:pt x="126" y="420"/>
                    </a:lnTo>
                    <a:lnTo>
                      <a:pt x="43" y="588"/>
                    </a:lnTo>
                    <a:lnTo>
                      <a:pt x="1" y="756"/>
                    </a:lnTo>
                    <a:lnTo>
                      <a:pt x="1" y="756"/>
                    </a:lnTo>
                    <a:lnTo>
                      <a:pt x="43" y="965"/>
                    </a:lnTo>
                    <a:lnTo>
                      <a:pt x="168" y="1091"/>
                    </a:lnTo>
                    <a:lnTo>
                      <a:pt x="336" y="1217"/>
                    </a:lnTo>
                    <a:lnTo>
                      <a:pt x="504" y="1259"/>
                    </a:lnTo>
                    <a:lnTo>
                      <a:pt x="546" y="1259"/>
                    </a:lnTo>
                    <a:lnTo>
                      <a:pt x="546" y="1259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43" y="840"/>
                    </a:lnTo>
                    <a:lnTo>
                      <a:pt x="4026" y="672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3984" y="294"/>
                    </a:lnTo>
                    <a:lnTo>
                      <a:pt x="3901" y="169"/>
                    </a:lnTo>
                    <a:lnTo>
                      <a:pt x="3733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454;p17">
                <a:extLst>
                  <a:ext uri="{FF2B5EF4-FFF2-40B4-BE49-F238E27FC236}">
                    <a16:creationId xmlns:a16="http://schemas.microsoft.com/office/drawing/2014/main" id="{F6CF2266-4DA2-4E75-0A33-EBD844A6720B}"/>
                  </a:ext>
                </a:extLst>
              </p:cNvPr>
              <p:cNvSpPr/>
              <p:nvPr/>
            </p:nvSpPr>
            <p:spPr>
              <a:xfrm>
                <a:off x="6336808" y="1223149"/>
                <a:ext cx="79050" cy="23643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217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294" y="0"/>
                    </a:lnTo>
                    <a:lnTo>
                      <a:pt x="169" y="126"/>
                    </a:lnTo>
                    <a:lnTo>
                      <a:pt x="43" y="252"/>
                    </a:lnTo>
                    <a:lnTo>
                      <a:pt x="1" y="462"/>
                    </a:lnTo>
                    <a:lnTo>
                      <a:pt x="1" y="462"/>
                    </a:lnTo>
                    <a:lnTo>
                      <a:pt x="1" y="671"/>
                    </a:lnTo>
                    <a:lnTo>
                      <a:pt x="127" y="839"/>
                    </a:lnTo>
                    <a:lnTo>
                      <a:pt x="294" y="965"/>
                    </a:lnTo>
                    <a:lnTo>
                      <a:pt x="462" y="1007"/>
                    </a:lnTo>
                    <a:lnTo>
                      <a:pt x="462" y="1007"/>
                    </a:lnTo>
                    <a:lnTo>
                      <a:pt x="3523" y="1217"/>
                    </a:lnTo>
                    <a:lnTo>
                      <a:pt x="3565" y="1217"/>
                    </a:lnTo>
                    <a:lnTo>
                      <a:pt x="3565" y="1217"/>
                    </a:lnTo>
                    <a:lnTo>
                      <a:pt x="3733" y="1175"/>
                    </a:lnTo>
                    <a:lnTo>
                      <a:pt x="3901" y="1091"/>
                    </a:lnTo>
                    <a:lnTo>
                      <a:pt x="3985" y="923"/>
                    </a:lnTo>
                    <a:lnTo>
                      <a:pt x="4069" y="713"/>
                    </a:lnTo>
                    <a:lnTo>
                      <a:pt x="4069" y="713"/>
                    </a:lnTo>
                    <a:lnTo>
                      <a:pt x="4027" y="546"/>
                    </a:lnTo>
                    <a:lnTo>
                      <a:pt x="3943" y="378"/>
                    </a:lnTo>
                    <a:lnTo>
                      <a:pt x="3775" y="252"/>
                    </a:lnTo>
                    <a:lnTo>
                      <a:pt x="3565" y="210"/>
                    </a:lnTo>
                    <a:lnTo>
                      <a:pt x="3565" y="210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455;p17">
                <a:extLst>
                  <a:ext uri="{FF2B5EF4-FFF2-40B4-BE49-F238E27FC236}">
                    <a16:creationId xmlns:a16="http://schemas.microsoft.com/office/drawing/2014/main" id="{B5078F1C-039D-DA52-81C9-8FAF8B4A6A03}"/>
                  </a:ext>
                </a:extLst>
              </p:cNvPr>
              <p:cNvSpPr/>
              <p:nvPr/>
            </p:nvSpPr>
            <p:spPr>
              <a:xfrm>
                <a:off x="5152264" y="1222333"/>
                <a:ext cx="79031" cy="23643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217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23" y="1"/>
                    </a:lnTo>
                    <a:lnTo>
                      <a:pt x="3523" y="1"/>
                    </a:lnTo>
                    <a:lnTo>
                      <a:pt x="462" y="168"/>
                    </a:lnTo>
                    <a:lnTo>
                      <a:pt x="462" y="168"/>
                    </a:lnTo>
                    <a:lnTo>
                      <a:pt x="294" y="252"/>
                    </a:lnTo>
                    <a:lnTo>
                      <a:pt x="126" y="378"/>
                    </a:lnTo>
                    <a:lnTo>
                      <a:pt x="42" y="546"/>
                    </a:lnTo>
                    <a:lnTo>
                      <a:pt x="0" y="713"/>
                    </a:lnTo>
                    <a:lnTo>
                      <a:pt x="0" y="713"/>
                    </a:lnTo>
                    <a:lnTo>
                      <a:pt x="42" y="923"/>
                    </a:lnTo>
                    <a:lnTo>
                      <a:pt x="168" y="1049"/>
                    </a:lnTo>
                    <a:lnTo>
                      <a:pt x="294" y="1175"/>
                    </a:lnTo>
                    <a:lnTo>
                      <a:pt x="503" y="1217"/>
                    </a:lnTo>
                    <a:lnTo>
                      <a:pt x="545" y="1217"/>
                    </a:lnTo>
                    <a:lnTo>
                      <a:pt x="545" y="1217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4" y="965"/>
                    </a:lnTo>
                    <a:lnTo>
                      <a:pt x="3942" y="839"/>
                    </a:lnTo>
                    <a:lnTo>
                      <a:pt x="4026" y="671"/>
                    </a:lnTo>
                    <a:lnTo>
                      <a:pt x="4068" y="462"/>
                    </a:lnTo>
                    <a:lnTo>
                      <a:pt x="4068" y="462"/>
                    </a:lnTo>
                    <a:lnTo>
                      <a:pt x="4026" y="294"/>
                    </a:lnTo>
                    <a:lnTo>
                      <a:pt x="3900" y="126"/>
                    </a:lnTo>
                    <a:lnTo>
                      <a:pt x="3733" y="42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456;p17">
                <a:extLst>
                  <a:ext uri="{FF2B5EF4-FFF2-40B4-BE49-F238E27FC236}">
                    <a16:creationId xmlns:a16="http://schemas.microsoft.com/office/drawing/2014/main" id="{8BF91B66-8D46-C20E-A081-ACDB263750C2}"/>
                  </a:ext>
                </a:extLst>
              </p:cNvPr>
              <p:cNvSpPr/>
              <p:nvPr/>
            </p:nvSpPr>
            <p:spPr>
              <a:xfrm>
                <a:off x="5270380" y="1215825"/>
                <a:ext cx="79050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75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24" y="0"/>
                    </a:lnTo>
                    <a:lnTo>
                      <a:pt x="3524" y="0"/>
                    </a:lnTo>
                    <a:lnTo>
                      <a:pt x="504" y="168"/>
                    </a:lnTo>
                    <a:lnTo>
                      <a:pt x="504" y="168"/>
                    </a:lnTo>
                    <a:lnTo>
                      <a:pt x="294" y="210"/>
                    </a:lnTo>
                    <a:lnTo>
                      <a:pt x="127" y="336"/>
                    </a:lnTo>
                    <a:lnTo>
                      <a:pt x="43" y="503"/>
                    </a:lnTo>
                    <a:lnTo>
                      <a:pt x="1" y="713"/>
                    </a:lnTo>
                    <a:lnTo>
                      <a:pt x="1" y="713"/>
                    </a:lnTo>
                    <a:lnTo>
                      <a:pt x="43" y="881"/>
                    </a:lnTo>
                    <a:lnTo>
                      <a:pt x="169" y="1048"/>
                    </a:lnTo>
                    <a:lnTo>
                      <a:pt x="336" y="1132"/>
                    </a:lnTo>
                    <a:lnTo>
                      <a:pt x="504" y="1174"/>
                    </a:lnTo>
                    <a:lnTo>
                      <a:pt x="546" y="1174"/>
                    </a:lnTo>
                    <a:lnTo>
                      <a:pt x="546" y="1174"/>
                    </a:lnTo>
                    <a:lnTo>
                      <a:pt x="3565" y="1006"/>
                    </a:lnTo>
                    <a:lnTo>
                      <a:pt x="3565" y="1006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27" y="671"/>
                    </a:lnTo>
                    <a:lnTo>
                      <a:pt x="4069" y="503"/>
                    </a:lnTo>
                    <a:lnTo>
                      <a:pt x="4069" y="503"/>
                    </a:lnTo>
                    <a:lnTo>
                      <a:pt x="4027" y="294"/>
                    </a:lnTo>
                    <a:lnTo>
                      <a:pt x="3901" y="168"/>
                    </a:lnTo>
                    <a:lnTo>
                      <a:pt x="3733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457;p17">
                <a:extLst>
                  <a:ext uri="{FF2B5EF4-FFF2-40B4-BE49-F238E27FC236}">
                    <a16:creationId xmlns:a16="http://schemas.microsoft.com/office/drawing/2014/main" id="{8D344F4A-26E7-0B97-1C87-C061020C3BA4}"/>
                  </a:ext>
                </a:extLst>
              </p:cNvPr>
              <p:cNvSpPr/>
              <p:nvPr/>
            </p:nvSpPr>
            <p:spPr>
              <a:xfrm>
                <a:off x="6218692" y="1215825"/>
                <a:ext cx="78215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1175" fill="none" extrusionOk="0">
                    <a:moveTo>
                      <a:pt x="503" y="0"/>
                    </a:moveTo>
                    <a:lnTo>
                      <a:pt x="503" y="0"/>
                    </a:lnTo>
                    <a:lnTo>
                      <a:pt x="294" y="42"/>
                    </a:lnTo>
                    <a:lnTo>
                      <a:pt x="126" y="168"/>
                    </a:lnTo>
                    <a:lnTo>
                      <a:pt x="42" y="294"/>
                    </a:lnTo>
                    <a:lnTo>
                      <a:pt x="0" y="503"/>
                    </a:lnTo>
                    <a:lnTo>
                      <a:pt x="0" y="503"/>
                    </a:lnTo>
                    <a:lnTo>
                      <a:pt x="0" y="671"/>
                    </a:lnTo>
                    <a:lnTo>
                      <a:pt x="126" y="839"/>
                    </a:lnTo>
                    <a:lnTo>
                      <a:pt x="252" y="965"/>
                    </a:lnTo>
                    <a:lnTo>
                      <a:pt x="461" y="1006"/>
                    </a:lnTo>
                    <a:lnTo>
                      <a:pt x="461" y="1006"/>
                    </a:lnTo>
                    <a:lnTo>
                      <a:pt x="3523" y="1174"/>
                    </a:lnTo>
                    <a:lnTo>
                      <a:pt x="3523" y="1174"/>
                    </a:lnTo>
                    <a:lnTo>
                      <a:pt x="3523" y="1174"/>
                    </a:lnTo>
                    <a:lnTo>
                      <a:pt x="3732" y="1174"/>
                    </a:lnTo>
                    <a:lnTo>
                      <a:pt x="3900" y="1048"/>
                    </a:lnTo>
                    <a:lnTo>
                      <a:pt x="3984" y="881"/>
                    </a:lnTo>
                    <a:lnTo>
                      <a:pt x="4026" y="713"/>
                    </a:lnTo>
                    <a:lnTo>
                      <a:pt x="4026" y="713"/>
                    </a:lnTo>
                    <a:lnTo>
                      <a:pt x="4026" y="503"/>
                    </a:lnTo>
                    <a:lnTo>
                      <a:pt x="3900" y="336"/>
                    </a:lnTo>
                    <a:lnTo>
                      <a:pt x="3774" y="210"/>
                    </a:lnTo>
                    <a:lnTo>
                      <a:pt x="3565" y="168"/>
                    </a:lnTo>
                    <a:lnTo>
                      <a:pt x="3565" y="168"/>
                    </a:lnTo>
                    <a:lnTo>
                      <a:pt x="503" y="0"/>
                    </a:lnTo>
                    <a:lnTo>
                      <a:pt x="503" y="0"/>
                    </a:lnTo>
                    <a:lnTo>
                      <a:pt x="503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458;p17">
                <a:extLst>
                  <a:ext uri="{FF2B5EF4-FFF2-40B4-BE49-F238E27FC236}">
                    <a16:creationId xmlns:a16="http://schemas.microsoft.com/office/drawing/2014/main" id="{EBC49228-AB83-54AF-5E01-0B027EC159AC}"/>
                  </a:ext>
                </a:extLst>
              </p:cNvPr>
              <p:cNvSpPr/>
              <p:nvPr/>
            </p:nvSpPr>
            <p:spPr>
              <a:xfrm>
                <a:off x="5388516" y="1210929"/>
                <a:ext cx="79050" cy="2201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33" fill="none" extrusionOk="0">
                    <a:moveTo>
                      <a:pt x="3565" y="0"/>
                    </a:moveTo>
                    <a:lnTo>
                      <a:pt x="3565" y="0"/>
                    </a:lnTo>
                    <a:lnTo>
                      <a:pt x="3565" y="0"/>
                    </a:lnTo>
                    <a:lnTo>
                      <a:pt x="3565" y="0"/>
                    </a:lnTo>
                    <a:lnTo>
                      <a:pt x="504" y="126"/>
                    </a:lnTo>
                    <a:lnTo>
                      <a:pt x="504" y="126"/>
                    </a:lnTo>
                    <a:lnTo>
                      <a:pt x="294" y="168"/>
                    </a:lnTo>
                    <a:lnTo>
                      <a:pt x="168" y="294"/>
                    </a:lnTo>
                    <a:lnTo>
                      <a:pt x="43" y="462"/>
                    </a:lnTo>
                    <a:lnTo>
                      <a:pt x="1" y="671"/>
                    </a:lnTo>
                    <a:lnTo>
                      <a:pt x="1" y="671"/>
                    </a:lnTo>
                    <a:lnTo>
                      <a:pt x="84" y="839"/>
                    </a:lnTo>
                    <a:lnTo>
                      <a:pt x="168" y="1007"/>
                    </a:lnTo>
                    <a:lnTo>
                      <a:pt x="336" y="1091"/>
                    </a:lnTo>
                    <a:lnTo>
                      <a:pt x="546" y="1133"/>
                    </a:lnTo>
                    <a:lnTo>
                      <a:pt x="546" y="1133"/>
                    </a:lnTo>
                    <a:lnTo>
                      <a:pt x="546" y="1133"/>
                    </a:lnTo>
                    <a:lnTo>
                      <a:pt x="3607" y="1007"/>
                    </a:lnTo>
                    <a:lnTo>
                      <a:pt x="3607" y="1007"/>
                    </a:lnTo>
                    <a:lnTo>
                      <a:pt x="3775" y="965"/>
                    </a:lnTo>
                    <a:lnTo>
                      <a:pt x="3943" y="839"/>
                    </a:lnTo>
                    <a:lnTo>
                      <a:pt x="4068" y="671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294"/>
                    </a:lnTo>
                    <a:lnTo>
                      <a:pt x="3943" y="126"/>
                    </a:lnTo>
                    <a:lnTo>
                      <a:pt x="3775" y="42"/>
                    </a:lnTo>
                    <a:lnTo>
                      <a:pt x="3565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459;p17">
                <a:extLst>
                  <a:ext uri="{FF2B5EF4-FFF2-40B4-BE49-F238E27FC236}">
                    <a16:creationId xmlns:a16="http://schemas.microsoft.com/office/drawing/2014/main" id="{407F9EA9-6224-3873-C3F7-629F6D48654B}"/>
                  </a:ext>
                </a:extLst>
              </p:cNvPr>
              <p:cNvSpPr/>
              <p:nvPr/>
            </p:nvSpPr>
            <p:spPr>
              <a:xfrm>
                <a:off x="6099740" y="1210929"/>
                <a:ext cx="79050" cy="2201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33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336" y="42"/>
                    </a:lnTo>
                    <a:lnTo>
                      <a:pt x="168" y="126"/>
                    </a:lnTo>
                    <a:lnTo>
                      <a:pt x="42" y="294"/>
                    </a:lnTo>
                    <a:lnTo>
                      <a:pt x="0" y="462"/>
                    </a:lnTo>
                    <a:lnTo>
                      <a:pt x="0" y="462"/>
                    </a:lnTo>
                    <a:lnTo>
                      <a:pt x="42" y="671"/>
                    </a:lnTo>
                    <a:lnTo>
                      <a:pt x="168" y="839"/>
                    </a:lnTo>
                    <a:lnTo>
                      <a:pt x="294" y="965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3565" y="1133"/>
                    </a:lnTo>
                    <a:lnTo>
                      <a:pt x="3565" y="1133"/>
                    </a:lnTo>
                    <a:lnTo>
                      <a:pt x="3565" y="1133"/>
                    </a:lnTo>
                    <a:lnTo>
                      <a:pt x="3775" y="1091"/>
                    </a:lnTo>
                    <a:lnTo>
                      <a:pt x="3901" y="1007"/>
                    </a:lnTo>
                    <a:lnTo>
                      <a:pt x="4026" y="839"/>
                    </a:lnTo>
                    <a:lnTo>
                      <a:pt x="4068" y="629"/>
                    </a:lnTo>
                    <a:lnTo>
                      <a:pt x="4068" y="629"/>
                    </a:lnTo>
                    <a:lnTo>
                      <a:pt x="4026" y="462"/>
                    </a:lnTo>
                    <a:lnTo>
                      <a:pt x="3942" y="294"/>
                    </a:lnTo>
                    <a:lnTo>
                      <a:pt x="3775" y="168"/>
                    </a:lnTo>
                    <a:lnTo>
                      <a:pt x="3607" y="126"/>
                    </a:lnTo>
                    <a:lnTo>
                      <a:pt x="3607" y="126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04" y="0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460;p17">
                <a:extLst>
                  <a:ext uri="{FF2B5EF4-FFF2-40B4-BE49-F238E27FC236}">
                    <a16:creationId xmlns:a16="http://schemas.microsoft.com/office/drawing/2014/main" id="{6746F5DB-8D25-B38D-40DE-3AA8E18C16E3}"/>
                  </a:ext>
                </a:extLst>
              </p:cNvPr>
              <p:cNvSpPr/>
              <p:nvPr/>
            </p:nvSpPr>
            <p:spPr>
              <a:xfrm>
                <a:off x="5507468" y="1207665"/>
                <a:ext cx="79031" cy="21215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092" fill="none" extrusionOk="0">
                    <a:moveTo>
                      <a:pt x="3565" y="1"/>
                    </a:moveTo>
                    <a:lnTo>
                      <a:pt x="3523" y="1"/>
                    </a:lnTo>
                    <a:lnTo>
                      <a:pt x="3523" y="1"/>
                    </a:lnTo>
                    <a:lnTo>
                      <a:pt x="503" y="85"/>
                    </a:lnTo>
                    <a:lnTo>
                      <a:pt x="503" y="85"/>
                    </a:lnTo>
                    <a:lnTo>
                      <a:pt x="294" y="126"/>
                    </a:lnTo>
                    <a:lnTo>
                      <a:pt x="126" y="210"/>
                    </a:lnTo>
                    <a:lnTo>
                      <a:pt x="42" y="378"/>
                    </a:lnTo>
                    <a:lnTo>
                      <a:pt x="0" y="588"/>
                    </a:lnTo>
                    <a:lnTo>
                      <a:pt x="0" y="588"/>
                    </a:lnTo>
                    <a:lnTo>
                      <a:pt x="42" y="797"/>
                    </a:lnTo>
                    <a:lnTo>
                      <a:pt x="168" y="923"/>
                    </a:lnTo>
                    <a:lnTo>
                      <a:pt x="294" y="1049"/>
                    </a:lnTo>
                    <a:lnTo>
                      <a:pt x="503" y="1091"/>
                    </a:lnTo>
                    <a:lnTo>
                      <a:pt x="503" y="1091"/>
                    </a:lnTo>
                    <a:lnTo>
                      <a:pt x="503" y="1091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4" y="965"/>
                    </a:lnTo>
                    <a:lnTo>
                      <a:pt x="3942" y="839"/>
                    </a:lnTo>
                    <a:lnTo>
                      <a:pt x="4026" y="672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294"/>
                    </a:lnTo>
                    <a:lnTo>
                      <a:pt x="3900" y="126"/>
                    </a:lnTo>
                    <a:lnTo>
                      <a:pt x="3733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461;p17">
                <a:extLst>
                  <a:ext uri="{FF2B5EF4-FFF2-40B4-BE49-F238E27FC236}">
                    <a16:creationId xmlns:a16="http://schemas.microsoft.com/office/drawing/2014/main" id="{78BA1E7E-41CB-9F62-E0F6-8E1BF585553B}"/>
                  </a:ext>
                </a:extLst>
              </p:cNvPr>
              <p:cNvSpPr/>
              <p:nvPr/>
            </p:nvSpPr>
            <p:spPr>
              <a:xfrm>
                <a:off x="5981604" y="1206850"/>
                <a:ext cx="79050" cy="22031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134" fill="none" extrusionOk="0">
                    <a:moveTo>
                      <a:pt x="504" y="1"/>
                    </a:moveTo>
                    <a:lnTo>
                      <a:pt x="504" y="1"/>
                    </a:lnTo>
                    <a:lnTo>
                      <a:pt x="294" y="43"/>
                    </a:lnTo>
                    <a:lnTo>
                      <a:pt x="169" y="168"/>
                    </a:lnTo>
                    <a:lnTo>
                      <a:pt x="43" y="336"/>
                    </a:lnTo>
                    <a:lnTo>
                      <a:pt x="1" y="504"/>
                    </a:lnTo>
                    <a:lnTo>
                      <a:pt x="1" y="504"/>
                    </a:lnTo>
                    <a:lnTo>
                      <a:pt x="43" y="714"/>
                    </a:lnTo>
                    <a:lnTo>
                      <a:pt x="127" y="881"/>
                    </a:lnTo>
                    <a:lnTo>
                      <a:pt x="294" y="1007"/>
                    </a:lnTo>
                    <a:lnTo>
                      <a:pt x="504" y="1049"/>
                    </a:lnTo>
                    <a:lnTo>
                      <a:pt x="504" y="1049"/>
                    </a:lnTo>
                    <a:lnTo>
                      <a:pt x="3523" y="1133"/>
                    </a:lnTo>
                    <a:lnTo>
                      <a:pt x="3565" y="1133"/>
                    </a:lnTo>
                    <a:lnTo>
                      <a:pt x="3565" y="1133"/>
                    </a:lnTo>
                    <a:lnTo>
                      <a:pt x="3733" y="1091"/>
                    </a:lnTo>
                    <a:lnTo>
                      <a:pt x="3901" y="965"/>
                    </a:lnTo>
                    <a:lnTo>
                      <a:pt x="4027" y="798"/>
                    </a:lnTo>
                    <a:lnTo>
                      <a:pt x="4069" y="630"/>
                    </a:lnTo>
                    <a:lnTo>
                      <a:pt x="4069" y="630"/>
                    </a:lnTo>
                    <a:lnTo>
                      <a:pt x="4027" y="420"/>
                    </a:lnTo>
                    <a:lnTo>
                      <a:pt x="3943" y="252"/>
                    </a:lnTo>
                    <a:lnTo>
                      <a:pt x="3775" y="127"/>
                    </a:lnTo>
                    <a:lnTo>
                      <a:pt x="3565" y="85"/>
                    </a:lnTo>
                    <a:lnTo>
                      <a:pt x="3565" y="85"/>
                    </a:lnTo>
                    <a:lnTo>
                      <a:pt x="504" y="1"/>
                    </a:lnTo>
                    <a:lnTo>
                      <a:pt x="504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462;p17">
                <a:extLst>
                  <a:ext uri="{FF2B5EF4-FFF2-40B4-BE49-F238E27FC236}">
                    <a16:creationId xmlns:a16="http://schemas.microsoft.com/office/drawing/2014/main" id="{E2D4900F-254B-C622-BA1D-2A976725E7A5}"/>
                  </a:ext>
                </a:extLst>
              </p:cNvPr>
              <p:cNvSpPr/>
              <p:nvPr/>
            </p:nvSpPr>
            <p:spPr>
              <a:xfrm>
                <a:off x="5625584" y="1205218"/>
                <a:ext cx="79050" cy="2039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50" fill="none" extrusionOk="0">
                    <a:moveTo>
                      <a:pt x="3565" y="1"/>
                    </a:moveTo>
                    <a:lnTo>
                      <a:pt x="3565" y="1"/>
                    </a:lnTo>
                    <a:lnTo>
                      <a:pt x="3565" y="1"/>
                    </a:lnTo>
                    <a:lnTo>
                      <a:pt x="504" y="43"/>
                    </a:lnTo>
                    <a:lnTo>
                      <a:pt x="504" y="43"/>
                    </a:lnTo>
                    <a:lnTo>
                      <a:pt x="336" y="85"/>
                    </a:lnTo>
                    <a:lnTo>
                      <a:pt x="169" y="211"/>
                    </a:lnTo>
                    <a:lnTo>
                      <a:pt x="43" y="378"/>
                    </a:lnTo>
                    <a:lnTo>
                      <a:pt x="1" y="588"/>
                    </a:lnTo>
                    <a:lnTo>
                      <a:pt x="1" y="588"/>
                    </a:lnTo>
                    <a:lnTo>
                      <a:pt x="43" y="756"/>
                    </a:lnTo>
                    <a:lnTo>
                      <a:pt x="169" y="923"/>
                    </a:lnTo>
                    <a:lnTo>
                      <a:pt x="336" y="1049"/>
                    </a:lnTo>
                    <a:lnTo>
                      <a:pt x="504" y="1049"/>
                    </a:lnTo>
                    <a:lnTo>
                      <a:pt x="546" y="1049"/>
                    </a:lnTo>
                    <a:lnTo>
                      <a:pt x="546" y="1049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75" y="965"/>
                    </a:lnTo>
                    <a:lnTo>
                      <a:pt x="3943" y="882"/>
                    </a:lnTo>
                    <a:lnTo>
                      <a:pt x="4027" y="714"/>
                    </a:lnTo>
                    <a:lnTo>
                      <a:pt x="4069" y="504"/>
                    </a:lnTo>
                    <a:lnTo>
                      <a:pt x="4069" y="504"/>
                    </a:lnTo>
                    <a:lnTo>
                      <a:pt x="4027" y="294"/>
                    </a:lnTo>
                    <a:lnTo>
                      <a:pt x="3943" y="169"/>
                    </a:lnTo>
                    <a:lnTo>
                      <a:pt x="3775" y="43"/>
                    </a:lnTo>
                    <a:lnTo>
                      <a:pt x="356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463;p17">
                <a:extLst>
                  <a:ext uri="{FF2B5EF4-FFF2-40B4-BE49-F238E27FC236}">
                    <a16:creationId xmlns:a16="http://schemas.microsoft.com/office/drawing/2014/main" id="{C52C2B81-BBD7-AD84-30DE-CDAF5BB780CA}"/>
                  </a:ext>
                </a:extLst>
              </p:cNvPr>
              <p:cNvSpPr/>
              <p:nvPr/>
            </p:nvSpPr>
            <p:spPr>
              <a:xfrm>
                <a:off x="5862672" y="1205218"/>
                <a:ext cx="79031" cy="20399"/>
              </a:xfrm>
              <a:custGeom>
                <a:avLst/>
                <a:gdLst/>
                <a:ahLst/>
                <a:cxnLst/>
                <a:rect l="l" t="t" r="r" b="b"/>
                <a:pathLst>
                  <a:path w="4068" h="1050" fill="none" extrusionOk="0">
                    <a:moveTo>
                      <a:pt x="545" y="1"/>
                    </a:moveTo>
                    <a:lnTo>
                      <a:pt x="545" y="1"/>
                    </a:lnTo>
                    <a:lnTo>
                      <a:pt x="545" y="1"/>
                    </a:lnTo>
                    <a:lnTo>
                      <a:pt x="336" y="43"/>
                    </a:lnTo>
                    <a:lnTo>
                      <a:pt x="168" y="169"/>
                    </a:lnTo>
                    <a:lnTo>
                      <a:pt x="42" y="294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42" y="714"/>
                    </a:lnTo>
                    <a:lnTo>
                      <a:pt x="168" y="882"/>
                    </a:lnTo>
                    <a:lnTo>
                      <a:pt x="336" y="965"/>
                    </a:lnTo>
                    <a:lnTo>
                      <a:pt x="503" y="1007"/>
                    </a:lnTo>
                    <a:lnTo>
                      <a:pt x="503" y="1007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565" y="1049"/>
                    </a:lnTo>
                    <a:lnTo>
                      <a:pt x="3774" y="1007"/>
                    </a:lnTo>
                    <a:lnTo>
                      <a:pt x="3942" y="923"/>
                    </a:lnTo>
                    <a:lnTo>
                      <a:pt x="4026" y="756"/>
                    </a:lnTo>
                    <a:lnTo>
                      <a:pt x="4068" y="546"/>
                    </a:lnTo>
                    <a:lnTo>
                      <a:pt x="4068" y="546"/>
                    </a:lnTo>
                    <a:lnTo>
                      <a:pt x="4068" y="378"/>
                    </a:lnTo>
                    <a:lnTo>
                      <a:pt x="3942" y="211"/>
                    </a:lnTo>
                    <a:lnTo>
                      <a:pt x="3774" y="85"/>
                    </a:lnTo>
                    <a:lnTo>
                      <a:pt x="3565" y="43"/>
                    </a:lnTo>
                    <a:lnTo>
                      <a:pt x="3565" y="43"/>
                    </a:lnTo>
                    <a:lnTo>
                      <a:pt x="545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464;p17">
                <a:extLst>
                  <a:ext uri="{FF2B5EF4-FFF2-40B4-BE49-F238E27FC236}">
                    <a16:creationId xmlns:a16="http://schemas.microsoft.com/office/drawing/2014/main" id="{24A3291D-CA28-5132-6CDD-3E7FDBC62024}"/>
                  </a:ext>
                </a:extLst>
              </p:cNvPr>
              <p:cNvSpPr/>
              <p:nvPr/>
            </p:nvSpPr>
            <p:spPr>
              <a:xfrm>
                <a:off x="5744536" y="1205218"/>
                <a:ext cx="79050" cy="19583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08" fill="none" extrusionOk="0">
                    <a:moveTo>
                      <a:pt x="2349" y="1"/>
                    </a:moveTo>
                    <a:lnTo>
                      <a:pt x="2349" y="1"/>
                    </a:lnTo>
                    <a:lnTo>
                      <a:pt x="504" y="1"/>
                    </a:lnTo>
                    <a:lnTo>
                      <a:pt x="504" y="1"/>
                    </a:lnTo>
                    <a:lnTo>
                      <a:pt x="294" y="43"/>
                    </a:lnTo>
                    <a:lnTo>
                      <a:pt x="126" y="127"/>
                    </a:lnTo>
                    <a:lnTo>
                      <a:pt x="42" y="294"/>
                    </a:lnTo>
                    <a:lnTo>
                      <a:pt x="1" y="504"/>
                    </a:lnTo>
                    <a:lnTo>
                      <a:pt x="1" y="504"/>
                    </a:lnTo>
                    <a:lnTo>
                      <a:pt x="42" y="714"/>
                    </a:lnTo>
                    <a:lnTo>
                      <a:pt x="126" y="840"/>
                    </a:lnTo>
                    <a:lnTo>
                      <a:pt x="294" y="965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504" y="1007"/>
                    </a:lnTo>
                    <a:lnTo>
                      <a:pt x="2349" y="1007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565" y="1007"/>
                    </a:lnTo>
                    <a:lnTo>
                      <a:pt x="3733" y="965"/>
                    </a:lnTo>
                    <a:lnTo>
                      <a:pt x="3901" y="840"/>
                    </a:lnTo>
                    <a:lnTo>
                      <a:pt x="4026" y="672"/>
                    </a:lnTo>
                    <a:lnTo>
                      <a:pt x="4068" y="504"/>
                    </a:lnTo>
                    <a:lnTo>
                      <a:pt x="4068" y="504"/>
                    </a:lnTo>
                    <a:lnTo>
                      <a:pt x="4026" y="294"/>
                    </a:lnTo>
                    <a:lnTo>
                      <a:pt x="3901" y="127"/>
                    </a:lnTo>
                    <a:lnTo>
                      <a:pt x="3775" y="43"/>
                    </a:lnTo>
                    <a:lnTo>
                      <a:pt x="3565" y="1"/>
                    </a:lnTo>
                    <a:lnTo>
                      <a:pt x="2349" y="1"/>
                    </a:lnTo>
                  </a:path>
                </a:pathLst>
              </a:custGeom>
              <a:solidFill>
                <a:srgbClr val="FFFFFF">
                  <a:alpha val="38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7" name="Google Shape;465;p17">
              <a:extLst>
                <a:ext uri="{FF2B5EF4-FFF2-40B4-BE49-F238E27FC236}">
                  <a16:creationId xmlns:a16="http://schemas.microsoft.com/office/drawing/2014/main" id="{DFD983CB-7E40-2082-C727-19B8C1947EE0}"/>
                </a:ext>
              </a:extLst>
            </p:cNvPr>
            <p:cNvSpPr/>
            <p:nvPr/>
          </p:nvSpPr>
          <p:spPr>
            <a:xfrm>
              <a:off x="2462974" y="3676633"/>
              <a:ext cx="1097400" cy="1097400"/>
            </a:xfrm>
            <a:prstGeom prst="ellipse">
              <a:avLst/>
            </a:prstGeom>
            <a:solidFill>
              <a:srgbClr val="7E0029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28575" dir="5400000" algn="bl" rotWithShape="0">
                <a:srgbClr val="000000">
                  <a:alpha val="22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466;p17">
              <a:extLst>
                <a:ext uri="{FF2B5EF4-FFF2-40B4-BE49-F238E27FC236}">
                  <a16:creationId xmlns:a16="http://schemas.microsoft.com/office/drawing/2014/main" id="{E431CEE1-AB14-8077-A14A-546B5BC35D05}"/>
                </a:ext>
              </a:extLst>
            </p:cNvPr>
            <p:cNvSpPr txBox="1"/>
            <p:nvPr/>
          </p:nvSpPr>
          <p:spPr>
            <a:xfrm>
              <a:off x="3883212" y="4002555"/>
              <a:ext cx="3245935" cy="32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s-ES_tradnl" sz="3000" b="1" dirty="0" err="1">
                  <a:solidFill>
                    <a:schemeClr val="bg1"/>
                  </a:solidFill>
                </a:rPr>
                <a:t>Personalized</a:t>
              </a:r>
              <a:r>
                <a:rPr lang="es-ES_tradnl" sz="3000" b="1" dirty="0">
                  <a:solidFill>
                    <a:schemeClr val="bg1"/>
                  </a:solidFill>
                </a:rPr>
                <a:t> </a:t>
              </a:r>
              <a:r>
                <a:rPr lang="es-ES_tradnl" sz="3000" b="1" dirty="0" err="1">
                  <a:solidFill>
                    <a:schemeClr val="bg1"/>
                  </a:solidFill>
                </a:rPr>
                <a:t>subscription</a:t>
              </a:r>
              <a:r>
                <a:rPr lang="es-ES_tradnl" sz="3000" b="1" dirty="0">
                  <a:solidFill>
                    <a:schemeClr val="bg1"/>
                  </a:solidFill>
                </a:rPr>
                <a:t> </a:t>
              </a:r>
              <a:r>
                <a:rPr lang="es-ES_tradnl" sz="3000" b="1" dirty="0" err="1">
                  <a:solidFill>
                    <a:schemeClr val="bg1"/>
                  </a:solidFill>
                </a:rPr>
                <a:t>periods</a:t>
              </a:r>
              <a:endParaRPr lang="es-ES_tradnl" sz="3000" b="1" dirty="0">
                <a:solidFill>
                  <a:schemeClr val="bg1"/>
                </a:solidFill>
              </a:endParaRPr>
            </a:p>
          </p:txBody>
        </p:sp>
        <p:sp>
          <p:nvSpPr>
            <p:cNvPr id="360" name="Google Shape;468;p17">
              <a:extLst>
                <a:ext uri="{FF2B5EF4-FFF2-40B4-BE49-F238E27FC236}">
                  <a16:creationId xmlns:a16="http://schemas.microsoft.com/office/drawing/2014/main" id="{18607250-0DD2-C14D-81EC-9A5A1EF1E2D0}"/>
                </a:ext>
              </a:extLst>
            </p:cNvPr>
            <p:cNvSpPr txBox="1"/>
            <p:nvPr/>
          </p:nvSpPr>
          <p:spPr>
            <a:xfrm>
              <a:off x="2610423" y="3969900"/>
              <a:ext cx="8025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4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3425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83107">
        <p159:morph option="byObject"/>
      </p:transition>
    </mc:Choice>
    <mc:Fallback xmlns="">
      <p:transition spd="slow" advTm="8310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