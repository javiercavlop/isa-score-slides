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27" r:id="rId11"/>
  </p:sldMasterIdLst>
  <p:notesMasterIdLst>
    <p:notesMasterId r:id="rId54"/>
  </p:notesMasterIdLst>
  <p:sldIdLst>
    <p:sldId id="256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57158" y="274638"/>
            <a:ext cx="857256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7C8386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8578599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807804" y="6422320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7A0029"/>
                </a:solidFill>
              </a:defRPr>
            </a:lvl1pPr>
          </a:lstStyle>
          <a:p>
            <a:r>
              <a:rPr lang="es-ES" dirty="0"/>
              <a:t>JISBD 2024 -La Coruña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038176" y="6448251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7A0029"/>
                </a:solidFill>
              </a:defRPr>
            </a:lvl1pPr>
          </a:lstStyle>
          <a:p>
            <a:fld id="{4EDA299C-975A-44F3-A2CE-3B7F9790D520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357158" y="274638"/>
            <a:ext cx="857256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7A0029"/>
                </a:solidFill>
                <a:latin typeface="+mn-lt"/>
                <a:cs typeface="Times New Roman" pitchFamily="18" charset="0"/>
              </a:defRPr>
            </a:lvl1pPr>
          </a:lstStyle>
          <a:p>
            <a:r>
              <a:rPr lang="en-GB" noProof="0" dirty="0"/>
              <a:t>Haga clic para modificar el estilo de título del patrón</a:t>
            </a:r>
          </a:p>
        </p:txBody>
      </p:sp>
      <p:sp>
        <p:nvSpPr>
          <p:cNvPr id="8" name="2 Marcador de contenido"/>
          <p:cNvSpPr>
            <a:spLocks noGrp="1"/>
          </p:cNvSpPr>
          <p:nvPr>
            <p:ph idx="1"/>
          </p:nvPr>
        </p:nvSpPr>
        <p:spPr>
          <a:xfrm>
            <a:off x="357159" y="928670"/>
            <a:ext cx="8329642" cy="5429288"/>
          </a:xfrm>
          <a:prstGeom prst="rect">
            <a:avLst/>
          </a:prstGeom>
          <a:noFill/>
        </p:spPr>
        <p:txBody>
          <a:bodyPr/>
          <a:lstStyle>
            <a:lvl1pPr>
              <a:buClr>
                <a:srgbClr val="A8003B"/>
              </a:buClr>
              <a:buFont typeface="Arial" pitchFamily="34" charset="0"/>
              <a:buChar char="•"/>
              <a:defRPr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>
              <a:buClr>
                <a:srgbClr val="A8003B"/>
              </a:buClr>
              <a:buFont typeface="Arial" pitchFamily="34" charset="0"/>
              <a:buChar char="•"/>
              <a:defRPr baseline="0">
                <a:solidFill>
                  <a:schemeClr val="tx1"/>
                </a:solidFill>
                <a:latin typeface="+mn-lt"/>
                <a:cs typeface="Arial" pitchFamily="34" charset="0"/>
              </a:defRPr>
            </a:lvl2pPr>
            <a:lvl3pPr>
              <a:buClr>
                <a:srgbClr val="A8003B"/>
              </a:buClr>
              <a:defRPr baseline="0">
                <a:solidFill>
                  <a:schemeClr val="tx1"/>
                </a:solidFill>
                <a:latin typeface="+mn-lt"/>
                <a:cs typeface="Arial" pitchFamily="34" charset="0"/>
              </a:defRPr>
            </a:lvl3pPr>
            <a:lvl4pPr>
              <a:buClr>
                <a:srgbClr val="A8003B"/>
              </a:buClr>
              <a:buFont typeface="Arial" pitchFamily="34" charset="0"/>
              <a:buChar char="•"/>
              <a:defRPr baseline="0">
                <a:solidFill>
                  <a:schemeClr val="tx1"/>
                </a:solidFill>
                <a:latin typeface="+mn-lt"/>
                <a:cs typeface="Arial" pitchFamily="34" charset="0"/>
              </a:defRPr>
            </a:lvl4pPr>
            <a:lvl5pPr>
              <a:buClr>
                <a:srgbClr val="A8003B"/>
              </a:buClr>
              <a:buFont typeface="Arial" pitchFamily="34" charset="0"/>
              <a:buChar char="•"/>
              <a:defRPr baseline="0">
                <a:solidFill>
                  <a:schemeClr val="tx1"/>
                </a:solidFill>
                <a:latin typeface="+mn-lt"/>
                <a:cs typeface="Arial" pitchFamily="34" charset="0"/>
              </a:defRPr>
            </a:lvl5pPr>
          </a:lstStyle>
          <a:p>
            <a:pPr lvl="0"/>
            <a:r>
              <a:rPr lang="en-GB" noProof="0" dirty="0"/>
              <a:t>Haga clic para modificar el estilo de texto del patrón</a:t>
            </a:r>
          </a:p>
          <a:p>
            <a:pPr lvl="1"/>
            <a:r>
              <a:rPr lang="en-GB" noProof="0" dirty="0"/>
              <a:t>Segundo nivel</a:t>
            </a:r>
          </a:p>
          <a:p>
            <a:pPr lvl="2"/>
            <a:r>
              <a:rPr lang="en-GB" noProof="0" dirty="0"/>
              <a:t>Tercer nivel</a:t>
            </a:r>
          </a:p>
          <a:p>
            <a:pPr lvl="3"/>
            <a:r>
              <a:rPr lang="en-GB" noProof="0" dirty="0"/>
              <a:t>Cuarto nivel</a:t>
            </a:r>
          </a:p>
          <a:p>
            <a:pPr lvl="4"/>
            <a:r>
              <a:rPr lang="en-GB" noProof="0" dirty="0"/>
              <a:t>Quinto nivel</a:t>
            </a:r>
          </a:p>
        </p:txBody>
      </p:sp>
      <p:pic>
        <p:nvPicPr>
          <p:cNvPr id="10" name="8 Imagen" descr="logoisa_isa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0030" y="6358305"/>
            <a:ext cx="915454" cy="429140"/>
          </a:xfrm>
          <a:prstGeom prst="rect">
            <a:avLst/>
          </a:prstGeom>
        </p:spPr>
      </p:pic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16416" y="6121138"/>
            <a:ext cx="827584" cy="736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B776D589-4EDC-5C71-2719-FBB138CB0D6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72613" y="6259699"/>
            <a:ext cx="1727284" cy="69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220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4041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 txBox="1">
            <a:spLocks noGrp="1"/>
          </p:cNvSpPr>
          <p:nvPr>
            <p:ph type="title"/>
          </p:nvPr>
        </p:nvSpPr>
        <p:spPr>
          <a:xfrm>
            <a:off x="713175" y="720367"/>
            <a:ext cx="7717800" cy="6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30768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2CA51-9759-CD68-5CC3-F2657CB8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125010-4404-32D0-FABE-270D3A530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F88668-3D27-4C2E-7065-81782A076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C9D353-59FF-B5EE-4969-899AD703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4121-E195-C147-8E03-AE5DA9552ECC}" type="datetime1">
              <a:rPr lang="es-ES" smtClean="0"/>
              <a:t>2/12/24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5E41CA-20F0-4A97-914D-7AEBEFF8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DAD3DB-9679-7FEE-3425-76EF8C75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02824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8389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33"/>
          <p:cNvSpPr txBox="1"/>
          <p:nvPr/>
        </p:nvSpPr>
        <p:spPr>
          <a:xfrm>
            <a:off x="2223433" y="3289274"/>
            <a:ext cx="2076600" cy="754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2200" dirty="0">
                <a:solidFill>
                  <a:schemeClr val="dk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Prompt Engineering</a:t>
            </a:r>
            <a:endParaRPr sz="2200" dirty="0">
              <a:solidFill>
                <a:schemeClr val="dk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94" name="Google Shape;1194;p33"/>
          <p:cNvSpPr txBox="1"/>
          <p:nvPr/>
        </p:nvSpPr>
        <p:spPr>
          <a:xfrm>
            <a:off x="2223433" y="4496716"/>
            <a:ext cx="2076600" cy="832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2200" dirty="0">
                <a:solidFill>
                  <a:schemeClr val="dk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Advanced Functions</a:t>
            </a:r>
            <a:endParaRPr sz="2200" dirty="0">
              <a:solidFill>
                <a:schemeClr val="dk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97" name="Google Shape;1197;p33"/>
          <p:cNvSpPr txBox="1"/>
          <p:nvPr/>
        </p:nvSpPr>
        <p:spPr>
          <a:xfrm>
            <a:off x="7891975" y="2081825"/>
            <a:ext cx="2076600" cy="61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r"/>
            <a:r>
              <a:rPr lang="en" sz="2200" dirty="0">
                <a:solidFill>
                  <a:schemeClr val="dk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LLM Agent</a:t>
            </a:r>
            <a:endParaRPr sz="2200" dirty="0">
              <a:solidFill>
                <a:schemeClr val="dk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00" name="Google Shape;1200;p33"/>
          <p:cNvSpPr txBox="1"/>
          <p:nvPr/>
        </p:nvSpPr>
        <p:spPr>
          <a:xfrm>
            <a:off x="7891975" y="3289275"/>
            <a:ext cx="2076600" cy="754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r"/>
            <a:r>
              <a:rPr lang="en" sz="2200" dirty="0">
                <a:solidFill>
                  <a:schemeClr val="dk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Multimodal LLM</a:t>
            </a:r>
            <a:endParaRPr sz="2200" dirty="0">
              <a:solidFill>
                <a:schemeClr val="dk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03" name="Google Shape;1203;p33"/>
          <p:cNvSpPr txBox="1"/>
          <p:nvPr/>
        </p:nvSpPr>
        <p:spPr>
          <a:xfrm>
            <a:off x="7891975" y="4496717"/>
            <a:ext cx="2076600" cy="832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r"/>
            <a:r>
              <a:rPr lang="en" sz="2200" dirty="0">
                <a:solidFill>
                  <a:schemeClr val="dk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Knowledge Graphs</a:t>
            </a:r>
            <a:endParaRPr sz="2200" dirty="0">
              <a:solidFill>
                <a:schemeClr val="dk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04" name="Google Shape;1204;p33"/>
          <p:cNvSpPr/>
          <p:nvPr/>
        </p:nvSpPr>
        <p:spPr>
          <a:xfrm>
            <a:off x="5856150" y="3154323"/>
            <a:ext cx="479700" cy="479700"/>
          </a:xfrm>
          <a:prstGeom prst="ellipse">
            <a:avLst/>
          </a:prstGeom>
          <a:solidFill>
            <a:srgbClr val="A8003B"/>
          </a:solidFill>
          <a:ln w="19050" cap="flat" cmpd="sng">
            <a:solidFill>
              <a:srgbClr val="7A00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1</a:t>
            </a:r>
            <a:endParaRPr sz="1600" b="1" dirty="0">
              <a:solidFill>
                <a:schemeClr val="bg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05" name="Google Shape;1205;p33"/>
          <p:cNvSpPr txBox="1"/>
          <p:nvPr/>
        </p:nvSpPr>
        <p:spPr>
          <a:xfrm>
            <a:off x="5058150" y="4552950"/>
            <a:ext cx="20757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" sz="2200" b="1" dirty="0">
                <a:solidFill>
                  <a:schemeClr val="dk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External</a:t>
            </a:r>
            <a:endParaRPr sz="2200" b="1" dirty="0">
              <a:solidFill>
                <a:schemeClr val="dk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06" name="Google Shape;1206;p33"/>
          <p:cNvSpPr/>
          <p:nvPr/>
        </p:nvSpPr>
        <p:spPr>
          <a:xfrm>
            <a:off x="5856300" y="3760250"/>
            <a:ext cx="479400" cy="479400"/>
          </a:xfrm>
          <a:prstGeom prst="ellipse">
            <a:avLst/>
          </a:prstGeom>
          <a:solidFill>
            <a:srgbClr val="E00051"/>
          </a:solidFill>
          <a:ln w="19050" cap="flat" cmpd="sng">
            <a:solidFill>
              <a:srgbClr val="BE32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2</a:t>
            </a:r>
            <a:endParaRPr sz="1600" b="1" dirty="0">
              <a:solidFill>
                <a:schemeClr val="bg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07" name="Google Shape;1207;p33"/>
          <p:cNvSpPr txBox="1"/>
          <p:nvPr/>
        </p:nvSpPr>
        <p:spPr>
          <a:xfrm>
            <a:off x="5058150" y="2060399"/>
            <a:ext cx="20757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2200" b="1" dirty="0">
                <a:solidFill>
                  <a:schemeClr val="dk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Internal</a:t>
            </a:r>
            <a:endParaRPr sz="2200" b="1" dirty="0">
              <a:solidFill>
                <a:schemeClr val="dk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208" name="Google Shape;1208;p33"/>
          <p:cNvCxnSpPr>
            <a:stCxn id="1209" idx="6"/>
            <a:endCxn id="1204" idx="2"/>
          </p:cNvCxnSpPr>
          <p:nvPr/>
        </p:nvCxnSpPr>
        <p:spPr>
          <a:xfrm>
            <a:off x="4888050" y="2453223"/>
            <a:ext cx="968100" cy="9411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210" name="Google Shape;1210;p33"/>
          <p:cNvCxnSpPr>
            <a:stCxn id="1211" idx="6"/>
            <a:endCxn id="1204" idx="2"/>
          </p:cNvCxnSpPr>
          <p:nvPr/>
        </p:nvCxnSpPr>
        <p:spPr>
          <a:xfrm rot="10800000" flipH="1">
            <a:off x="4888050" y="3394136"/>
            <a:ext cx="968100" cy="3021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212" name="Google Shape;1212;p33"/>
          <p:cNvCxnSpPr>
            <a:stCxn id="1213" idx="6"/>
            <a:endCxn id="1204" idx="2"/>
          </p:cNvCxnSpPr>
          <p:nvPr/>
        </p:nvCxnSpPr>
        <p:spPr>
          <a:xfrm rot="10800000" flipH="1">
            <a:off x="4888050" y="3394248"/>
            <a:ext cx="968100" cy="15450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214" name="Google Shape;1214;p33"/>
          <p:cNvCxnSpPr>
            <a:stCxn id="1215" idx="2"/>
            <a:endCxn id="1206" idx="6"/>
          </p:cNvCxnSpPr>
          <p:nvPr/>
        </p:nvCxnSpPr>
        <p:spPr>
          <a:xfrm flipH="1">
            <a:off x="6335550" y="2453223"/>
            <a:ext cx="968400" cy="1546800"/>
          </a:xfrm>
          <a:prstGeom prst="curvedConnector3">
            <a:avLst>
              <a:gd name="adj1" fmla="val 49992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216" name="Google Shape;1216;p33"/>
          <p:cNvCxnSpPr>
            <a:stCxn id="1217" idx="2"/>
            <a:endCxn id="1206" idx="6"/>
          </p:cNvCxnSpPr>
          <p:nvPr/>
        </p:nvCxnSpPr>
        <p:spPr>
          <a:xfrm flipH="1">
            <a:off x="6335550" y="3696236"/>
            <a:ext cx="968400" cy="303600"/>
          </a:xfrm>
          <a:prstGeom prst="curvedConnector3">
            <a:avLst>
              <a:gd name="adj1" fmla="val 49992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218" name="Google Shape;1218;p33"/>
          <p:cNvCxnSpPr>
            <a:stCxn id="1219" idx="2"/>
            <a:endCxn id="1206" idx="6"/>
          </p:cNvCxnSpPr>
          <p:nvPr/>
        </p:nvCxnSpPr>
        <p:spPr>
          <a:xfrm rot="10800000">
            <a:off x="6335550" y="3999948"/>
            <a:ext cx="968400" cy="939300"/>
          </a:xfrm>
          <a:prstGeom prst="curvedConnector3">
            <a:avLst>
              <a:gd name="adj1" fmla="val 49992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22" name="Google Shape;1222;p33"/>
          <p:cNvSpPr txBox="1"/>
          <p:nvPr/>
        </p:nvSpPr>
        <p:spPr>
          <a:xfrm>
            <a:off x="2223433" y="2081825"/>
            <a:ext cx="2076600" cy="754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2200" dirty="0">
                <a:solidFill>
                  <a:schemeClr val="dk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Advanced Models</a:t>
            </a:r>
            <a:endParaRPr sz="2200" dirty="0">
              <a:solidFill>
                <a:schemeClr val="dk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09" name="Google Shape;1209;p33"/>
          <p:cNvSpPr/>
          <p:nvPr/>
        </p:nvSpPr>
        <p:spPr>
          <a:xfrm>
            <a:off x="4408350" y="2213373"/>
            <a:ext cx="479700" cy="479700"/>
          </a:xfrm>
          <a:prstGeom prst="ellipse">
            <a:avLst/>
          </a:prstGeom>
          <a:solidFill>
            <a:srgbClr val="A8003B"/>
          </a:solidFill>
          <a:ln w="19050" cap="flat" cmpd="sng">
            <a:solidFill>
              <a:srgbClr val="7A00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A</a:t>
            </a:r>
            <a:endParaRPr sz="1600" b="1" dirty="0">
              <a:solidFill>
                <a:schemeClr val="bg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11" name="Google Shape;1211;p33"/>
          <p:cNvSpPr/>
          <p:nvPr/>
        </p:nvSpPr>
        <p:spPr>
          <a:xfrm>
            <a:off x="4408350" y="3456386"/>
            <a:ext cx="479700" cy="479700"/>
          </a:xfrm>
          <a:prstGeom prst="ellipse">
            <a:avLst/>
          </a:prstGeom>
          <a:solidFill>
            <a:srgbClr val="A8003B"/>
          </a:solidFill>
          <a:ln w="19050" cap="flat" cmpd="sng">
            <a:solidFill>
              <a:srgbClr val="7A00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B</a:t>
            </a:r>
            <a:endParaRPr sz="1600" b="1" dirty="0">
              <a:solidFill>
                <a:schemeClr val="bg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13" name="Google Shape;1213;p33"/>
          <p:cNvSpPr/>
          <p:nvPr/>
        </p:nvSpPr>
        <p:spPr>
          <a:xfrm>
            <a:off x="4408350" y="4699398"/>
            <a:ext cx="479700" cy="479700"/>
          </a:xfrm>
          <a:prstGeom prst="ellipse">
            <a:avLst/>
          </a:prstGeom>
          <a:solidFill>
            <a:srgbClr val="A8003B"/>
          </a:solidFill>
          <a:ln w="19050" cap="flat" cmpd="sng">
            <a:solidFill>
              <a:srgbClr val="7A00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C</a:t>
            </a:r>
            <a:endParaRPr sz="1600" b="1" dirty="0">
              <a:solidFill>
                <a:schemeClr val="bg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15" name="Google Shape;1215;p33"/>
          <p:cNvSpPr/>
          <p:nvPr/>
        </p:nvSpPr>
        <p:spPr>
          <a:xfrm>
            <a:off x="7303950" y="2213373"/>
            <a:ext cx="479700" cy="479700"/>
          </a:xfrm>
          <a:prstGeom prst="ellipse">
            <a:avLst/>
          </a:prstGeom>
          <a:solidFill>
            <a:srgbClr val="E00051"/>
          </a:solidFill>
          <a:ln w="19050" cap="flat" cmpd="sng">
            <a:solidFill>
              <a:srgbClr val="BE32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D</a:t>
            </a:r>
            <a:endParaRPr sz="1600" b="1" dirty="0">
              <a:solidFill>
                <a:schemeClr val="bg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17" name="Google Shape;1217;p33"/>
          <p:cNvSpPr/>
          <p:nvPr/>
        </p:nvSpPr>
        <p:spPr>
          <a:xfrm>
            <a:off x="7303950" y="3456386"/>
            <a:ext cx="479700" cy="479700"/>
          </a:xfrm>
          <a:prstGeom prst="ellipse">
            <a:avLst/>
          </a:prstGeom>
          <a:solidFill>
            <a:srgbClr val="E00051"/>
          </a:solidFill>
          <a:ln w="19050" cap="flat" cmpd="sng">
            <a:solidFill>
              <a:srgbClr val="BE32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E</a:t>
            </a:r>
            <a:endParaRPr sz="1600" b="1" dirty="0">
              <a:solidFill>
                <a:schemeClr val="bg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19" name="Google Shape;1219;p33"/>
          <p:cNvSpPr/>
          <p:nvPr/>
        </p:nvSpPr>
        <p:spPr>
          <a:xfrm>
            <a:off x="7303950" y="4699398"/>
            <a:ext cx="479700" cy="479700"/>
          </a:xfrm>
          <a:prstGeom prst="ellipse">
            <a:avLst/>
          </a:prstGeom>
          <a:solidFill>
            <a:srgbClr val="E00051"/>
          </a:solidFill>
          <a:ln w="19050" cap="flat" cmpd="sng">
            <a:solidFill>
              <a:srgbClr val="BE32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600" b="1" dirty="0">
                <a:solidFill>
                  <a:schemeClr val="bg1"/>
                </a:solidFill>
                <a:latin typeface="Barlow" pitchFamily="2" charset="77"/>
                <a:ea typeface="Roboto Condensed"/>
                <a:cs typeface="Roboto Condensed"/>
                <a:sym typeface="Roboto Condensed"/>
              </a:rPr>
              <a:t>F</a:t>
            </a:r>
            <a:endParaRPr sz="1600" b="1" dirty="0">
              <a:solidFill>
                <a:schemeClr val="bg1"/>
              </a:solidFill>
              <a:latin typeface="Barlow" pitchFamily="2" charset="77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223" name="Google Shape;1223;p33"/>
          <p:cNvCxnSpPr>
            <a:stCxn id="1207" idx="2"/>
            <a:endCxn id="1204" idx="0"/>
          </p:cNvCxnSpPr>
          <p:nvPr/>
        </p:nvCxnSpPr>
        <p:spPr>
          <a:xfrm rot="-5400000" flipH="1">
            <a:off x="5937300" y="2994899"/>
            <a:ext cx="318000" cy="600"/>
          </a:xfrm>
          <a:prstGeom prst="curvedConnector3">
            <a:avLst>
              <a:gd name="adj1" fmla="val 5001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224" name="Google Shape;1224;p33"/>
          <p:cNvCxnSpPr>
            <a:stCxn id="1206" idx="4"/>
            <a:endCxn id="1205" idx="0"/>
          </p:cNvCxnSpPr>
          <p:nvPr/>
        </p:nvCxnSpPr>
        <p:spPr>
          <a:xfrm rot="-5400000" flipH="1">
            <a:off x="5939700" y="4395950"/>
            <a:ext cx="313200" cy="600"/>
          </a:xfrm>
          <a:prstGeom prst="curvedConnector3">
            <a:avLst>
              <a:gd name="adj1" fmla="val 5001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" name="Google Shape;869;p27">
            <a:extLst>
              <a:ext uri="{FF2B5EF4-FFF2-40B4-BE49-F238E27FC236}">
                <a16:creationId xmlns:a16="http://schemas.microsoft.com/office/drawing/2014/main" id="{D46E8A3A-4C69-364D-337C-1B2EDC7F265D}"/>
              </a:ext>
            </a:extLst>
          </p:cNvPr>
          <p:cNvSpPr txBox="1">
            <a:spLocks/>
          </p:cNvSpPr>
          <p:nvPr/>
        </p:nvSpPr>
        <p:spPr>
          <a:xfrm>
            <a:off x="2071298" y="354204"/>
            <a:ext cx="7704000" cy="47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algn="l"/>
            <a:r>
              <a:rPr lang="es-ES" sz="4000" dirty="0" err="1">
                <a:solidFill>
                  <a:srgbClr val="7A0029"/>
                </a:solidFill>
              </a:rPr>
              <a:t>What</a:t>
            </a:r>
            <a:r>
              <a:rPr lang="es-ES" sz="4000" dirty="0">
                <a:solidFill>
                  <a:srgbClr val="7A0029"/>
                </a:solidFill>
              </a:rPr>
              <a:t> </a:t>
            </a:r>
            <a:r>
              <a:rPr lang="es-ES" sz="4000" dirty="0" err="1">
                <a:solidFill>
                  <a:srgbClr val="7A0029"/>
                </a:solidFill>
              </a:rPr>
              <a:t>challenges</a:t>
            </a:r>
            <a:r>
              <a:rPr lang="es-ES" sz="4000" dirty="0">
                <a:solidFill>
                  <a:srgbClr val="7A0029"/>
                </a:solidFill>
              </a:rPr>
              <a:t> </a:t>
            </a:r>
            <a:r>
              <a:rPr lang="es-ES" sz="4000" dirty="0" err="1">
                <a:solidFill>
                  <a:srgbClr val="7A0029"/>
                </a:solidFill>
              </a:rPr>
              <a:t>arise</a:t>
            </a:r>
            <a:r>
              <a:rPr lang="es-ES" sz="4000" dirty="0">
                <a:solidFill>
                  <a:srgbClr val="7A0029"/>
                </a:solidFill>
              </a:rPr>
              <a:t>?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E08C310-9688-2135-269E-685A95EEC1EC}"/>
              </a:ext>
            </a:extLst>
          </p:cNvPr>
          <p:cNvSpPr txBox="1"/>
          <p:nvPr/>
        </p:nvSpPr>
        <p:spPr>
          <a:xfrm>
            <a:off x="10128448" y="6488668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15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0A189BC-268D-AE22-6336-B711DB636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6307317"/>
            <a:ext cx="1102225" cy="572700"/>
          </a:xfrm>
          <a:prstGeom prst="rect">
            <a:avLst/>
          </a:prstGeom>
        </p:spPr>
      </p:pic>
      <p:sp>
        <p:nvSpPr>
          <p:cNvPr id="1225" name="!!4x3 mask left"/>
          <p:cNvSpPr/>
          <p:nvPr/>
        </p:nvSpPr>
        <p:spPr>
          <a:xfrm>
            <a:off x="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!!4x3 mask right"/>
          <p:cNvSpPr/>
          <p:nvPr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92384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1" grpId="0"/>
      <p:bldP spid="1194" grpId="0"/>
      <p:bldP spid="1197" grpId="0"/>
      <p:bldP spid="1200" grpId="0"/>
      <p:bldP spid="1203" grpId="0"/>
      <p:bldP spid="1204" grpId="0" animBg="1"/>
      <p:bldP spid="1205" grpId="0"/>
      <p:bldP spid="1206" grpId="0" animBg="1"/>
      <p:bldP spid="1207" grpId="0"/>
      <p:bldP spid="1222" grpId="0"/>
      <p:bldP spid="1209" grpId="0" animBg="1"/>
      <p:bldP spid="1211" grpId="0" animBg="1"/>
      <p:bldP spid="1213" grpId="0" animBg="1"/>
      <p:bldP spid="1215" grpId="0" animBg="1"/>
      <p:bldP spid="1217" grpId="0" animBg="1"/>
      <p:bldP spid="1219" grpId="0" animBg="1"/>
    </p:bldLst>
  </p:timing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S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