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27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C8386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57859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2807804" y="6422320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7A0029"/>
                </a:solidFill>
              </a:defRPr>
            </a:lvl1pPr>
          </a:lstStyle>
          <a:p>
            <a:r>
              <a:rPr lang="es-ES" dirty="0"/>
              <a:t>JISBD 2024 -La Coruña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038176" y="64482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7A0029"/>
                </a:solidFill>
              </a:defRPr>
            </a:lvl1pPr>
          </a:lstStyle>
          <a:p>
            <a:fld id="{4EDA299C-975A-44F3-A2CE-3B7F9790D520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357158" y="274638"/>
            <a:ext cx="857256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7A0029"/>
                </a:solidFill>
                <a:latin typeface="+mn-lt"/>
                <a:cs typeface="Times New Roman" pitchFamily="18" charset="0"/>
              </a:defRPr>
            </a:lvl1pPr>
          </a:lstStyle>
          <a:p>
            <a:r>
              <a:rPr lang="en-GB" noProof="0" dirty="0"/>
              <a:t>Haga clic para modificar el estilo de título del patrón</a:t>
            </a:r>
          </a:p>
        </p:txBody>
      </p:sp>
      <p:sp>
        <p:nvSpPr>
          <p:cNvPr id="8" name="2 Marcador de contenido"/>
          <p:cNvSpPr>
            <a:spLocks noGrp="1"/>
          </p:cNvSpPr>
          <p:nvPr>
            <p:ph idx="1"/>
          </p:nvPr>
        </p:nvSpPr>
        <p:spPr>
          <a:xfrm>
            <a:off x="357159" y="928670"/>
            <a:ext cx="8329642" cy="5429288"/>
          </a:xfrm>
          <a:prstGeom prst="rect">
            <a:avLst/>
          </a:prstGeom>
          <a:noFill/>
        </p:spPr>
        <p:txBody>
          <a:bodyPr/>
          <a:lstStyle>
            <a:lvl1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2pPr>
            <a:lvl3pPr>
              <a:buClr>
                <a:srgbClr val="A8003B"/>
              </a:buClr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3pPr>
            <a:lvl4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4pPr>
            <a:lvl5pPr>
              <a:buClr>
                <a:srgbClr val="A8003B"/>
              </a:buClr>
              <a:buFont typeface="Arial" pitchFamily="34" charset="0"/>
              <a:buChar char="•"/>
              <a:defRPr baseline="0">
                <a:solidFill>
                  <a:schemeClr val="tx1"/>
                </a:solidFill>
                <a:latin typeface="+mn-lt"/>
                <a:cs typeface="Arial" pitchFamily="34" charset="0"/>
              </a:defRPr>
            </a:lvl5pPr>
          </a:lstStyle>
          <a:p>
            <a:pPr lvl="0"/>
            <a:r>
              <a:rPr lang="en-GB" noProof="0" dirty="0"/>
              <a:t>Haga clic para modificar el estilo de texto del patrón</a:t>
            </a:r>
          </a:p>
          <a:p>
            <a:pPr lvl="1"/>
            <a:r>
              <a:rPr lang="en-GB" noProof="0" dirty="0"/>
              <a:t>Segundo nivel</a:t>
            </a:r>
          </a:p>
          <a:p>
            <a:pPr lvl="2"/>
            <a:r>
              <a:rPr lang="en-GB" noProof="0" dirty="0"/>
              <a:t>Tercer nivel</a:t>
            </a:r>
          </a:p>
          <a:p>
            <a:pPr lvl="3"/>
            <a:r>
              <a:rPr lang="en-GB" noProof="0" dirty="0"/>
              <a:t>Cuarto nivel</a:t>
            </a:r>
          </a:p>
          <a:p>
            <a:pPr lvl="4"/>
            <a:r>
              <a:rPr lang="en-GB" noProof="0" dirty="0"/>
              <a:t>Quinto nivel</a:t>
            </a:r>
          </a:p>
        </p:txBody>
      </p:sp>
      <p:pic>
        <p:nvPicPr>
          <p:cNvPr id="10" name="8 Imagen" descr="logoisa_isa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0030" y="6358305"/>
            <a:ext cx="915454" cy="429140"/>
          </a:xfrm>
          <a:prstGeom prst="rect">
            <a:avLst/>
          </a:prstGeom>
        </p:spPr>
      </p:pic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16416" y="6121138"/>
            <a:ext cx="827584" cy="73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B776D589-4EDC-5C71-2719-FBB138CB0D6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2613" y="6259699"/>
            <a:ext cx="1727284" cy="69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20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4041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title"/>
          </p:nvPr>
        </p:nvSpPr>
        <p:spPr>
          <a:xfrm>
            <a:off x="713175" y="720367"/>
            <a:ext cx="7717800" cy="63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Font typeface="Roboto Condensed"/>
              <a:buNone/>
              <a:defRPr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30768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2/12/24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282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838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4.png"/><Relationship Id="rId9" Type="http://schemas.openxmlformats.org/officeDocument/2006/relationships/image" Target="../media/image14.png"/><Relationship Id="rId10" Type="http://schemas.openxmlformats.org/officeDocument/2006/relationships/image" Target="../media/image12.png"/><Relationship Id="rId11" Type="http://schemas.openxmlformats.org/officeDocument/2006/relationships/image" Target="../media/image10.png"/><Relationship Id="rId12" Type="http://schemas.openxmlformats.org/officeDocument/2006/relationships/image" Target="../media/image8.png"/><Relationship Id="rId13" Type="http://schemas.openxmlformats.org/officeDocument/2006/relationships/image" Target="../media/image5.png"/><Relationship Id="rId14" Type="http://schemas.openxmlformats.org/officeDocument/2006/relationships/image" Target="../media/image15.png"/><Relationship Id="rId1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10.png"/><Relationship Id="rId10" Type="http://schemas.openxmlformats.org/officeDocument/2006/relationships/image" Target="../media/image8.png"/><Relationship Id="rId11" Type="http://schemas.openxmlformats.org/officeDocument/2006/relationships/image" Target="../media/image5.png"/><Relationship Id="rId12" Type="http://schemas.openxmlformats.org/officeDocument/2006/relationships/image" Target="../media/image16.png"/><Relationship Id="rId13" Type="http://schemas.openxmlformats.org/officeDocument/2006/relationships/image" Target="../media/image6.png"/><Relationship Id="rId14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10.png"/><Relationship Id="rId10" Type="http://schemas.openxmlformats.org/officeDocument/2006/relationships/image" Target="../media/image8.png"/><Relationship Id="rId11" Type="http://schemas.openxmlformats.org/officeDocument/2006/relationships/image" Target="../media/image5.png"/><Relationship Id="rId12" Type="http://schemas.openxmlformats.org/officeDocument/2006/relationships/image" Target="../media/image16.png"/><Relationship Id="rId13" Type="http://schemas.openxmlformats.org/officeDocument/2006/relationships/image" Target="../media/image6.png"/><Relationship Id="rId1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7.png"/><Relationship Id="rId9" Type="http://schemas.openxmlformats.org/officeDocument/2006/relationships/image" Target="../media/image4.png"/><Relationship Id="rId10" Type="http://schemas.openxmlformats.org/officeDocument/2006/relationships/image" Target="../media/image14.png"/><Relationship Id="rId11" Type="http://schemas.openxmlformats.org/officeDocument/2006/relationships/image" Target="../media/image12.png"/><Relationship Id="rId12" Type="http://schemas.openxmlformats.org/officeDocument/2006/relationships/image" Target="../media/image10.png"/><Relationship Id="rId13" Type="http://schemas.openxmlformats.org/officeDocument/2006/relationships/image" Target="../media/image8.png"/><Relationship Id="rId14" Type="http://schemas.openxmlformats.org/officeDocument/2006/relationships/image" Target="../media/image5.png"/><Relationship Id="rId15" Type="http://schemas.openxmlformats.org/officeDocument/2006/relationships/image" Target="../media/image16.png"/><Relationship Id="rId16" Type="http://schemas.openxmlformats.org/officeDocument/2006/relationships/image" Target="../media/image18.png"/><Relationship Id="rId17" Type="http://schemas.openxmlformats.org/officeDocument/2006/relationships/image" Target="../media/image6.png"/><Relationship Id="rId1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10.png"/><Relationship Id="rId10" Type="http://schemas.openxmlformats.org/officeDocument/2006/relationships/image" Target="../media/image8.png"/><Relationship Id="rId11" Type="http://schemas.openxmlformats.org/officeDocument/2006/relationships/image" Target="../media/image5.png"/><Relationship Id="rId12" Type="http://schemas.openxmlformats.org/officeDocument/2006/relationships/image" Target="../media/image18.png"/><Relationship Id="rId13" Type="http://schemas.openxmlformats.org/officeDocument/2006/relationships/image" Target="../media/image16.png"/><Relationship Id="rId14" Type="http://schemas.openxmlformats.org/officeDocument/2006/relationships/image" Target="../media/image19.png"/><Relationship Id="rId15" Type="http://schemas.openxmlformats.org/officeDocument/2006/relationships/image" Target="../media/image17.png"/><Relationship Id="rId16" Type="http://schemas.openxmlformats.org/officeDocument/2006/relationships/image" Target="../media/image20.png"/><Relationship Id="rId17" Type="http://schemas.openxmlformats.org/officeDocument/2006/relationships/image" Target="../media/image6.png"/><Relationship Id="rId18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23.png"/><Relationship Id="rId10" Type="http://schemas.openxmlformats.org/officeDocument/2006/relationships/image" Target="../media/image10.png"/><Relationship Id="rId11" Type="http://schemas.openxmlformats.org/officeDocument/2006/relationships/image" Target="../media/image21.png"/><Relationship Id="rId12" Type="http://schemas.openxmlformats.org/officeDocument/2006/relationships/image" Target="../media/image8.png"/><Relationship Id="rId13" Type="http://schemas.openxmlformats.org/officeDocument/2006/relationships/image" Target="../media/image5.png"/><Relationship Id="rId14" Type="http://schemas.openxmlformats.org/officeDocument/2006/relationships/image" Target="../media/image18.png"/><Relationship Id="rId15" Type="http://schemas.openxmlformats.org/officeDocument/2006/relationships/image" Target="../media/image16.png"/><Relationship Id="rId16" Type="http://schemas.openxmlformats.org/officeDocument/2006/relationships/image" Target="../media/image19.png"/><Relationship Id="rId17" Type="http://schemas.openxmlformats.org/officeDocument/2006/relationships/image" Target="../media/image17.png"/><Relationship Id="rId18" Type="http://schemas.openxmlformats.org/officeDocument/2006/relationships/image" Target="../media/image20.png"/><Relationship Id="rId19" Type="http://schemas.openxmlformats.org/officeDocument/2006/relationships/image" Target="../media/image22.png"/><Relationship Id="rId20" Type="http://schemas.openxmlformats.org/officeDocument/2006/relationships/image" Target="../media/image6.png"/><Relationship Id="rId21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23.png"/><Relationship Id="rId10" Type="http://schemas.openxmlformats.org/officeDocument/2006/relationships/image" Target="../media/image10.png"/><Relationship Id="rId11" Type="http://schemas.openxmlformats.org/officeDocument/2006/relationships/image" Target="../media/image21.png"/><Relationship Id="rId12" Type="http://schemas.openxmlformats.org/officeDocument/2006/relationships/image" Target="../media/image8.png"/><Relationship Id="rId13" Type="http://schemas.openxmlformats.org/officeDocument/2006/relationships/image" Target="../media/image5.png"/><Relationship Id="rId14" Type="http://schemas.openxmlformats.org/officeDocument/2006/relationships/image" Target="../media/image18.png"/><Relationship Id="rId15" Type="http://schemas.openxmlformats.org/officeDocument/2006/relationships/image" Target="../media/image16.png"/><Relationship Id="rId16" Type="http://schemas.openxmlformats.org/officeDocument/2006/relationships/image" Target="../media/image19.png"/><Relationship Id="rId17" Type="http://schemas.openxmlformats.org/officeDocument/2006/relationships/image" Target="../media/image17.png"/><Relationship Id="rId18" Type="http://schemas.openxmlformats.org/officeDocument/2006/relationships/image" Target="../media/image20.png"/><Relationship Id="rId19" Type="http://schemas.openxmlformats.org/officeDocument/2006/relationships/image" Target="../media/image22.png"/><Relationship Id="rId20" Type="http://schemas.openxmlformats.org/officeDocument/2006/relationships/image" Target="../media/image25.png"/><Relationship Id="rId21" Type="http://schemas.openxmlformats.org/officeDocument/2006/relationships/image" Target="../media/image24.png"/><Relationship Id="rId22" Type="http://schemas.openxmlformats.org/officeDocument/2006/relationships/image" Target="../media/image6.png"/><Relationship Id="rId2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23.png"/><Relationship Id="rId10" Type="http://schemas.openxmlformats.org/officeDocument/2006/relationships/image" Target="../media/image10.png"/><Relationship Id="rId11" Type="http://schemas.openxmlformats.org/officeDocument/2006/relationships/image" Target="../media/image21.png"/><Relationship Id="rId12" Type="http://schemas.openxmlformats.org/officeDocument/2006/relationships/image" Target="../media/image8.png"/><Relationship Id="rId13" Type="http://schemas.openxmlformats.org/officeDocument/2006/relationships/image" Target="../media/image5.png"/><Relationship Id="rId14" Type="http://schemas.openxmlformats.org/officeDocument/2006/relationships/image" Target="../media/image18.png"/><Relationship Id="rId15" Type="http://schemas.openxmlformats.org/officeDocument/2006/relationships/image" Target="../media/image16.png"/><Relationship Id="rId16" Type="http://schemas.openxmlformats.org/officeDocument/2006/relationships/image" Target="../media/image19.png"/><Relationship Id="rId17" Type="http://schemas.openxmlformats.org/officeDocument/2006/relationships/image" Target="../media/image17.png"/><Relationship Id="rId18" Type="http://schemas.openxmlformats.org/officeDocument/2006/relationships/image" Target="../media/image20.png"/><Relationship Id="rId19" Type="http://schemas.openxmlformats.org/officeDocument/2006/relationships/image" Target="../media/image22.png"/><Relationship Id="rId20" Type="http://schemas.openxmlformats.org/officeDocument/2006/relationships/image" Target="../media/image25.png"/><Relationship Id="rId21" Type="http://schemas.openxmlformats.org/officeDocument/2006/relationships/image" Target="../media/image24.png"/><Relationship Id="rId22" Type="http://schemas.openxmlformats.org/officeDocument/2006/relationships/image" Target="../media/image27.png"/><Relationship Id="rId23" Type="http://schemas.openxmlformats.org/officeDocument/2006/relationships/image" Target="../media/image26.png"/><Relationship Id="rId24" Type="http://schemas.openxmlformats.org/officeDocument/2006/relationships/image" Target="../media/image6.png"/><Relationship Id="rId2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2.png"/><Relationship Id="rId9" Type="http://schemas.openxmlformats.org/officeDocument/2006/relationships/image" Target="../media/image23.png"/><Relationship Id="rId10" Type="http://schemas.openxmlformats.org/officeDocument/2006/relationships/image" Target="../media/image10.png"/><Relationship Id="rId11" Type="http://schemas.openxmlformats.org/officeDocument/2006/relationships/image" Target="../media/image21.png"/><Relationship Id="rId12" Type="http://schemas.openxmlformats.org/officeDocument/2006/relationships/image" Target="../media/image8.png"/><Relationship Id="rId13" Type="http://schemas.openxmlformats.org/officeDocument/2006/relationships/image" Target="../media/image5.png"/><Relationship Id="rId14" Type="http://schemas.openxmlformats.org/officeDocument/2006/relationships/image" Target="../media/image18.png"/><Relationship Id="rId15" Type="http://schemas.openxmlformats.org/officeDocument/2006/relationships/image" Target="../media/image16.png"/><Relationship Id="rId16" Type="http://schemas.openxmlformats.org/officeDocument/2006/relationships/image" Target="../media/image19.png"/><Relationship Id="rId17" Type="http://schemas.openxmlformats.org/officeDocument/2006/relationships/image" Target="../media/image17.png"/><Relationship Id="rId18" Type="http://schemas.openxmlformats.org/officeDocument/2006/relationships/image" Target="../media/image20.png"/><Relationship Id="rId19" Type="http://schemas.openxmlformats.org/officeDocument/2006/relationships/image" Target="../media/image22.png"/><Relationship Id="rId20" Type="http://schemas.openxmlformats.org/officeDocument/2006/relationships/image" Target="../media/image25.png"/><Relationship Id="rId21" Type="http://schemas.openxmlformats.org/officeDocument/2006/relationships/image" Target="../media/image24.png"/><Relationship Id="rId22" Type="http://schemas.openxmlformats.org/officeDocument/2006/relationships/image" Target="../media/image26.png"/><Relationship Id="rId23" Type="http://schemas.openxmlformats.org/officeDocument/2006/relationships/image" Target="../media/image6.png"/><Relationship Id="rId24" Type="http://schemas.openxmlformats.org/officeDocument/2006/relationships/image" Target="../media/image27.png"/><Relationship Id="rId25" Type="http://schemas.openxmlformats.org/officeDocument/2006/relationships/image" Target="../media/image29.png"/><Relationship Id="rId26" Type="http://schemas.openxmlformats.org/officeDocument/2006/relationships/image" Target="../media/image28.png"/><Relationship Id="rId27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4.png"/><Relationship Id="rId9" Type="http://schemas.openxmlformats.org/officeDocument/2006/relationships/image" Target="../media/image14.png"/><Relationship Id="rId10" Type="http://schemas.openxmlformats.org/officeDocument/2006/relationships/image" Target="../media/image12.png"/><Relationship Id="rId11" Type="http://schemas.openxmlformats.org/officeDocument/2006/relationships/image" Target="../media/image23.png"/><Relationship Id="rId12" Type="http://schemas.openxmlformats.org/officeDocument/2006/relationships/image" Target="../media/image10.png"/><Relationship Id="rId13" Type="http://schemas.openxmlformats.org/officeDocument/2006/relationships/image" Target="../media/image21.png"/><Relationship Id="rId14" Type="http://schemas.openxmlformats.org/officeDocument/2006/relationships/image" Target="../media/image8.png"/><Relationship Id="rId15" Type="http://schemas.openxmlformats.org/officeDocument/2006/relationships/image" Target="../media/image5.png"/><Relationship Id="rId16" Type="http://schemas.openxmlformats.org/officeDocument/2006/relationships/image" Target="../media/image18.png"/><Relationship Id="rId17" Type="http://schemas.openxmlformats.org/officeDocument/2006/relationships/image" Target="../media/image16.png"/><Relationship Id="rId18" Type="http://schemas.openxmlformats.org/officeDocument/2006/relationships/image" Target="../media/image19.png"/><Relationship Id="rId19" Type="http://schemas.openxmlformats.org/officeDocument/2006/relationships/image" Target="../media/image17.png"/><Relationship Id="rId20" Type="http://schemas.openxmlformats.org/officeDocument/2006/relationships/image" Target="../media/image20.png"/><Relationship Id="rId21" Type="http://schemas.openxmlformats.org/officeDocument/2006/relationships/image" Target="../media/image22.png"/><Relationship Id="rId22" Type="http://schemas.openxmlformats.org/officeDocument/2006/relationships/image" Target="../media/image25.png"/><Relationship Id="rId23" Type="http://schemas.openxmlformats.org/officeDocument/2006/relationships/image" Target="../media/image24.png"/><Relationship Id="rId24" Type="http://schemas.openxmlformats.org/officeDocument/2006/relationships/image" Target="../media/image26.png"/><Relationship Id="rId25" Type="http://schemas.openxmlformats.org/officeDocument/2006/relationships/image" Target="../media/image6.png"/><Relationship Id="rId26" Type="http://schemas.openxmlformats.org/officeDocument/2006/relationships/image" Target="../media/image27.png"/><Relationship Id="rId27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4.png"/><Relationship Id="rId9" Type="http://schemas.openxmlformats.org/officeDocument/2006/relationships/image" Target="../media/image14.png"/><Relationship Id="rId10" Type="http://schemas.openxmlformats.org/officeDocument/2006/relationships/image" Target="../media/image12.png"/><Relationship Id="rId11" Type="http://schemas.openxmlformats.org/officeDocument/2006/relationships/image" Target="../media/image23.png"/><Relationship Id="rId12" Type="http://schemas.openxmlformats.org/officeDocument/2006/relationships/image" Target="../media/image10.png"/><Relationship Id="rId13" Type="http://schemas.openxmlformats.org/officeDocument/2006/relationships/image" Target="../media/image21.png"/><Relationship Id="rId14" Type="http://schemas.openxmlformats.org/officeDocument/2006/relationships/image" Target="../media/image8.png"/><Relationship Id="rId15" Type="http://schemas.openxmlformats.org/officeDocument/2006/relationships/image" Target="../media/image5.png"/><Relationship Id="rId16" Type="http://schemas.openxmlformats.org/officeDocument/2006/relationships/image" Target="../media/image18.png"/><Relationship Id="rId17" Type="http://schemas.openxmlformats.org/officeDocument/2006/relationships/image" Target="../media/image16.png"/><Relationship Id="rId18" Type="http://schemas.openxmlformats.org/officeDocument/2006/relationships/image" Target="../media/image19.png"/><Relationship Id="rId19" Type="http://schemas.openxmlformats.org/officeDocument/2006/relationships/image" Target="../media/image17.png"/><Relationship Id="rId20" Type="http://schemas.openxmlformats.org/officeDocument/2006/relationships/image" Target="../media/image20.png"/><Relationship Id="rId21" Type="http://schemas.openxmlformats.org/officeDocument/2006/relationships/image" Target="../media/image22.png"/><Relationship Id="rId22" Type="http://schemas.openxmlformats.org/officeDocument/2006/relationships/image" Target="../media/image25.png"/><Relationship Id="rId23" Type="http://schemas.openxmlformats.org/officeDocument/2006/relationships/image" Target="../media/image24.png"/><Relationship Id="rId24" Type="http://schemas.openxmlformats.org/officeDocument/2006/relationships/image" Target="../media/image26.png"/><Relationship Id="rId25" Type="http://schemas.openxmlformats.org/officeDocument/2006/relationships/image" Target="../media/image6.png"/><Relationship Id="rId26" Type="http://schemas.openxmlformats.org/officeDocument/2006/relationships/image" Target="../media/image27.png"/><Relationship Id="rId2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1FF2DE3B-7980-EC94-67BD-AAF2A23D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1D55EC6C-9299-1137-9596-2DAF5648A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07B7DA4-6A96-DE89-7630-F96F924ADFDF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69" name="Imagen 168">
            <a:extLst>
              <a:ext uri="{FF2B5EF4-FFF2-40B4-BE49-F238E27FC236}">
                <a16:creationId xmlns:a16="http://schemas.microsoft.com/office/drawing/2014/main" id="{DBBD70D8-92E8-86C9-8AFF-337E54B58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9093187-5600-5873-2DDE-8E38C7A6F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EC196C5-2381-CC58-2EA8-618BF5754F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7749D0E-6D21-3A5D-8A38-A0FE72884C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BC7B6C9-AC2A-D045-AC8F-1A94CD36C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3FE18AE-4A00-4B12-9FA2-E94562E56F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F22A75F-40E1-C9ED-7BA8-EE7A856FB0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3E98375-337D-8959-F69F-37249BA4E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F4AA4B7-8279-1E1E-E7A5-A71F47AE57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EBF5008-034D-6A56-6415-4EE26AA56C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5D37335-6DD2-5E2D-4648-A57336600E3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8AE7C20-1E44-C4A4-8D78-3E894413A2B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n 25">
            <a:extLst>
              <a:ext uri="{FF2B5EF4-FFF2-40B4-BE49-F238E27FC236}">
                <a16:creationId xmlns:a16="http://schemas.microsoft.com/office/drawing/2014/main" id="{D5E455E5-B62E-EF95-9682-01EC4B6161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516" b="96875" l="2344" r="96875">
                        <a14:foregroundMark x1="43945" y1="24219" x2="43945" y2="24219"/>
                        <a14:foregroundMark x1="20117" y1="23633" x2="20117" y2="23633"/>
                        <a14:foregroundMark x1="13086" y1="41016" x2="13086" y2="41016"/>
                        <a14:foregroundMark x1="6055" y1="46289" x2="6055" y2="46289"/>
                        <a14:foregroundMark x1="53516" y1="6836" x2="53516" y2="6836"/>
                        <a14:foregroundMark x1="53125" y1="5078" x2="53125" y2="5078"/>
                        <a14:foregroundMark x1="90820" y1="47266" x2="90820" y2="47266"/>
                        <a14:foregroundMark x1="94141" y1="46094" x2="94141" y2="46094"/>
                        <a14:foregroundMark x1="56445" y1="68750" x2="56445" y2="68750"/>
                        <a14:foregroundMark x1="38477" y1="65234" x2="35156" y2="75781"/>
                        <a14:foregroundMark x1="23242" y1="64258" x2="23242" y2="64258"/>
                        <a14:foregroundMark x1="22070" y1="55664" x2="22266" y2="73438"/>
                        <a14:foregroundMark x1="22266" y1="73438" x2="33398" y2="87109"/>
                        <a14:foregroundMark x1="33398" y1="87109" x2="55469" y2="90820"/>
                        <a14:foregroundMark x1="55469" y1="90820" x2="72852" y2="87500"/>
                        <a14:foregroundMark x1="72852" y1="87500" x2="72461" y2="70508"/>
                        <a14:foregroundMark x1="72461" y1="70508" x2="58789" y2="58594"/>
                        <a14:foregroundMark x1="58789" y1="58594" x2="26172" y2="56250"/>
                        <a14:foregroundMark x1="19336" y1="52344" x2="19336" y2="52344"/>
                        <a14:foregroundMark x1="14844" y1="50195" x2="14844" y2="50195"/>
                        <a14:foregroundMark x1="75586" y1="57813" x2="75586" y2="57813"/>
                        <a14:foregroundMark x1="80664" y1="51172" x2="80664" y2="51172"/>
                        <a14:foregroundMark x1="80664" y1="51172" x2="80664" y2="51172"/>
                        <a14:foregroundMark x1="80078" y1="70508" x2="80078" y2="70508"/>
                        <a14:foregroundMark x1="80664" y1="75000" x2="76953" y2="93555"/>
                        <a14:foregroundMark x1="76953" y1="93555" x2="21289" y2="91602"/>
                        <a14:foregroundMark x1="21289" y1="91602" x2="17188" y2="76953"/>
                        <a14:foregroundMark x1="16992" y1="69141" x2="16992" y2="69141"/>
                        <a14:foregroundMark x1="17773" y1="73633" x2="17773" y2="73633"/>
                        <a14:foregroundMark x1="18164" y1="71484" x2="18164" y2="71484"/>
                        <a14:foregroundMark x1="18164" y1="96875" x2="18164" y2="96875"/>
                        <a14:foregroundMark x1="82422" y1="81641" x2="82422" y2="81641"/>
                        <a14:foregroundMark x1="85156" y1="62891" x2="85156" y2="62891"/>
                        <a14:foregroundMark x1="2344" y1="41211" x2="4688" y2="54102"/>
                        <a14:foregroundMark x1="95508" y1="37500" x2="97070" y2="49219"/>
                        <a14:foregroundMark x1="18359" y1="74805" x2="18359" y2="74805"/>
                        <a14:foregroundMark x1="28320" y1="94727" x2="28320" y2="94727"/>
                        <a14:foregroundMark x1="47266" y1="3516" x2="61133" y2="351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54139" y="2777593"/>
            <a:ext cx="708712" cy="708712"/>
          </a:xfrm>
          <a:prstGeom prst="rect">
            <a:avLst/>
          </a:prstGeom>
        </p:spPr>
      </p:pic>
      <p:sp>
        <p:nvSpPr>
          <p:cNvPr id="170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1889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5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"/>
                            </p:stCondLst>
                            <p:childTnLst>
                              <p:par>
                                <p:cTn id="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25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4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5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8FBF393-5061-6957-4BB2-82F023A0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A2934CE8-2BBD-4259-EA9B-F738664F8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E6E32008-2D03-70C8-1E77-09E7F89CB900}"/>
              </a:ext>
            </a:extLst>
          </p:cNvPr>
          <p:cNvGrpSpPr/>
          <p:nvPr/>
        </p:nvGrpSpPr>
        <p:grpSpPr>
          <a:xfrm>
            <a:off x="2309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B67B142-1A1E-55EE-B116-086EFBD32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BA10D6C3-3A61-C8B4-D771-B2C2CF3C2DAF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FC1607C4-880E-B9F8-2491-9D818003B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CD2E223D-1EC6-2699-AF61-0BB9A77D2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38340489-9473-619A-49D3-587D2C019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9EBDC609-3338-8F9C-1FF3-17DF5D0A9F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CD0BEE70-17C3-25A9-1849-3233274AE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70E519B8-B77F-5C75-430E-C38AB69FC7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7AE0EE87-20EF-2F8A-F101-934503E44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5FB9224F-47E3-8063-3D85-9040A3D66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27D488D5-160A-559F-3AAD-C48544DC13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170" y="1378548"/>
            <a:ext cx="3746500" cy="263525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9A03AC7-FEE2-A21C-8847-4D935F8D5A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6417" y="3010316"/>
            <a:ext cx="165588" cy="16558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60FFAC2C-8767-0216-6E67-2FB8A00378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8227" y="2805743"/>
            <a:ext cx="168430" cy="16843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B9AF69AC-A6E7-65D8-5470-C8D569EED5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908" y="3355805"/>
            <a:ext cx="164212" cy="1642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6AAED3A5-3188-4496-68F9-F6A10560F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42" y="2837879"/>
            <a:ext cx="165592" cy="165592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9456693B-B08A-AD9F-2358-AAB706154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2344" y="3011018"/>
            <a:ext cx="165588" cy="165588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093F1D4D-F3BE-AAF1-2286-03E141131F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5385" y="2803628"/>
            <a:ext cx="174739" cy="174739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918CF65C-8548-02E3-4CE1-E43B6537AB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907" y="3355004"/>
            <a:ext cx="164213" cy="16421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985679F-A8B0-A78E-5F54-3FE718D51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048" y="2912640"/>
            <a:ext cx="165586" cy="165586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D6892189-5687-B2FA-E2C8-42BA53509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553" y="3322093"/>
            <a:ext cx="164212" cy="164212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9A362556-29E1-378C-9052-2DA1D34F2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44" y="2844963"/>
            <a:ext cx="165588" cy="165588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FC9033E4-C617-B4E6-42C7-C0069AA386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5411" y="3146565"/>
            <a:ext cx="169983" cy="169983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5654FDCE-D78E-71EA-5096-8615CC28DC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992" y="3010316"/>
            <a:ext cx="165588" cy="165588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F01B4EC6-8CB6-AA51-29F9-E0AF1E4954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8227" y="2801141"/>
            <a:ext cx="172631" cy="172631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72894C7A-973B-CA39-1171-556251CD7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5906" y="3355005"/>
            <a:ext cx="164212" cy="164212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420D0061-96FA-E7C9-7215-E785AFD579C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C9B9D19F-99F6-A950-4016-FF439DDB811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Imagen 209">
            <a:extLst>
              <a:ext uri="{FF2B5EF4-FFF2-40B4-BE49-F238E27FC236}">
                <a16:creationId xmlns:a16="http://schemas.microsoft.com/office/drawing/2014/main" id="{E4529F50-984A-028C-50EC-05241C4A02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2126" y="3123933"/>
            <a:ext cx="162860" cy="16559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39F411AF-CB52-ED1B-C816-0E6A19E3EE2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73074" y="3144809"/>
            <a:ext cx="168542" cy="171919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71E0922A-BC62-D83F-8215-008B22327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9531" y="3118556"/>
            <a:ext cx="162860" cy="176345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D35CA4AC-0AE8-F68B-2CA2-07DE9CC26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3420" y="3123956"/>
            <a:ext cx="159441" cy="16558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2B360B8-AECC-C228-9F58-8BB5BB28101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3D7F513-5F9A-2CD9-DF17-659F56D2BAB7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709567-4539-E573-5955-453EEDE73E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21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68899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D88E3F2-6255-DEC2-3D03-BF15445D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96ED62B6-6C04-0F52-B1C5-8D14640F4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7B00A064-7302-12FB-4DBC-9EC031E3E459}"/>
              </a:ext>
            </a:extLst>
          </p:cNvPr>
          <p:cNvGrpSpPr/>
          <p:nvPr/>
        </p:nvGrpSpPr>
        <p:grpSpPr>
          <a:xfrm>
            <a:off x="2309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CC459304-536C-E0B9-0747-2091D938C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6247AD7E-88DA-58A4-34E3-5C4245F0A654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DEBB25FA-4ADD-CA1D-2167-0DB391734C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AE9888AC-6C06-42D6-C874-256186EC2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7C915506-0203-A493-79A5-FD4D967B5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66968778-6CEE-C9F9-B9F7-453B42A71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21B04FB1-CA65-B769-4BEA-19EFEAFACF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12E1F170-7850-179A-541F-019A3DC0C5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1B058439-47D1-E3CE-AA92-E4A345E30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2FD94AD0-909F-8896-78D2-5F39B18CF2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pic>
        <p:nvPicPr>
          <p:cNvPr id="29" name="Imagen 28">
            <a:extLst>
              <a:ext uri="{FF2B5EF4-FFF2-40B4-BE49-F238E27FC236}">
                <a16:creationId xmlns:a16="http://schemas.microsoft.com/office/drawing/2014/main" id="{3AF3A9B7-FBBB-8323-7F47-FD6D73A2FB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58170" y="1378548"/>
            <a:ext cx="3746500" cy="263525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7C0BAA9F-12A8-B79A-9493-2F786409A8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513" y="2462691"/>
            <a:ext cx="273290" cy="27329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E96D67AF-9326-20F9-11D3-F8CD513823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5771" y="2081313"/>
            <a:ext cx="271032" cy="271032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80D36DC-DC26-AF8C-B841-EEF200728F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5503" y="2493616"/>
            <a:ext cx="242365" cy="242365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37E01249-ADED-020C-64D3-958914507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769" y="2879951"/>
            <a:ext cx="242365" cy="242365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961E55DA-B736-9BFF-4F58-F18EC437A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2307" y="2462691"/>
            <a:ext cx="273290" cy="273290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81C5BA8F-8BB7-6550-D4EA-C9F9CB512F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4565" y="2081313"/>
            <a:ext cx="271032" cy="271032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012285CA-F008-4948-7662-A7F3C273E7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4297" y="2493616"/>
            <a:ext cx="242365" cy="242365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8D38474-94DA-DE83-EE65-E2D99AFF9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833" y="3276852"/>
            <a:ext cx="242365" cy="242365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C20730A2-99F4-92FC-3BC3-22EAC08D30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7846" y="3283908"/>
            <a:ext cx="211106" cy="211106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0A2F5676-7905-6F24-C40B-694EFE9C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305" y="2897573"/>
            <a:ext cx="242365" cy="242365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935B6019-899D-DBE6-C077-18B138D161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4423" y="2894874"/>
            <a:ext cx="242365" cy="242365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33E0DE13-1BD3-A77F-7E4F-2D54CCEB34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8843" y="2480313"/>
            <a:ext cx="273290" cy="273290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870168C6-07C4-0FB5-D3DE-2D2DAAD763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1101" y="2098935"/>
            <a:ext cx="271032" cy="271032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596FBE0D-70F9-4AE4-7514-AA57F3AA15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80833" y="2511238"/>
            <a:ext cx="242365" cy="242365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74A75FE9-0260-46E8-D000-7D65D4C91B46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72F7F536-B70C-4B8B-4911-D49DC238BEEB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Imagen 209">
            <a:extLst>
              <a:ext uri="{FF2B5EF4-FFF2-40B4-BE49-F238E27FC236}">
                <a16:creationId xmlns:a16="http://schemas.microsoft.com/office/drawing/2014/main" id="{F45C4A90-9CDD-EA00-205E-FD19A6EB1D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191" y="2082999"/>
            <a:ext cx="263452" cy="267871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013FBA88-498B-2648-C0B3-1B81954056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0256" y="2869197"/>
            <a:ext cx="248147" cy="253119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EBEDC4FE-0C9A-0203-AD3C-033352895D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453" y="2064118"/>
            <a:ext cx="270209" cy="292583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06D2FDF2-50F1-4E29-3C82-E2D3937888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166" y="2078013"/>
            <a:ext cx="280055" cy="29085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3DE6245-EF59-1ED8-6CA9-B505670BC17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02EEF3A-7059-12BC-13C1-FF25708267CE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8BF3EC-34C5-6803-8A7F-8719997C6E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214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40228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039FD63-6DF0-E8CC-979B-E3EE9A15F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Imagen 117">
            <a:extLst>
              <a:ext uri="{FF2B5EF4-FFF2-40B4-BE49-F238E27FC236}">
                <a16:creationId xmlns:a16="http://schemas.microsoft.com/office/drawing/2014/main" id="{58853462-5959-4392-0E0B-59DEF3464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508" y="734143"/>
            <a:ext cx="154789" cy="186226"/>
          </a:xfrm>
          <a:prstGeom prst="rect">
            <a:avLst/>
          </a:prstGeom>
        </p:spPr>
      </p:pic>
      <p:pic>
        <p:nvPicPr>
          <p:cNvPr id="130" name="Imagen 129">
            <a:extLst>
              <a:ext uri="{FF2B5EF4-FFF2-40B4-BE49-F238E27FC236}">
                <a16:creationId xmlns:a16="http://schemas.microsoft.com/office/drawing/2014/main" id="{FE43BA07-DF90-720D-613D-C7DC5DA6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556" y="740165"/>
            <a:ext cx="158999" cy="180204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122C2374-2217-A7C9-C811-F01F52987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508" y="510437"/>
            <a:ext cx="158619" cy="183039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B1C9235B-9C68-2247-30EE-C4AF92929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348" y="980728"/>
            <a:ext cx="180020" cy="183039"/>
          </a:xfrm>
          <a:prstGeom prst="rect">
            <a:avLst/>
          </a:prstGeom>
        </p:spPr>
      </p:pic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6D6AEBD4-55C7-E031-F0D5-74B0EE725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AC77B092-FBF7-AF2F-4C77-99701FAE0742}"/>
              </a:ext>
            </a:extLst>
          </p:cNvPr>
          <p:cNvGrpSpPr/>
          <p:nvPr/>
        </p:nvGrpSpPr>
        <p:grpSpPr>
          <a:xfrm>
            <a:off x="2309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0876A6D-A096-CF79-83F2-11DE6B7D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6D88353B-CD50-976C-EFF0-8A1AECBD358B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F6D8BFED-1477-6624-513D-30458989D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08C6466D-8033-0E9C-FD01-B1F15CD7E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C187B78E-83EC-3C5A-BD57-9B65E1ADA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C4338D59-0307-8BA8-5E4A-9D66AAA4E4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020AFDFB-ED2F-278A-E477-4D84C8434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F6597487-3A9A-0D4D-BC39-58C79AF357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C34931EB-AAC6-A984-BB5F-F8CDB8D6EF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D8C339AD-7E68-140C-AC8F-34816EFE7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27C82E59-866B-657D-0FC0-457D891F1B56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134170" y="1378548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D3848698-EE53-D1E3-6DD8-B08198C78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134170" y="1378548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17F65A26-4CE1-9C3B-A592-9E1A38C20B00}"/>
                </a:ext>
              </a:extLst>
            </p:cNvPr>
            <p:cNvGrpSpPr/>
            <p:nvPr/>
          </p:nvGrpSpPr>
          <p:grpSpPr>
            <a:xfrm>
              <a:off x="3341503" y="2081313"/>
              <a:ext cx="841300" cy="654668"/>
              <a:chOff x="3988599" y="1920649"/>
              <a:chExt cx="841300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721DDC3-AE2D-1F85-75DB-4603334B48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D82B20DC-7496-315F-8D09-1A472F6713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138FBB5D-53E9-FD95-7F8F-F217A02EAD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EBEA4579-829E-DB7F-40BA-92E3AB8DA0AB}"/>
                </a:ext>
              </a:extLst>
            </p:cNvPr>
            <p:cNvGrpSpPr/>
            <p:nvPr/>
          </p:nvGrpSpPr>
          <p:grpSpPr>
            <a:xfrm>
              <a:off x="4600297" y="2081313"/>
              <a:ext cx="841300" cy="1041003"/>
              <a:chOff x="5247393" y="1920649"/>
              <a:chExt cx="841300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D3604B04-B79B-D0C0-80BD-10A70E199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67FDC78C-6835-59D3-E3F6-BE4E85E11B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2547E0AB-CF54-9F07-128D-DCA0C2994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0C370B36-34CF-7878-89ED-8CCE3ED567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C8952FB5-3455-0D59-6F3D-95B30B3753D3}"/>
                </a:ext>
              </a:extLst>
            </p:cNvPr>
            <p:cNvGrpSpPr/>
            <p:nvPr/>
          </p:nvGrpSpPr>
          <p:grpSpPr>
            <a:xfrm>
              <a:off x="5856833" y="2098935"/>
              <a:ext cx="841300" cy="1420282"/>
              <a:chOff x="6503929" y="1938271"/>
              <a:chExt cx="841300" cy="142028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9E33A6C5-841D-23D8-BFD5-10366B3AC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28DBE161-1E06-CB3F-E976-080083645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14E0D2A3-14F9-187A-F8E0-9DA6AC55D3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5ED63E22-555A-3CE9-5E50-5C9BCC57C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8CFBED26-804F-631F-E95D-E77E1FA49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54E495EE-9B53-D66F-D17D-1EB884A06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F9B42FB8-BB83-577B-F6E5-5EAA83470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</p:grpSp>
      </p:grpSp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3EC8DA23-D69A-B91F-4B6F-ECC65A49B9A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9C77C651-5432-F772-0236-CC8DD69534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0" name="Imagen 209">
            <a:extLst>
              <a:ext uri="{FF2B5EF4-FFF2-40B4-BE49-F238E27FC236}">
                <a16:creationId xmlns:a16="http://schemas.microsoft.com/office/drawing/2014/main" id="{4EC57AD9-721F-939B-4664-38469BB962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4191" y="2082999"/>
            <a:ext cx="263452" cy="267871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B0C6A988-4F69-8BAB-63AC-B92796DC41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0256" y="2869197"/>
            <a:ext cx="248147" cy="253119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AB03EFB7-49AB-91BA-5C4B-481337A215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453" y="2064118"/>
            <a:ext cx="270209" cy="292583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DD7B8D9B-E9F8-1834-FA71-A312736E42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2166" y="2078013"/>
            <a:ext cx="280055" cy="290852"/>
          </a:xfrm>
          <a:prstGeom prst="rect">
            <a:avLst/>
          </a:prstGeom>
        </p:spPr>
      </p:pic>
      <p:pic>
        <p:nvPicPr>
          <p:cNvPr id="214" name="Imagen 213">
            <a:extLst>
              <a:ext uri="{FF2B5EF4-FFF2-40B4-BE49-F238E27FC236}">
                <a16:creationId xmlns:a16="http://schemas.microsoft.com/office/drawing/2014/main" id="{DF7925A6-6C56-AF97-3ACA-81D08E27681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F6E6BCC-D96E-00BD-2E78-24729FC70E8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23C9A81-3A89-04B9-682C-68511F949032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0AD84A5-F428-5B39-E3E5-FC4039F22FC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215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1157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"/>
    </mc:Choice>
    <mc:Fallback xmlns="">
      <p:transition spd="slow" advClick="0" advTm="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F8ED5C88-F54E-E93E-0ECA-2E35458E4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1B79E69E-D34D-9127-0F4D-0B668FC9F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grpSp>
        <p:nvGrpSpPr>
          <p:cNvPr id="172" name="Grupo 171">
            <a:extLst>
              <a:ext uri="{FF2B5EF4-FFF2-40B4-BE49-F238E27FC236}">
                <a16:creationId xmlns:a16="http://schemas.microsoft.com/office/drawing/2014/main" id="{DE5FB98A-04C9-A257-7B47-1A955324AC84}"/>
              </a:ext>
            </a:extLst>
          </p:cNvPr>
          <p:cNvGrpSpPr/>
          <p:nvPr/>
        </p:nvGrpSpPr>
        <p:grpSpPr>
          <a:xfrm>
            <a:off x="2309197" y="2624007"/>
            <a:ext cx="1458770" cy="1172096"/>
            <a:chOff x="172800" y="1520788"/>
            <a:chExt cx="1458770" cy="1172096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D11B79F-3494-80E0-E225-BC93803C7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2800" y="1520788"/>
              <a:ext cx="1458770" cy="1172096"/>
            </a:xfrm>
            <a:prstGeom prst="rect">
              <a:avLst/>
            </a:prstGeom>
          </p:spPr>
        </p:pic>
        <p:grpSp>
          <p:nvGrpSpPr>
            <p:cNvPr id="171" name="Grupo 170">
              <a:extLst>
                <a:ext uri="{FF2B5EF4-FFF2-40B4-BE49-F238E27FC236}">
                  <a16:creationId xmlns:a16="http://schemas.microsoft.com/office/drawing/2014/main" id="{0CC28D60-C873-9373-5C48-66ED50F5CF92}"/>
                </a:ext>
              </a:extLst>
            </p:cNvPr>
            <p:cNvGrpSpPr/>
            <p:nvPr/>
          </p:nvGrpSpPr>
          <p:grpSpPr>
            <a:xfrm>
              <a:off x="332525" y="1702524"/>
              <a:ext cx="1156712" cy="714964"/>
              <a:chOff x="332525" y="1702524"/>
              <a:chExt cx="1156712" cy="714964"/>
            </a:xfrm>
          </p:grpSpPr>
          <p:pic>
            <p:nvPicPr>
              <p:cNvPr id="13" name="Imagen 12">
                <a:extLst>
                  <a:ext uri="{FF2B5EF4-FFF2-40B4-BE49-F238E27FC236}">
                    <a16:creationId xmlns:a16="http://schemas.microsoft.com/office/drawing/2014/main" id="{EEEE54C2-7899-AAB1-F90A-68627DB581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2525" y="173777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4" name="Imagen 13">
                <a:extLst>
                  <a:ext uri="{FF2B5EF4-FFF2-40B4-BE49-F238E27FC236}">
                    <a16:creationId xmlns:a16="http://schemas.microsoft.com/office/drawing/2014/main" id="{D1A62BF1-1B87-BC89-22C6-7AA0DDBE2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5025" y="1810911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5" name="Imagen 14">
                <a:extLst>
                  <a:ext uri="{FF2B5EF4-FFF2-40B4-BE49-F238E27FC236}">
                    <a16:creationId xmlns:a16="http://schemas.microsoft.com/office/drawing/2014/main" id="{0ED2BAAA-F563-DDCE-40E8-E99C107577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5388" y="202071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98440E9C-E13B-D9B9-A0CA-C6D3546550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396" y="1907096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1FDEC9A3-C69D-C3CD-8D5E-C91FEB4EB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156" y="2217495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4BF9A129-2A35-9E3C-4C7E-811F1D4281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6508" y="1702524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4" name="Imagen 23">
                <a:extLst>
                  <a:ext uri="{FF2B5EF4-FFF2-40B4-BE49-F238E27FC236}">
                    <a16:creationId xmlns:a16="http://schemas.microsoft.com/office/drawing/2014/main" id="{8EA5571F-39D4-89AC-7F1C-9CE7F25A7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89511" y="2251897"/>
                <a:ext cx="164212" cy="165591"/>
              </a:xfrm>
              <a:prstGeom prst="rect">
                <a:avLst/>
              </a:prstGeom>
            </p:spPr>
          </p:pic>
          <p:pic>
            <p:nvPicPr>
              <p:cNvPr id="25" name="Imagen 24">
                <a:extLst>
                  <a:ext uri="{FF2B5EF4-FFF2-40B4-BE49-F238E27FC236}">
                    <a16:creationId xmlns:a16="http://schemas.microsoft.com/office/drawing/2014/main" id="{60FE088F-04DF-EF2C-4AF2-0F8B95295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9631" y="2039152"/>
                <a:ext cx="164212" cy="165591"/>
              </a:xfrm>
              <a:prstGeom prst="rect">
                <a:avLst/>
              </a:prstGeom>
            </p:spPr>
          </p:pic>
        </p:grpSp>
      </p:grpSp>
      <p:pic>
        <p:nvPicPr>
          <p:cNvPr id="43" name="Imagen 42">
            <a:extLst>
              <a:ext uri="{FF2B5EF4-FFF2-40B4-BE49-F238E27FC236}">
                <a16:creationId xmlns:a16="http://schemas.microsoft.com/office/drawing/2014/main" id="{4732379B-367E-D6AB-236C-9B9BED953B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C58026B2-1B2F-F9BE-833E-04E42852A4BF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9DF85D53-C8DF-F2E8-3550-13FF3A3B1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2B7B4A96-26DC-8C51-8D9B-9749CBD8E5BA}"/>
                </a:ext>
              </a:extLst>
            </p:cNvPr>
            <p:cNvGrpSpPr/>
            <p:nvPr/>
          </p:nvGrpSpPr>
          <p:grpSpPr>
            <a:xfrm>
              <a:off x="3988599" y="1920649"/>
              <a:ext cx="841300" cy="654668"/>
              <a:chOff x="3988599" y="1920649"/>
              <a:chExt cx="841300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AE05A6EF-DA38-1236-C2E6-5F2DE4DF9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AADD1EA4-2FC6-1FA6-F152-D50807F5F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5FF52E1F-ACBF-3577-EC77-14891A4A5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DE7B79CA-1B86-DA8A-383E-6AC8BD71606B}"/>
                </a:ext>
              </a:extLst>
            </p:cNvPr>
            <p:cNvGrpSpPr/>
            <p:nvPr/>
          </p:nvGrpSpPr>
          <p:grpSpPr>
            <a:xfrm>
              <a:off x="5247393" y="1920649"/>
              <a:ext cx="841300" cy="1041003"/>
              <a:chOff x="5247393" y="1920649"/>
              <a:chExt cx="841300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3A4CF38F-7B6D-FADB-C620-CFF878AF8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8215DB6A-6C96-2737-B7BF-4CE79638F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16D69038-E573-5284-23E2-F2FFB84CA3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C159DBC7-8E16-B473-3C2F-22BD053EA7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54D40774-88EA-64A0-A06F-17D3BAEF5F8B}"/>
                </a:ext>
              </a:extLst>
            </p:cNvPr>
            <p:cNvGrpSpPr/>
            <p:nvPr/>
          </p:nvGrpSpPr>
          <p:grpSpPr>
            <a:xfrm>
              <a:off x="6503929" y="1938271"/>
              <a:ext cx="841300" cy="1420282"/>
              <a:chOff x="6503929" y="1938271"/>
              <a:chExt cx="841300" cy="142028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69473290-2F52-F556-17D3-A6694D416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73B779A-15FE-0551-9440-65A2BBAAA0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AE430343-B028-172E-517C-D213C78334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4C57413D-E5DE-FA92-F538-E50C530778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3A730BD4-84A1-FED3-BB48-F394AB076B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8E2A0AFE-D06F-4A11-3C2D-0377CCE58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E7FE95A1-163A-8EC6-D6E1-4CA5B1606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</p:grpSp>
      </p:grpSp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B74F5B94-8B25-2055-6D6E-2BA7DC4CC2C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7144F434-42A3-1FB4-3A0B-14D4CD630D6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3E8D54DD-FAB2-1087-2DDA-8C2BE3B703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191" y="2082999"/>
            <a:ext cx="263452" cy="26787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084067F-175D-C712-A8D9-34FDB329A61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1020" y="2100113"/>
            <a:ext cx="99075" cy="1007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CA8DE71-47F4-2A27-336F-BF9E86D764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453" y="2064118"/>
            <a:ext cx="270209" cy="2925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46C9626-BBA7-5E7A-B8B3-2C1BB8AD607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052" y="2105019"/>
            <a:ext cx="74128" cy="8918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CB74AF0-A047-0122-6277-000D40A2C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2166" y="2078013"/>
            <a:ext cx="280055" cy="29085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33D01DC-B5B9-45DC-3A31-0EBFF00F02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35774" y="2085356"/>
            <a:ext cx="82949" cy="957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C2787CF-997E-F57D-6C8A-EB5D151A11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0256" y="2869197"/>
            <a:ext cx="248147" cy="25311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E62CF2-3757-E611-C91F-65190B375F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8295" y="2805743"/>
            <a:ext cx="91131" cy="10328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31DA967-DBA1-1D62-100E-EE9B8B6639B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BCAEBA4F-27E5-F534-D7B0-F5C037568065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E098EC3-B98A-9799-850A-A3AFCFBA32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180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94057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18662DB-9EC7-B424-3477-D25470C8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33FB3342-EBD3-F5C3-5438-54E6ADB54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C1BE2A-6610-96A7-1038-2E78E45DA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8679C9B-63FE-F736-8C97-3C31C35BF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A8CF20-0772-ED0F-A179-109A8EA48A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74506D6-8376-9615-2A9A-4187ED0B3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282EC1D-C8E1-0A44-ADA3-BB6A8BE7C5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76A8888-7E06-5308-26C4-712A8362F6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5D27E19-B326-665F-5AA8-157DD5A9AA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0B7BA8E-83BA-CA34-0A5A-593D57A681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FCA8E6B-FEAB-FD59-9B47-BD4F930A6E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4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1FB3424-C7D5-598B-BA92-16F9C125497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A397CAF-BE9C-2B49-8043-F93E746A7EF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1E79A06-3508-FAF4-A34D-F5710B0795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5D8A4951-9E57-593C-722F-07FC693A9DCF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E3A5DD9F-CE50-BCCC-DBB1-52092DE8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434DF442-31F8-BC21-5B1D-EDFC2D30298C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BBAA0AAD-A02C-0329-ACB8-7ED3DA774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93FD7735-0498-AEEC-1387-3BB7850B8E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BCD73CC-F149-0AE5-A606-E7BBE4275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D843AA2F-8F52-0B0C-B91E-FC3D21C4212C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37A3B933-4435-4980-CA6F-BCCA77949C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4FF7432B-953F-0103-3BC0-78D02F20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64FCEBEF-B93B-9259-8CFE-A80FC1B3CA4D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1F6F1DA8-1857-88E2-E17F-E7C5D697D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6FE7558D-5395-38A5-B0DA-15E0F3161E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E3971C42-98AA-C76E-5F13-6CD491734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7EAFC3FA-26CD-C7ED-6B13-B1D5FC705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D2D6BEB4-2D29-7543-6630-7F67D2C086EC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8684FE23-54C8-49E8-FC4C-40552224A0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11A5E19D-9DD1-CC89-79C3-46AB412BE4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2D7E0BDB-BE39-B2AC-6ABB-22762C9A2730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6CC4A960-9C6C-592B-50C0-CC15183BA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C36A4397-C5C3-209D-C120-8A97B02E6F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67DDA8CB-55EF-D74B-2CC0-5ED37F438035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7D521D15-23CD-6F32-126F-160EB822E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352EA98-D8B1-A0D6-C749-EDE2D95D5A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8F2E56E7-4582-5874-8BDC-E93E549590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169F5B2B-3F80-A8D6-1065-6257EBEBF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6B36AC4D-7094-5130-B054-77CDF8B77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2247B689-FCFD-5371-3C46-C8140D093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7D1E1978-C5F1-0878-A2B4-36801B9054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5C09EB1B-B5C5-A80B-5B68-8FDB04295479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B89B880B-1695-01F1-162A-574BC04BBE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A1946979-1612-3F87-DF70-7D6804DBCF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0A3B287D-8093-B7AE-EC10-3B730575A2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4" y="2777335"/>
            <a:ext cx="1366877" cy="608427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879BCCB9-7F1D-87A0-FB0E-4B8013EC3BE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5" y="1926061"/>
            <a:ext cx="1366877" cy="608427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58FD44DB-2717-8EFB-B3C4-9F3365A77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513" y="2464659"/>
            <a:ext cx="273290" cy="273290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CA8FDD0B-B131-53B1-F422-E4AF557B41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4078" y="2083281"/>
            <a:ext cx="271032" cy="27103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D9FCEA4B-A3C6-09A5-06BF-0AF7F07A17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6296" y="2480313"/>
            <a:ext cx="259137" cy="259137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48D20764-08AC-9D12-EC92-C171D196B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427" y="2463652"/>
            <a:ext cx="279170" cy="279170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3019C467-5485-79AC-90A1-A8C88ADFA6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7212" y="2082999"/>
            <a:ext cx="268385" cy="268385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21F606D8-0DF1-98B5-623E-D8AFD428FB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5894" y="2470075"/>
            <a:ext cx="279170" cy="279170"/>
          </a:xfrm>
          <a:prstGeom prst="rect">
            <a:avLst/>
          </a:prstGeom>
        </p:spPr>
      </p:pic>
      <p:grpSp>
        <p:nvGrpSpPr>
          <p:cNvPr id="131" name="Grupo 130">
            <a:extLst>
              <a:ext uri="{FF2B5EF4-FFF2-40B4-BE49-F238E27FC236}">
                <a16:creationId xmlns:a16="http://schemas.microsoft.com/office/drawing/2014/main" id="{82C508FE-46AB-58E5-C5AF-9A77739590A7}"/>
              </a:ext>
            </a:extLst>
          </p:cNvPr>
          <p:cNvGrpSpPr/>
          <p:nvPr/>
        </p:nvGrpSpPr>
        <p:grpSpPr>
          <a:xfrm>
            <a:off x="6120256" y="2805743"/>
            <a:ext cx="279170" cy="316573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3C02F1FF-B13F-3C97-01BF-B8D2C9EBA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8181F4C7-33B8-A3EC-AF2A-1A3DFB044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DE67F889-61D2-2E1F-0CF2-347DE5258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29" y="2879950"/>
            <a:ext cx="242365" cy="242365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22812970-A9EF-8E06-3777-3E88DEE0D0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817" y="2477090"/>
            <a:ext cx="278316" cy="27831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8BA53B74-454F-79AE-7310-978C11C80AF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5459" y="2094628"/>
            <a:ext cx="280056" cy="280056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5880AC94-68A7-2E41-4860-1FEBA63231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5505" y="2487497"/>
            <a:ext cx="273020" cy="27302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274FC36-6EB8-554A-AC7B-72A53CEF47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1304" y="2893539"/>
            <a:ext cx="248832" cy="248832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C2168F4A-3B2C-59F0-C71D-2DF80BB68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637" y="2895630"/>
            <a:ext cx="241609" cy="241609"/>
          </a:xfrm>
          <a:prstGeom prst="rect">
            <a:avLst/>
          </a:prstGeom>
        </p:spPr>
      </p:pic>
      <p:grpSp>
        <p:nvGrpSpPr>
          <p:cNvPr id="207" name="Grupo 206">
            <a:extLst>
              <a:ext uri="{FF2B5EF4-FFF2-40B4-BE49-F238E27FC236}">
                <a16:creationId xmlns:a16="http://schemas.microsoft.com/office/drawing/2014/main" id="{B01568C9-ADF8-EEA4-0CC2-4743B3542D1B}"/>
              </a:ext>
            </a:extLst>
          </p:cNvPr>
          <p:cNvGrpSpPr/>
          <p:nvPr/>
        </p:nvGrpSpPr>
        <p:grpSpPr>
          <a:xfrm>
            <a:off x="7352166" y="2078013"/>
            <a:ext cx="280055" cy="290852"/>
            <a:chOff x="5828166" y="2078013"/>
            <a:chExt cx="280055" cy="290852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00F2A826-98EB-3C8C-5767-398E70E14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28166" y="2078013"/>
              <a:ext cx="280055" cy="290852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C2E26C7B-5C55-691F-5CC4-985AD40A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11774" y="2085356"/>
              <a:ext cx="82949" cy="95719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618C8025-C3A6-29A5-8987-3A744DC3B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281" y="3265020"/>
            <a:ext cx="255687" cy="255687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C4CF6097-DD0A-A002-EF65-B54B4E5163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0076" y="3287444"/>
            <a:ext cx="215350" cy="21535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1954224B-10B3-4D62-99E9-6C095201BF9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B914828D-0C8E-95BC-9C30-1CC1B79166E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AA72ABA3-E9EC-2F98-27A9-9EEE469DF0D1}"/>
              </a:ext>
            </a:extLst>
          </p:cNvPr>
          <p:cNvGrpSpPr/>
          <p:nvPr/>
        </p:nvGrpSpPr>
        <p:grpSpPr>
          <a:xfrm>
            <a:off x="4834191" y="2082999"/>
            <a:ext cx="275904" cy="267871"/>
            <a:chOff x="3310191" y="2082999"/>
            <a:chExt cx="275904" cy="267871"/>
          </a:xfrm>
        </p:grpSpPr>
        <p:pic>
          <p:nvPicPr>
            <p:cNvPr id="198" name="Imagen 197">
              <a:extLst>
                <a:ext uri="{FF2B5EF4-FFF2-40B4-BE49-F238E27FC236}">
                  <a16:creationId xmlns:a16="http://schemas.microsoft.com/office/drawing/2014/main" id="{A916EC9F-6350-0583-70BF-4D08A5216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0191" y="2082999"/>
              <a:ext cx="263452" cy="267871"/>
            </a:xfrm>
            <a:prstGeom prst="rect">
              <a:avLst/>
            </a:prstGeom>
          </p:spPr>
        </p:pic>
        <p:pic>
          <p:nvPicPr>
            <p:cNvPr id="199" name="Imagen 198">
              <a:extLst>
                <a:ext uri="{FF2B5EF4-FFF2-40B4-BE49-F238E27FC236}">
                  <a16:creationId xmlns:a16="http://schemas.microsoft.com/office/drawing/2014/main" id="{B872FE22-B383-AD3E-CA22-7E7E16C97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7020" y="2100113"/>
              <a:ext cx="99075" cy="100736"/>
            </a:xfrm>
            <a:prstGeom prst="rect">
              <a:avLst/>
            </a:prstGeom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5E4891AC-6CCA-14B5-D00B-3855E70CDCD3}"/>
              </a:ext>
            </a:extLst>
          </p:cNvPr>
          <p:cNvGrpSpPr/>
          <p:nvPr/>
        </p:nvGrpSpPr>
        <p:grpSpPr>
          <a:xfrm>
            <a:off x="6096453" y="2064118"/>
            <a:ext cx="270209" cy="292583"/>
            <a:chOff x="4572453" y="2064118"/>
            <a:chExt cx="270209" cy="292583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EEA05866-873C-9055-5380-37CA24F8B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453" y="2064118"/>
              <a:ext cx="270209" cy="292583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E0C3FF08-016E-D7EF-3B33-015862AB0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62052" y="2105019"/>
              <a:ext cx="74128" cy="89183"/>
            </a:xfrm>
            <a:prstGeom prst="rect">
              <a:avLst/>
            </a:prstGeom>
          </p:spPr>
        </p:pic>
      </p:grpSp>
      <p:pic>
        <p:nvPicPr>
          <p:cNvPr id="27" name="Imagen 26">
            <a:extLst>
              <a:ext uri="{FF2B5EF4-FFF2-40B4-BE49-F238E27FC236}">
                <a16:creationId xmlns:a16="http://schemas.microsoft.com/office/drawing/2014/main" id="{D7CBBC12-9849-2AEB-ABBE-71DC4871DE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9380" y="2838861"/>
            <a:ext cx="159838" cy="150537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21041F7-16DB-7CDE-BBDF-D9F5E62415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2884" y="3098794"/>
            <a:ext cx="165591" cy="16559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2128CF52-47EB-4FF8-A868-406D47D2AB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34AC000-8ACD-4181-C08F-60C90AC16917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C480A48-A672-5FDC-8E1E-9363A42A73C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208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3794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1650B49-A6F4-DF00-BE46-C4357C8A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7B5A6349-F3D1-6EC7-31D0-4CC74BA46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2F0EBA-2EDB-19CF-D297-F060FBD2F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15DD88-8371-6724-404A-48482419B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DD0ECA8-E4AC-B72A-41AC-34D043DB2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7AF7862-8F16-5F96-215E-E0743E9C4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23035DF-E678-05D2-09CC-A1D9DFDBFF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5F688EB-F9D9-3987-44FD-5D21527F3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2B7AA1A-F716-F13F-69BE-F8555DBEE2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DFA4778-1B3C-1848-6CA7-52B566C873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29E0103-AB7F-DEC9-C553-05FE025F53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4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003CAB3-1196-9F04-A9CA-EB57A6DA08E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35412D0-6E2C-D57C-573D-E6BFF80EC7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58E362BB-0AA1-D077-82DA-5D924A7E8C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3C8A1EC0-7D02-1770-44E1-D1F222ACC2E1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4C3CD8D2-3493-0C63-C4D0-9CCF03547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32417883-1772-A101-4F32-63D06F282B50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8587B472-BF56-D2FD-770B-2A737F112A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C453F85F-CD2A-B7F9-110C-17DAEE8B5F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D2A416B3-0FFF-7D99-AA59-6CCF8FF19C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40712981-38B0-B04C-2ED4-F64441533951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1BA9BA85-81C4-A49B-E4A8-BC3A7D6431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0519C7F8-C7B6-D457-406D-9243CC4345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22306AFC-FB82-3C10-2DE0-A727D27D8E58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ED6E0F7-C258-AC74-6C54-5791251C53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0F9B4B5C-479C-5D2D-4D83-5E77D0E60B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0E73FB18-E664-B55B-E09A-0CAD28411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524D2282-D3D6-0F24-0090-8393164C6D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EC25E9F2-D014-C0F0-95C1-B27DEA7ABEB3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2F826D2E-4210-0116-84DA-3EAF41A9F3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DFC13DAF-FF19-C8E8-F747-4CEE4ED969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6F8282D4-22A6-E9B0-7745-E864D9683748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58CCA116-A71D-5DD8-097E-D7DCAE9931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00ACAB2E-4F1C-9ACA-E2BE-B23ED8499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8B3B3D0E-890A-B806-AB5D-89666D82F04B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6BCA74A5-7E99-C144-2A16-F9E82BD1D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1BB35FB4-75BF-8DE7-CF61-61B4B0602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EF1EDE85-272E-3140-D113-07C60AB24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DEAE53F3-E516-5DDF-8759-7F8B3050B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1E8C0833-F1A4-D139-A0B2-CBA04864FF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2C58B6B2-E452-40DA-B15E-6DD1F3357D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57B08892-5ACB-E54F-2791-4A5CB41BB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C0CB03E4-C32D-47EB-F23D-73670CA9CD72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8F7C7598-15D3-ECED-014C-AE71A25397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085B4B1B-0A57-5AB7-6DE8-72D129FC1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3BAE0DE5-EF3A-59F3-6585-8243B3A865D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435BDBB9-71BA-DE13-3248-A760481EECA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0150" y="3164567"/>
            <a:ext cx="899454" cy="138805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3222C722-C8FD-B043-3C4B-708DA1DDAD2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043F71FB-484B-0CAD-026D-9261AA372CA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51714" y="2315940"/>
            <a:ext cx="839592" cy="140871"/>
          </a:xfrm>
          <a:prstGeom prst="rect">
            <a:avLst/>
          </a:prstGeom>
        </p:spPr>
      </p:pic>
      <p:pic>
        <p:nvPicPr>
          <p:cNvPr id="96" name="Imagen 95">
            <a:extLst>
              <a:ext uri="{FF2B5EF4-FFF2-40B4-BE49-F238E27FC236}">
                <a16:creationId xmlns:a16="http://schemas.microsoft.com/office/drawing/2014/main" id="{F47847CA-B254-4AF0-8868-AC2D7ACED6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513" y="2464659"/>
            <a:ext cx="273290" cy="273290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9A2F66E4-376A-BFA4-7966-987608DC6C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4078" y="2083281"/>
            <a:ext cx="271032" cy="27103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895DE718-9F39-7EB2-8FB3-E1AAAF3F73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6296" y="2480313"/>
            <a:ext cx="259137" cy="259137"/>
          </a:xfrm>
          <a:prstGeom prst="rect">
            <a:avLst/>
          </a:prstGeom>
        </p:spPr>
      </p:pic>
      <p:pic>
        <p:nvPicPr>
          <p:cNvPr id="105" name="Imagen 104">
            <a:extLst>
              <a:ext uri="{FF2B5EF4-FFF2-40B4-BE49-F238E27FC236}">
                <a16:creationId xmlns:a16="http://schemas.microsoft.com/office/drawing/2014/main" id="{7610010E-B5DB-5841-83CD-7163D0017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427" y="2463652"/>
            <a:ext cx="279170" cy="279170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F7C40C66-89DF-935F-EC36-36BBD732A0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7212" y="2082999"/>
            <a:ext cx="268385" cy="268385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9E260E64-D397-8633-F3E6-DE0DD83021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5894" y="2470075"/>
            <a:ext cx="279170" cy="279170"/>
          </a:xfrm>
          <a:prstGeom prst="rect">
            <a:avLst/>
          </a:prstGeom>
        </p:spPr>
      </p:pic>
      <p:grpSp>
        <p:nvGrpSpPr>
          <p:cNvPr id="131" name="Grupo 130">
            <a:extLst>
              <a:ext uri="{FF2B5EF4-FFF2-40B4-BE49-F238E27FC236}">
                <a16:creationId xmlns:a16="http://schemas.microsoft.com/office/drawing/2014/main" id="{2864B2EC-9F26-76F8-3B1F-02B782858370}"/>
              </a:ext>
            </a:extLst>
          </p:cNvPr>
          <p:cNvGrpSpPr/>
          <p:nvPr/>
        </p:nvGrpSpPr>
        <p:grpSpPr>
          <a:xfrm>
            <a:off x="6120256" y="2805743"/>
            <a:ext cx="279170" cy="316573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B0EDD854-12A9-AE58-765C-A66DACF2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05A29B90-6C66-76E6-8B27-806CA747C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45070C18-69D6-B7CC-511A-509CE7F63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29" y="2879950"/>
            <a:ext cx="242365" cy="242365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BCC0842A-2A6D-4902-AB24-6C3F4A661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817" y="2477090"/>
            <a:ext cx="278316" cy="27831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18F9F666-9CF4-2BEC-B106-3BA447B8FF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5459" y="2094628"/>
            <a:ext cx="280056" cy="280056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0AACE10F-4C5C-D252-2929-0A58445F2C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5505" y="2487497"/>
            <a:ext cx="273020" cy="27302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AA6CF50-E50E-7835-9392-479C2D5E063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1304" y="2893539"/>
            <a:ext cx="248832" cy="248832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97749026-617A-3F1F-B45C-E3D081BC1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637" y="2895630"/>
            <a:ext cx="241609" cy="241609"/>
          </a:xfrm>
          <a:prstGeom prst="rect">
            <a:avLst/>
          </a:prstGeom>
        </p:spPr>
      </p:pic>
      <p:grpSp>
        <p:nvGrpSpPr>
          <p:cNvPr id="207" name="Grupo 206">
            <a:extLst>
              <a:ext uri="{FF2B5EF4-FFF2-40B4-BE49-F238E27FC236}">
                <a16:creationId xmlns:a16="http://schemas.microsoft.com/office/drawing/2014/main" id="{1ACB8F87-9135-BA6D-EF5E-D9084321C87F}"/>
              </a:ext>
            </a:extLst>
          </p:cNvPr>
          <p:cNvGrpSpPr/>
          <p:nvPr/>
        </p:nvGrpSpPr>
        <p:grpSpPr>
          <a:xfrm>
            <a:off x="7352166" y="2078013"/>
            <a:ext cx="280055" cy="290852"/>
            <a:chOff x="5828166" y="2078013"/>
            <a:chExt cx="280055" cy="290852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DC467077-EDA5-FC6F-0E3A-334E88A7C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28166" y="2078013"/>
              <a:ext cx="280055" cy="290852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4481F1AD-4321-81F3-CD4B-F0BDB3F67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11774" y="2085356"/>
              <a:ext cx="82949" cy="95719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BCD5A8B1-187C-240E-B391-C22D30D72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281" y="3265020"/>
            <a:ext cx="255687" cy="255687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FE6301B-4279-7B03-8BF1-F595BE2CD0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0076" y="3287444"/>
            <a:ext cx="215350" cy="21535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7E133DC9-2FCF-85F2-7CD9-22DA97D749EF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283A5BC3-1306-EE4A-F16D-BBB32CE3D0C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499C4F6B-0FA1-44CF-BF95-13C5CE1185D6}"/>
              </a:ext>
            </a:extLst>
          </p:cNvPr>
          <p:cNvGrpSpPr/>
          <p:nvPr/>
        </p:nvGrpSpPr>
        <p:grpSpPr>
          <a:xfrm>
            <a:off x="4834191" y="2082999"/>
            <a:ext cx="275904" cy="267871"/>
            <a:chOff x="3310191" y="2082999"/>
            <a:chExt cx="275904" cy="267871"/>
          </a:xfrm>
        </p:grpSpPr>
        <p:pic>
          <p:nvPicPr>
            <p:cNvPr id="198" name="Imagen 197">
              <a:extLst>
                <a:ext uri="{FF2B5EF4-FFF2-40B4-BE49-F238E27FC236}">
                  <a16:creationId xmlns:a16="http://schemas.microsoft.com/office/drawing/2014/main" id="{3D3E516C-380F-5E33-E1E8-D38A59161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0191" y="2082999"/>
              <a:ext cx="263452" cy="267871"/>
            </a:xfrm>
            <a:prstGeom prst="rect">
              <a:avLst/>
            </a:prstGeom>
          </p:spPr>
        </p:pic>
        <p:pic>
          <p:nvPicPr>
            <p:cNvPr id="199" name="Imagen 198">
              <a:extLst>
                <a:ext uri="{FF2B5EF4-FFF2-40B4-BE49-F238E27FC236}">
                  <a16:creationId xmlns:a16="http://schemas.microsoft.com/office/drawing/2014/main" id="{8C95D9BF-999D-A156-FF3C-75EB519DD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7020" y="2100113"/>
              <a:ext cx="99075" cy="100736"/>
            </a:xfrm>
            <a:prstGeom prst="rect">
              <a:avLst/>
            </a:prstGeom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856C676E-BB4F-A10F-7444-C7473DFA94E2}"/>
              </a:ext>
            </a:extLst>
          </p:cNvPr>
          <p:cNvGrpSpPr/>
          <p:nvPr/>
        </p:nvGrpSpPr>
        <p:grpSpPr>
          <a:xfrm>
            <a:off x="6096453" y="2064118"/>
            <a:ext cx="270209" cy="292583"/>
            <a:chOff x="4572453" y="2064118"/>
            <a:chExt cx="270209" cy="292583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E3F596CC-FDF9-3E87-EB6E-51A0ECCBC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453" y="2064118"/>
              <a:ext cx="270209" cy="292583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8B5A7A43-6CB8-F5E9-84A6-B0FB651A2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62052" y="2105019"/>
              <a:ext cx="74128" cy="89183"/>
            </a:xfrm>
            <a:prstGeom prst="rect">
              <a:avLst/>
            </a:prstGeom>
          </p:spPr>
        </p:pic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538B7025-D3AD-D4D0-DABA-3EDEF9D20A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095" y="2863718"/>
            <a:ext cx="204935" cy="2049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28082B-1019-6DC7-4148-FF11501777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6658" y="1995667"/>
            <a:ext cx="284033" cy="2840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12B822-50A0-60CB-4BFB-1A947EC017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095" y="2868484"/>
            <a:ext cx="204935" cy="2049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BB9380A-BF1B-CDCE-B623-F58918CB5B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095" y="2869826"/>
            <a:ext cx="217596" cy="2049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5D5F11C-2404-60C6-C8EC-320795078B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6658" y="2001277"/>
            <a:ext cx="278423" cy="2784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7F65E01-B46B-5E51-D141-90F5C3E8411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5902021-97E8-7C62-4AE0-2D5FB51B19EF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DAC0E0A-0B03-C913-6A4A-9A10CDDE6DB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208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15657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6190A8A-69C1-685E-8800-E6FD6AC1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075C6B0C-16B6-9401-EB84-8916DB8CB9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C604B0-586F-91AC-CCD7-8460134D6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535503E-936B-4AF8-810D-BD08AF4FD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B872FBE-BF17-D5C4-C246-91AAA8ED4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8A26ED-37EB-C6E2-06BA-50BFF3109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00993B1-B000-7E66-F7B8-87281FDFF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B71B5B2-8FEB-28A8-805E-FF16A5599D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08405B-FD28-D9C7-31D2-E9D0D6FCD1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5B2FA31D-8694-5EAC-0AF0-D3A5ADCDE2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6BAE689-C30D-BA48-06F6-8638624E7E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4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E65510F-FD79-CEB5-EF73-68608EB963D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51C3144B-70ED-1EED-E466-E2172C4054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F835820A-7477-25D8-A639-69458F72A7B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84B583B6-DE80-6EBB-ED9C-96BDB4F62E33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C8393D00-9F2D-8E9A-31B4-D6E2B568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ED356001-8457-DD9A-FD3E-F2637AD72860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37FFAD8-B545-4AEA-BC79-05B5ADEADC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EB573FCD-2F24-42B6-BC91-81F0D6711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76489497-50A5-73FB-BAED-B175DA5A98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BFDD8C20-BDEE-B739-E251-3F75D2AD6A9B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CB7BA7D1-72A3-B696-1803-4B701CA686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B511E66B-9C0A-2097-2B12-410A86573E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94340013-FAC3-BA8C-FA60-7448A9B5B930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6755E6EE-8653-1941-7C22-96836B8E21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A57A6678-398D-96CF-73EE-AED4BA7246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19D2BB17-D9DC-ADF3-E8F8-E19B1635AB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93678162-1827-CDF2-1AA9-E2844B0DAF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329D3DB3-FFBC-21F5-9D56-0E2EEA1B88DB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187EF2AB-973D-2500-19E0-360DFF66E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3FA47A95-5AF8-FED5-FE72-C27B0EE77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85D7C417-C4F8-46CD-AF7E-6F67FCE4712F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A15C4CE1-9122-173C-35A7-E38FE9ABD0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577A6EA5-15B3-F299-B1E4-341C77EC95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5D329FD9-6261-3C8F-67B5-3B7F8C712138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36BE46B6-7E4A-A9BF-B364-C0EE55B98E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0F188CF0-08B1-7B64-725D-B3E66F0F9D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51F5D81A-E27A-3262-FA69-A571BE225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400FEC3B-9E55-7E6D-1BD9-68FFCECB71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89DFC4C9-AE07-FB7F-6A01-EEB4BBCE1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339F4A51-AEB1-7061-7E89-76F852C80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C3CEB8E9-BDF6-32F6-3062-7ECD8DDFC8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6B8D9247-9A0A-72D1-8CF6-D846722F5145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A9F50072-C364-791B-26F2-9FD3A25001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ED4FCAB0-DDE9-0209-1F6A-5549EFA94C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E797D6C6-CAE4-9AEC-E34B-D960518CAF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83AC2CF3-E3DE-81F8-79D3-182E7034DA6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0150" y="3164567"/>
            <a:ext cx="899454" cy="138805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522A1E77-BB48-8544-9D29-C7A46B6E399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394E625F-E6E8-2A8C-B139-F0E47176C93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51714" y="2315940"/>
            <a:ext cx="839592" cy="140871"/>
          </a:xfrm>
          <a:prstGeom prst="rect">
            <a:avLst/>
          </a:prstGeom>
        </p:spPr>
      </p:pic>
      <p:pic>
        <p:nvPicPr>
          <p:cNvPr id="90" name="Imagen 89">
            <a:extLst>
              <a:ext uri="{FF2B5EF4-FFF2-40B4-BE49-F238E27FC236}">
                <a16:creationId xmlns:a16="http://schemas.microsoft.com/office/drawing/2014/main" id="{16F9FA9A-98BE-0463-C7AC-989CA21AF2C5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-5428" r="69701" b="1"/>
          <a:stretch/>
        </p:blipFill>
        <p:spPr>
          <a:xfrm>
            <a:off x="7184958" y="5180670"/>
            <a:ext cx="210377" cy="192639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A786FA3-91F1-77F4-7A92-881A4F188C3C}"/>
              </a:ext>
            </a:extLst>
          </p:cNvPr>
          <p:cNvGrpSpPr/>
          <p:nvPr/>
        </p:nvGrpSpPr>
        <p:grpSpPr>
          <a:xfrm>
            <a:off x="1703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521E86A8-1606-1476-C36D-52327E71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33BD97F6-32EF-A523-EFD9-96F33D021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A24EF09B-2DB2-6F95-F94C-17AB0CC10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3513" y="2464659"/>
            <a:ext cx="273290" cy="273290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0D54BD94-E887-BAD1-1766-A9A5DABC90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4078" y="2083281"/>
            <a:ext cx="271032" cy="27103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99BB7358-360D-6F2C-7D98-EECC7C79C1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6296" y="2480313"/>
            <a:ext cx="259137" cy="259137"/>
          </a:xfrm>
          <a:prstGeom prst="rect">
            <a:avLst/>
          </a:prstGeom>
        </p:spPr>
      </p:pic>
      <p:grpSp>
        <p:nvGrpSpPr>
          <p:cNvPr id="102" name="Grupo 101">
            <a:extLst>
              <a:ext uri="{FF2B5EF4-FFF2-40B4-BE49-F238E27FC236}">
                <a16:creationId xmlns:a16="http://schemas.microsoft.com/office/drawing/2014/main" id="{D2A5E928-D953-4756-4EDA-43FA7DD69F6D}"/>
              </a:ext>
            </a:extLst>
          </p:cNvPr>
          <p:cNvGrpSpPr/>
          <p:nvPr/>
        </p:nvGrpSpPr>
        <p:grpSpPr>
          <a:xfrm>
            <a:off x="4416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FFE044A1-F0B5-419C-FAF9-2FB995BF5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0D07E8C0-F2BE-3C8A-D29F-DFED426C6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028039CD-1AAB-3609-2B85-D95C4797C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427" y="2463652"/>
            <a:ext cx="279170" cy="279170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22586865-F98F-352B-2455-AEC434C948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7212" y="2082999"/>
            <a:ext cx="268385" cy="268385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430642C5-8BFB-58EF-D281-A8ABEB8404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5894" y="2470075"/>
            <a:ext cx="279170" cy="279170"/>
          </a:xfrm>
          <a:prstGeom prst="rect">
            <a:avLst/>
          </a:prstGeom>
        </p:spPr>
      </p:pic>
      <p:grpSp>
        <p:nvGrpSpPr>
          <p:cNvPr id="131" name="Grupo 130">
            <a:extLst>
              <a:ext uri="{FF2B5EF4-FFF2-40B4-BE49-F238E27FC236}">
                <a16:creationId xmlns:a16="http://schemas.microsoft.com/office/drawing/2014/main" id="{6428432D-03D2-728B-D6A7-6898097E6A84}"/>
              </a:ext>
            </a:extLst>
          </p:cNvPr>
          <p:cNvGrpSpPr/>
          <p:nvPr/>
        </p:nvGrpSpPr>
        <p:grpSpPr>
          <a:xfrm>
            <a:off x="6120256" y="2805743"/>
            <a:ext cx="279170" cy="316573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2BD42872-6B4F-E7F9-C363-46F7C8569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F3CE6693-87A3-538A-AC70-1E1DE7D68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0AF28B31-A086-2D49-391F-B2E41ACAF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829" y="2879950"/>
            <a:ext cx="242365" cy="242365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8226AAA8-0EF8-4BE9-F23B-5D8483EC6552}"/>
              </a:ext>
            </a:extLst>
          </p:cNvPr>
          <p:cNvGrpSpPr/>
          <p:nvPr/>
        </p:nvGrpSpPr>
        <p:grpSpPr>
          <a:xfrm>
            <a:off x="7776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B5B74F76-BC8D-8732-211D-73F6E228C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2C2D33F-71DC-133D-A6A9-F74F9A0DE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BA49CC24-F9D4-85B9-90F2-AB99202389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817" y="2477090"/>
            <a:ext cx="278316" cy="27831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AFFE8346-9C99-47CF-B303-8A67D6B9FEB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5459" y="2094628"/>
            <a:ext cx="280056" cy="280056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72F57550-B920-F381-39BD-1E98241BBC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5505" y="2487497"/>
            <a:ext cx="273020" cy="27302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DD03D086-8110-C041-5447-857C853067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1304" y="2893539"/>
            <a:ext cx="248832" cy="248832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3E14BB8A-DE52-FF37-7A72-633A9EDC2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0637" y="2895630"/>
            <a:ext cx="241609" cy="241609"/>
          </a:xfrm>
          <a:prstGeom prst="rect">
            <a:avLst/>
          </a:prstGeom>
        </p:spPr>
      </p:pic>
      <p:grpSp>
        <p:nvGrpSpPr>
          <p:cNvPr id="207" name="Grupo 206">
            <a:extLst>
              <a:ext uri="{FF2B5EF4-FFF2-40B4-BE49-F238E27FC236}">
                <a16:creationId xmlns:a16="http://schemas.microsoft.com/office/drawing/2014/main" id="{9517B75A-6421-88CA-5FFC-1BD641CC3FF7}"/>
              </a:ext>
            </a:extLst>
          </p:cNvPr>
          <p:cNvGrpSpPr/>
          <p:nvPr/>
        </p:nvGrpSpPr>
        <p:grpSpPr>
          <a:xfrm>
            <a:off x="7352166" y="2078013"/>
            <a:ext cx="280055" cy="290852"/>
            <a:chOff x="5828166" y="2078013"/>
            <a:chExt cx="280055" cy="290852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91BE4EDC-8196-14F3-4721-095D83B57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28166" y="2078013"/>
              <a:ext cx="280055" cy="290852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AE1A59C5-D792-2C74-B3B0-3F30AA357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11774" y="2085356"/>
              <a:ext cx="82949" cy="95719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FD3A6782-2926-5C17-EDFA-45A9DA408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5281" y="3265020"/>
            <a:ext cx="255687" cy="255687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13DA2A9-BA0F-5353-A297-7AA5559C15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0076" y="3287444"/>
            <a:ext cx="215350" cy="21535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F5C3C0CB-8909-FE0B-8D62-6E3AF5878B8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1E25C6F8-CC14-EE5C-2268-976B582D6EA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735B3E10-FAF6-B8FE-A3EF-A5DB0AA13F34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3113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133234C2-8CAD-699E-DFC5-FCBB33942C56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5826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F4350328-3329-E928-F1D8-A1F1E00E255E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6531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0" name="Grupo 199">
            <a:extLst>
              <a:ext uri="{FF2B5EF4-FFF2-40B4-BE49-F238E27FC236}">
                <a16:creationId xmlns:a16="http://schemas.microsoft.com/office/drawing/2014/main" id="{0F99BF86-F821-B941-E568-C61F326F1066}"/>
              </a:ext>
            </a:extLst>
          </p:cNvPr>
          <p:cNvGrpSpPr/>
          <p:nvPr/>
        </p:nvGrpSpPr>
        <p:grpSpPr>
          <a:xfrm>
            <a:off x="4834191" y="2082999"/>
            <a:ext cx="275904" cy="267871"/>
            <a:chOff x="3310191" y="2082999"/>
            <a:chExt cx="275904" cy="267871"/>
          </a:xfrm>
        </p:grpSpPr>
        <p:pic>
          <p:nvPicPr>
            <p:cNvPr id="198" name="Imagen 197">
              <a:extLst>
                <a:ext uri="{FF2B5EF4-FFF2-40B4-BE49-F238E27FC236}">
                  <a16:creationId xmlns:a16="http://schemas.microsoft.com/office/drawing/2014/main" id="{6512ACD4-140A-1BA4-4827-CAC0D52D5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0191" y="2082999"/>
              <a:ext cx="263452" cy="267871"/>
            </a:xfrm>
            <a:prstGeom prst="rect">
              <a:avLst/>
            </a:prstGeom>
          </p:spPr>
        </p:pic>
        <p:pic>
          <p:nvPicPr>
            <p:cNvPr id="199" name="Imagen 198">
              <a:extLst>
                <a:ext uri="{FF2B5EF4-FFF2-40B4-BE49-F238E27FC236}">
                  <a16:creationId xmlns:a16="http://schemas.microsoft.com/office/drawing/2014/main" id="{AB833B0E-4E54-D444-D5E3-84C18FDD6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487020" y="2100113"/>
              <a:ext cx="99075" cy="100736"/>
            </a:xfrm>
            <a:prstGeom prst="rect">
              <a:avLst/>
            </a:prstGeom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EE32C8C2-BDD3-3A7A-1EB6-DDA36340659E}"/>
              </a:ext>
            </a:extLst>
          </p:cNvPr>
          <p:cNvGrpSpPr/>
          <p:nvPr/>
        </p:nvGrpSpPr>
        <p:grpSpPr>
          <a:xfrm>
            <a:off x="6096453" y="2064118"/>
            <a:ext cx="270209" cy="292583"/>
            <a:chOff x="4572453" y="2064118"/>
            <a:chExt cx="270209" cy="292583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5354DB32-5A6B-E933-E2A7-7D732D923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453" y="2064118"/>
              <a:ext cx="270209" cy="292583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FBF1CED3-16CB-B0EF-985A-1FFF51E5B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762052" y="2105019"/>
              <a:ext cx="74128" cy="89183"/>
            </a:xfrm>
            <a:prstGeom prst="rect">
              <a:avLst/>
            </a:prstGeom>
          </p:spPr>
        </p:pic>
      </p:grpSp>
      <p:pic>
        <p:nvPicPr>
          <p:cNvPr id="208" name="Imagen 207">
            <a:extLst>
              <a:ext uri="{FF2B5EF4-FFF2-40B4-BE49-F238E27FC236}">
                <a16:creationId xmlns:a16="http://schemas.microsoft.com/office/drawing/2014/main" id="{9D3FE62D-79CC-9F1C-B84D-A7E56D958DF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35025" t="-5429" r="34675" b="-8509"/>
          <a:stretch/>
        </p:blipFill>
        <p:spPr>
          <a:xfrm>
            <a:off x="7428148" y="5180670"/>
            <a:ext cx="210377" cy="208183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0A6A2AAB-67CF-4505-562D-1AA2F6FEB0B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71323" t="-5429"/>
          <a:stretch/>
        </p:blipFill>
        <p:spPr>
          <a:xfrm>
            <a:off x="7680176" y="5178916"/>
            <a:ext cx="199117" cy="19263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0F0A130-D868-2EDC-CD94-2970FB3120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095" y="2863718"/>
            <a:ext cx="204935" cy="2049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CB3C0FF-9A0C-AF7F-E320-208E76E9DE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6658" y="1995667"/>
            <a:ext cx="284033" cy="2840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66F62DC-5A4D-665F-46C5-231428714D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095" y="2868484"/>
            <a:ext cx="204935" cy="2049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C689926-1FE5-7E46-6EC1-B23E3357EE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3095" y="2869826"/>
            <a:ext cx="217596" cy="20493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39BBF3-90FA-B8AD-EED5-5BCC8231E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6658" y="2001277"/>
            <a:ext cx="278423" cy="2784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B1C3730-E441-AF5C-4F45-7D035C31DAC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C521CC-064F-D8E8-DE48-431D06A6C9BE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2E6A597-18C5-28C7-EB38-611CBCADEEE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210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9945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750"/>
    </mc:Choice>
    <mc:Fallback xmlns="">
      <p:transition advTm="27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6ABE363-7CAF-910A-578C-6C722D3D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D7768C87-0E16-14D1-8B36-548F7DD1C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244E16-7080-FB27-667F-494C04A95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0DFAD0D-DE07-800F-104F-3BDEA5AA0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B569C75-15E0-6820-FC48-82DB4DE51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7279947-2A8F-0437-7946-4760C5AB2B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CFF297C7-64FC-A2C1-EBB5-4A6A27D3B3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6B7E592-B238-5E96-0FD8-FB05503A4D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4420D0-8A9A-4F68-75E7-2C5FD1474E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6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270BE2A-D7B8-CA6C-5919-7DED7AAFE1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D250842-911E-7430-E16E-5AA07F00953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14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C01AB78E-7395-DDE8-C01A-728AABCBE5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28C002A-B687-FDCC-3CF4-D50CE74F75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529F71A4-B4A3-7005-52E8-CED84ECDB85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1E163C2D-22DB-A850-45CD-A4BFCCEC96B6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2C923A27-EB45-A8A8-0197-CFE9518FC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C825A8E8-1758-BD1E-14E6-ADBDBEFCF2A8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C7DD250-5C05-3940-32E3-42E388D84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20625E72-0BAA-EDF7-377A-C3FCF3590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F941E120-1D41-9F0B-6212-A49D7A95B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1941641C-7EE3-1D3F-F138-1B3BEE25FD65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710E3D77-E515-A0B8-E62A-669A1EA827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3C647D1F-B8AE-D276-AB63-7E09F2B74E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6BB53EFF-B373-23CA-E9A1-002E59D20B19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C3707097-636E-E6A7-8D3C-19F556137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574DD659-E706-8EE2-7542-EDA2D7FDF9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6BF4416B-6C76-D6C9-B32C-C346FCAC3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BA89EAC2-1CA9-11BC-2420-67D76321B4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05DEC5B5-217E-AD8A-C029-E8738E3F500C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4DE53844-7EFF-8698-5EA3-F0E84DDB90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61560BA4-0E23-CA7E-F13A-D7C6BD80D3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92AE1505-9340-1D5D-8B17-1E429BF5ED0E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FFA2D2BF-FE17-2498-64D7-DD61B04BC2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C6724143-B6C9-0914-5AE9-DB6687D90F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964622E0-B1B5-00CA-C3A6-DEE59E382855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88C326E8-B75A-D6D8-4316-6F637EDA7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790277F4-5DC2-7CE5-2C42-59908A51D1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E2557D3B-4074-D9F8-05F4-E7D800EADB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31C6A649-6C6A-2C05-7D77-16EC7DB60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AE18121E-86D0-967E-4D50-2C29F030D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EC2DA64D-77E3-DED5-0419-EC8DA53B89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5BF9A6C1-111F-FF0D-A784-2E0B35C5A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37763A80-83E3-836B-91E4-85DD49AA10ED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DD0C205A-95B5-AC0C-A288-F77EB3D13A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F06E21DC-15B6-A331-2770-461F8A81E4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67E6AE1C-CD62-9036-76C3-23822E0FD0D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70C6DFFB-E172-17D1-DBBE-69D1C75B4C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70150" y="3164567"/>
            <a:ext cx="899454" cy="138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383E1E33-BAA5-8FA2-E3E2-EA7D315E2D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2013" y="2878313"/>
            <a:ext cx="204934" cy="204934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2EADB8A8-DF9B-1EFC-4BA5-B9E8FE08F1B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4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6CBD1EC3-346F-BD08-3959-06CFF9C7F2F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51714" y="2315940"/>
            <a:ext cx="839592" cy="14087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EF672379-E60A-FAB7-621E-E418DAA0EC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3633" y="1993146"/>
            <a:ext cx="280141" cy="280141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0F7780D-2131-268C-63A4-5270F049B463}"/>
              </a:ext>
            </a:extLst>
          </p:cNvPr>
          <p:cNvGrpSpPr/>
          <p:nvPr/>
        </p:nvGrpSpPr>
        <p:grpSpPr>
          <a:xfrm>
            <a:off x="1703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A3F617A0-64DA-CA74-BC02-5FC54A9C4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87004BE1-0B4A-B3EA-7626-D9F89E7EB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91C85856-EB96-B18E-D4BD-028FADDF90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447" y="4853524"/>
            <a:ext cx="327996" cy="327996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68523C15-FBD1-0275-F247-347592EA0E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2847" y="4883022"/>
            <a:ext cx="320162" cy="32016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0CAA1B08-AFFF-1797-7A64-70F57E66FB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3145" y="4883022"/>
            <a:ext cx="320162" cy="320162"/>
          </a:xfrm>
          <a:prstGeom prst="rect">
            <a:avLst/>
          </a:prstGeom>
        </p:spPr>
      </p:pic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AA41D8C-A984-DE07-3195-27B8519CBBF8}"/>
              </a:ext>
            </a:extLst>
          </p:cNvPr>
          <p:cNvGrpSpPr/>
          <p:nvPr/>
        </p:nvGrpSpPr>
        <p:grpSpPr>
          <a:xfrm>
            <a:off x="2120084" y="4905728"/>
            <a:ext cx="294562" cy="294562"/>
            <a:chOff x="497018" y="4873520"/>
            <a:chExt cx="294562" cy="294562"/>
          </a:xfrm>
        </p:grpSpPr>
        <p:pic>
          <p:nvPicPr>
            <p:cNvPr id="122" name="Imagen 121">
              <a:extLst>
                <a:ext uri="{FF2B5EF4-FFF2-40B4-BE49-F238E27FC236}">
                  <a16:creationId xmlns:a16="http://schemas.microsoft.com/office/drawing/2014/main" id="{9F2844B1-2772-9A22-E738-4088871A5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23" name="Imagen 122">
              <a:extLst>
                <a:ext uri="{FF2B5EF4-FFF2-40B4-BE49-F238E27FC236}">
                  <a16:creationId xmlns:a16="http://schemas.microsoft.com/office/drawing/2014/main" id="{9C16BBB8-DCF3-0A54-11B2-C54400811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26D12190-1BF4-3CA7-B37D-8824002CD23B}"/>
              </a:ext>
            </a:extLst>
          </p:cNvPr>
          <p:cNvGrpSpPr/>
          <p:nvPr/>
        </p:nvGrpSpPr>
        <p:grpSpPr>
          <a:xfrm>
            <a:off x="4416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54BA24BA-2AF7-98E9-6682-F32E8CC5F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B3C5DC87-D52B-B4D0-CE2A-601AF37AE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A482E817-30AE-EEB6-5923-7234347A09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3192" y="4848564"/>
            <a:ext cx="327996" cy="32799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F492127B-4340-D068-00BF-9A923466BE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5592" y="4878062"/>
            <a:ext cx="320162" cy="32016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94C854A3-91AB-4F0F-DC7B-AE68DE7550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5890" y="4878062"/>
            <a:ext cx="320162" cy="320162"/>
          </a:xfrm>
          <a:prstGeom prst="rect">
            <a:avLst/>
          </a:prstGeom>
        </p:spPr>
      </p:pic>
      <p:grpSp>
        <p:nvGrpSpPr>
          <p:cNvPr id="119" name="Grupo 118">
            <a:extLst>
              <a:ext uri="{FF2B5EF4-FFF2-40B4-BE49-F238E27FC236}">
                <a16:creationId xmlns:a16="http://schemas.microsoft.com/office/drawing/2014/main" id="{48D329BE-086D-9932-1BA5-B2E901C0C1CC}"/>
              </a:ext>
            </a:extLst>
          </p:cNvPr>
          <p:cNvGrpSpPr/>
          <p:nvPr/>
        </p:nvGrpSpPr>
        <p:grpSpPr>
          <a:xfrm>
            <a:off x="4844416" y="4903259"/>
            <a:ext cx="300068" cy="300068"/>
            <a:chOff x="3678209" y="4702103"/>
            <a:chExt cx="300068" cy="300068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69C17A97-87D5-4D93-E7B5-94E3AB65D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5B47EAC8-11EC-D508-22EE-AC62DF5E5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245715FE-6250-7349-7BC5-A604A738107C}"/>
              </a:ext>
            </a:extLst>
          </p:cNvPr>
          <p:cNvGrpSpPr/>
          <p:nvPr/>
        </p:nvGrpSpPr>
        <p:grpSpPr>
          <a:xfrm>
            <a:off x="5229464" y="5337618"/>
            <a:ext cx="285755" cy="317675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FB111ACC-FF06-6E45-0BBA-158C21DD9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890597ED-FB64-6CBF-46E8-F93ED8C48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8EA29252-BF29-623E-8D44-CF9EF4E3C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060" y="5382848"/>
            <a:ext cx="294780" cy="29478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3BC6D99B-624A-9147-C001-35A7973EA4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6791" y="4890888"/>
            <a:ext cx="273521" cy="273521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EA17F798-22F1-BE2C-3C91-4B183AA30DB6}"/>
              </a:ext>
            </a:extLst>
          </p:cNvPr>
          <p:cNvGrpSpPr/>
          <p:nvPr/>
        </p:nvGrpSpPr>
        <p:grpSpPr>
          <a:xfrm>
            <a:off x="7776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E69728B4-E93C-3DDE-B3FF-033F42FFD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706487C-C231-6B2A-D5AF-F4C62B511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5E27AFCA-C0A4-E959-411F-915677E855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200" y="4848564"/>
            <a:ext cx="327996" cy="32799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D5BBF922-B0D2-866F-5C6B-464322C22A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5600" y="4878062"/>
            <a:ext cx="320162" cy="320162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AF556874-8E06-B7BC-4413-AE36C46A24F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5898" y="4878062"/>
            <a:ext cx="320162" cy="320162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18D364EB-4FED-633C-AB21-7DF063DD2F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9472" y="5401293"/>
            <a:ext cx="254000" cy="2540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659EB8A4-3FEF-9D97-AB9A-05DE6A76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7068" y="5382848"/>
            <a:ext cx="294780" cy="294780"/>
          </a:xfrm>
          <a:prstGeom prst="rect">
            <a:avLst/>
          </a:prstGeom>
        </p:spPr>
      </p:pic>
      <p:grpSp>
        <p:nvGrpSpPr>
          <p:cNvPr id="155" name="Grupo 154">
            <a:extLst>
              <a:ext uri="{FF2B5EF4-FFF2-40B4-BE49-F238E27FC236}">
                <a16:creationId xmlns:a16="http://schemas.microsoft.com/office/drawing/2014/main" id="{6B87B593-EDAB-12E1-D5CB-8EA577C91FA7}"/>
              </a:ext>
            </a:extLst>
          </p:cNvPr>
          <p:cNvGrpSpPr/>
          <p:nvPr/>
        </p:nvGrpSpPr>
        <p:grpSpPr>
          <a:xfrm>
            <a:off x="8211898" y="4914725"/>
            <a:ext cx="300068" cy="301854"/>
            <a:chOff x="6785945" y="4956058"/>
            <a:chExt cx="300068" cy="301860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08573031-1622-B546-4D9D-156667032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91DDBAD6-F52B-910C-FC76-4F67ACD38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B994E2C0-F9D4-0517-9D6B-FDA58A2C5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808" y="5363414"/>
            <a:ext cx="294780" cy="29478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213C2D67-3FBA-562F-407A-D696C80041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5840" y="5401294"/>
            <a:ext cx="253999" cy="253999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1534924F-603E-3204-7ED9-EDAF706E11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0468" y="4901015"/>
            <a:ext cx="273521" cy="27352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A57D513A-E138-E0B4-7AF9-39576ABCF9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2105" y="5367382"/>
            <a:ext cx="310246" cy="310246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EE2B8247-AFD8-DB49-7F5A-B10D830116C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579A56A6-D27C-4958-BB49-D0240744607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9B8395E0-A5FA-6667-859B-BC462CAA14BC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3113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3D37744E-ADA0-BA79-2AE3-000A6BCC28D0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5826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8BD0A7A7-F82A-2328-D05C-4263063D9A59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6531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5E3817E6-E695-11A7-CC67-70FEF014A19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-5428" r="69701" b="1"/>
          <a:stretch/>
        </p:blipFill>
        <p:spPr>
          <a:xfrm>
            <a:off x="7184958" y="5180670"/>
            <a:ext cx="210377" cy="19263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AE45485-3C1D-B15A-CE78-05562C999FC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35025" t="-5429" r="34675" b="-8509"/>
          <a:stretch/>
        </p:blipFill>
        <p:spPr>
          <a:xfrm>
            <a:off x="7428148" y="5180670"/>
            <a:ext cx="210377" cy="20818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30CE103-3C17-4180-A9F0-37E598271404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71323" t="-5429"/>
          <a:stretch/>
        </p:blipFill>
        <p:spPr>
          <a:xfrm>
            <a:off x="7680176" y="5178916"/>
            <a:ext cx="199117" cy="19263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F5DB8BB-E099-2E95-23CF-CB701E42406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22729" y="1315372"/>
            <a:ext cx="1059692" cy="98489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821C7C0-4F84-5D18-0777-5FF7D1E5C398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06672" y="1304377"/>
            <a:ext cx="1059693" cy="98489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7EE0B8-DC83-3FEF-2283-C811A8F128B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D8CEC7C-15B2-2956-D63D-7BE8C237E217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FCD9AD0-5D1F-5255-33DA-5A6BDEC1D61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188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52847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3017FE6F-5770-43A4-AAEE-F0F11CD7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FCAD3D5-244B-47C9-088B-D27A681BA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064" y="1459277"/>
            <a:ext cx="1059692" cy="9848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1251956-F666-F3A7-EB46-C5938512A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151" y="1462298"/>
            <a:ext cx="1059692" cy="984890"/>
          </a:xfrm>
          <a:prstGeom prst="rect">
            <a:avLst/>
          </a:prstGeom>
        </p:spPr>
      </p:pic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C4E3A3BA-F838-4407-5BD7-4C295720FF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8F109B0-131E-4E78-4501-3F9518CC4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6B42523-7006-80B2-C444-3118E1575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4065227-B4AC-2441-1102-94684054B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67E5DC3-5FE2-2344-F190-01ADE9E3B1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FEDF66F-8D73-D0A6-2D8E-32CAC0BDF8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6A32D26-ED9C-FF5A-AA4D-22149BC25D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5D3E266-5BE8-0F76-DAE5-3E607BC7FA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6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8264BBC-9C89-F9CC-41DE-EB9C0569DC3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B21D700-CB8C-2EEB-C89B-E4C7540249E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4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E459BD5-3219-B7D3-0239-BD082E86E1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A0FE7E3-6C67-76BF-53E8-DD8527E2AD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405D82EB-5409-EB8A-E4E0-A0E9A4C1C6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79275880-CB10-694E-4D4F-E6C7B0665E90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A068B170-713C-4DA2-864F-B4DEF7212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E74BC8A0-52B2-91BD-E1C3-4C8223199BE9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B408B0B0-A4C6-FFAB-9EF8-2EBC09F6C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9174382F-AAD6-7B46-5579-D658472FC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841E607D-35CD-E719-92EE-FCB933275F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E76483B3-E2FB-9ECF-B0B5-A56E1375B436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A0E8E16D-08FB-89A0-F092-5BD472FF3B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CB0160A1-8B02-83F9-8E5F-13BCAFFA7A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58B0F94B-6FED-7830-4198-665C65A3A45E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1070412-69E3-9476-DDC9-F3ED512155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470FF917-FEAA-8959-D64D-B2558353FE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84CB374F-8DA3-A65E-6D9B-19A0F2C84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98024D3D-3CF8-7F07-0FE9-45702B8262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C0CED85F-635B-F778-09B9-53D57C930341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A45326F5-4568-2C1B-4AAD-AF9850BE24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BBC946CC-8FB4-E156-ECED-60E43916D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CE7D7DD5-07BD-63BC-3FF8-CDDBB08096BF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35C64752-9BDB-4C34-5409-0B93CDF2EC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9D66B810-4FE7-FDE8-BADC-0E1AFC5318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42219D7B-1643-C11B-E715-710AA9DA75E9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D08C2F45-4399-AF36-A635-04BE20DC5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377AAE5-4AFB-FB8A-8F3E-C67AEB5B5C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73F1B043-1E37-B277-6F53-BFAD519CF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81D87E08-A336-4D3D-C8FD-AE95791B3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2A92573A-1CAB-B961-FD32-4D272EA1B3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E687893F-82C3-C7F1-27DB-F4B1A4690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763CAF69-7051-D94E-32AF-76D3B0B30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A62A8726-CC0C-00B4-48B9-6C9778DD1D3B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028E5E3F-067E-43B6-56E8-EC2E143528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9834799F-86A2-C3C3-739A-DE71844F0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8A8942E0-2E5A-14F4-8B2F-1CF7F971A61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4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D246DD0D-29E5-2C2F-1E43-09DEB56AB50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0150" y="3164567"/>
            <a:ext cx="899454" cy="138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A32D8247-C770-EDCF-7108-7DC269BAFF0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2013" y="2878313"/>
            <a:ext cx="204934" cy="204934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47BF92C5-E08E-714E-DC51-A7AE7B598ED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4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3B6DFDEB-B236-C561-2C34-F3ACFCE847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1714" y="2315940"/>
            <a:ext cx="839592" cy="14087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C673E7E-E5FA-DD23-E7CE-1D4875BCE2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3633" y="1993146"/>
            <a:ext cx="280141" cy="280141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FC97892E-BA17-AA3D-A007-0B7915D31BEF}"/>
              </a:ext>
            </a:extLst>
          </p:cNvPr>
          <p:cNvGrpSpPr/>
          <p:nvPr/>
        </p:nvGrpSpPr>
        <p:grpSpPr>
          <a:xfrm>
            <a:off x="1703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CE1E8F66-C2B6-7CE8-EB04-20DA30537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C7E74064-74CA-BD03-3720-3AD3682F9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0D5551E4-BEF1-73D7-9355-C3211BCF3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0447" y="4853524"/>
            <a:ext cx="327996" cy="327996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1E1DFD90-8156-F167-D950-9825AA7573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2847" y="4883022"/>
            <a:ext cx="320162" cy="32016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5CF39E61-4376-3A25-BD15-1C91AA60E1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3145" y="4883022"/>
            <a:ext cx="320162" cy="320162"/>
          </a:xfrm>
          <a:prstGeom prst="rect">
            <a:avLst/>
          </a:prstGeom>
        </p:spPr>
      </p:pic>
      <p:grpSp>
        <p:nvGrpSpPr>
          <p:cNvPr id="126" name="Grupo 125">
            <a:extLst>
              <a:ext uri="{FF2B5EF4-FFF2-40B4-BE49-F238E27FC236}">
                <a16:creationId xmlns:a16="http://schemas.microsoft.com/office/drawing/2014/main" id="{B48D6A54-F42B-6CF4-F3EA-EBD95CEC39AE}"/>
              </a:ext>
            </a:extLst>
          </p:cNvPr>
          <p:cNvGrpSpPr/>
          <p:nvPr/>
        </p:nvGrpSpPr>
        <p:grpSpPr>
          <a:xfrm>
            <a:off x="2120084" y="4905728"/>
            <a:ext cx="294562" cy="294562"/>
            <a:chOff x="497018" y="4873520"/>
            <a:chExt cx="294562" cy="294562"/>
          </a:xfrm>
        </p:grpSpPr>
        <p:pic>
          <p:nvPicPr>
            <p:cNvPr id="122" name="Imagen 121">
              <a:extLst>
                <a:ext uri="{FF2B5EF4-FFF2-40B4-BE49-F238E27FC236}">
                  <a16:creationId xmlns:a16="http://schemas.microsoft.com/office/drawing/2014/main" id="{D87ADE8E-A5EE-29F0-0FE8-C1A635DB0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23" name="Imagen 122">
              <a:extLst>
                <a:ext uri="{FF2B5EF4-FFF2-40B4-BE49-F238E27FC236}">
                  <a16:creationId xmlns:a16="http://schemas.microsoft.com/office/drawing/2014/main" id="{8C34E331-92ED-C517-B314-04C7AE8E9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64CDDEAA-AD47-B341-3FD4-09DFADA40823}"/>
              </a:ext>
            </a:extLst>
          </p:cNvPr>
          <p:cNvGrpSpPr/>
          <p:nvPr/>
        </p:nvGrpSpPr>
        <p:grpSpPr>
          <a:xfrm>
            <a:off x="4416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D2DFF92B-0C87-0705-F3AE-F98F6EF99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86D1FA22-7BE7-16C0-5DFD-03362CCF3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BDD88BA7-1A07-1325-5F41-23654FFE28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3192" y="4848564"/>
            <a:ext cx="327996" cy="32799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FEC7B744-0B3B-854F-EB70-53B77F74C1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25592" y="4878062"/>
            <a:ext cx="320162" cy="32016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3BABD429-BB36-C157-96C8-ED713E73C81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5890" y="4878062"/>
            <a:ext cx="320162" cy="320162"/>
          </a:xfrm>
          <a:prstGeom prst="rect">
            <a:avLst/>
          </a:prstGeom>
        </p:spPr>
      </p:pic>
      <p:grpSp>
        <p:nvGrpSpPr>
          <p:cNvPr id="119" name="Grupo 118">
            <a:extLst>
              <a:ext uri="{FF2B5EF4-FFF2-40B4-BE49-F238E27FC236}">
                <a16:creationId xmlns:a16="http://schemas.microsoft.com/office/drawing/2014/main" id="{5EE19D86-B5CA-4FBE-24CB-6646B4927FA7}"/>
              </a:ext>
            </a:extLst>
          </p:cNvPr>
          <p:cNvGrpSpPr/>
          <p:nvPr/>
        </p:nvGrpSpPr>
        <p:grpSpPr>
          <a:xfrm>
            <a:off x="4844416" y="4903259"/>
            <a:ext cx="300068" cy="300068"/>
            <a:chOff x="3678209" y="4702103"/>
            <a:chExt cx="300068" cy="300068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2D0C91AC-AFE3-6284-79AF-1C89EFF53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D3A2F78A-A055-40F3-0585-B641F8BB8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86BE2E45-303B-5F53-38BB-35D51683FDA3}"/>
              </a:ext>
            </a:extLst>
          </p:cNvPr>
          <p:cNvGrpSpPr/>
          <p:nvPr/>
        </p:nvGrpSpPr>
        <p:grpSpPr>
          <a:xfrm>
            <a:off x="5229464" y="5337618"/>
            <a:ext cx="285755" cy="317675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D13079B8-A529-41C6-7511-E2C17D273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2DF297CA-4F2C-772B-451D-A564286FB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7B1F33F3-340B-7757-E279-7943CE962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060" y="5382848"/>
            <a:ext cx="294780" cy="29478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E771E28D-52FE-674F-CBF1-205C26705F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6791" y="4890888"/>
            <a:ext cx="273521" cy="273521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AEE1D80D-461E-0EEA-1DED-10993ACB8E35}"/>
              </a:ext>
            </a:extLst>
          </p:cNvPr>
          <p:cNvGrpSpPr/>
          <p:nvPr/>
        </p:nvGrpSpPr>
        <p:grpSpPr>
          <a:xfrm>
            <a:off x="7776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9A44C7A5-9135-271A-3B6C-F2E74A264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39A41E59-CE51-ED27-A9F5-1F19D42A9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BFA4481A-8F3B-0315-1450-CF20539402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200" y="4848564"/>
            <a:ext cx="327996" cy="32799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8855C34D-97D4-67CB-ABD5-8C5AD037ED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5600" y="4878062"/>
            <a:ext cx="320162" cy="320162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93436298-87E8-E69E-8D82-8B808D785A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5898" y="4878062"/>
            <a:ext cx="320162" cy="320162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2F32B66F-9A0A-834E-2D2B-031BEC1E72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9472" y="5401293"/>
            <a:ext cx="254000" cy="2540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1E40A646-7D7E-9AAA-3F3D-C3922879B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068" y="5382848"/>
            <a:ext cx="294780" cy="294780"/>
          </a:xfrm>
          <a:prstGeom prst="rect">
            <a:avLst/>
          </a:prstGeom>
        </p:spPr>
      </p:pic>
      <p:grpSp>
        <p:nvGrpSpPr>
          <p:cNvPr id="155" name="Grupo 154">
            <a:extLst>
              <a:ext uri="{FF2B5EF4-FFF2-40B4-BE49-F238E27FC236}">
                <a16:creationId xmlns:a16="http://schemas.microsoft.com/office/drawing/2014/main" id="{DD1F078B-ACD0-A486-90AA-DC3EA64FC41D}"/>
              </a:ext>
            </a:extLst>
          </p:cNvPr>
          <p:cNvGrpSpPr/>
          <p:nvPr/>
        </p:nvGrpSpPr>
        <p:grpSpPr>
          <a:xfrm>
            <a:off x="8211898" y="4914725"/>
            <a:ext cx="300068" cy="301854"/>
            <a:chOff x="6785945" y="4956064"/>
            <a:chExt cx="300068" cy="301854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B108859B-C46B-D127-25DF-2A77E4D98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3201CC42-D8AC-FF19-BA9E-D9D2E14C8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798D95CC-FA06-F5BA-8D62-048D28C1D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9808" y="5363414"/>
            <a:ext cx="294780" cy="29478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7DA873EE-CE7A-791C-F944-02B563C4CD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5840" y="5401294"/>
            <a:ext cx="253999" cy="253999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A26367A4-458D-2A64-823E-BBC31AAE9E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80468" y="4901015"/>
            <a:ext cx="273521" cy="27352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60DB26EA-35CA-CC5A-93E4-58CDDFF389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2105" y="5367382"/>
            <a:ext cx="310246" cy="310246"/>
          </a:xfrm>
          <a:prstGeom prst="rect">
            <a:avLst/>
          </a:prstGeom>
        </p:spPr>
      </p:pic>
      <p:pic>
        <p:nvPicPr>
          <p:cNvPr id="93" name="Imagen 92">
            <a:extLst>
              <a:ext uri="{FF2B5EF4-FFF2-40B4-BE49-F238E27FC236}">
                <a16:creationId xmlns:a16="http://schemas.microsoft.com/office/drawing/2014/main" id="{A8D3B8DC-7633-C470-AD74-0FAF48903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976" y="1459363"/>
            <a:ext cx="1059692" cy="984890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2388A8C3-4498-3175-EAD6-21DB281AB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151" y="1462298"/>
            <a:ext cx="1059692" cy="984890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9FE15F53-2796-8F64-11ED-9EA4176D429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E550BAD9-E1BE-D1D5-ED5B-98B754937CD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963F91AA-416D-39A8-66A5-4C985074DC6A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3113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28DC9E17-61BE-E065-AC67-0C55DFFB2FF8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5826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5F1E7611-586F-FEAF-99A5-0EA24B869926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6531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05DF6A9-8F6D-F32C-2335-C5B1621E0341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-5428" r="69701" b="1"/>
          <a:stretch/>
        </p:blipFill>
        <p:spPr>
          <a:xfrm>
            <a:off x="7184958" y="5180670"/>
            <a:ext cx="210377" cy="1926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CA8A712-984F-37BA-DE14-C5F36D1E411B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35025" t="-5429" r="34675" b="-8509"/>
          <a:stretch/>
        </p:blipFill>
        <p:spPr>
          <a:xfrm>
            <a:off x="7428148" y="5180670"/>
            <a:ext cx="210377" cy="20818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19BAD2A-6DD8-25F9-2174-FFB89A6323DB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71323" t="-5429"/>
          <a:stretch/>
        </p:blipFill>
        <p:spPr>
          <a:xfrm>
            <a:off x="7680176" y="5178916"/>
            <a:ext cx="199117" cy="1926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887D24B-F642-AD02-E2BB-68A68FEBAFB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C9C685B-252D-7FC0-7847-756F993CD0A6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C60BA27-3D9D-4BA2-5407-B50C14BDCD3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188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09973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6CD0012-E78B-152E-1FD3-A7595D2C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737FF5D7-6D14-B770-8505-BE3ED5DCA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064" y="1459277"/>
            <a:ext cx="1059692" cy="98489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B286682-01BB-E02F-17A0-2314967CD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6151" y="1462298"/>
            <a:ext cx="1059692" cy="984890"/>
          </a:xfrm>
          <a:prstGeom prst="rect">
            <a:avLst/>
          </a:prstGeom>
        </p:spPr>
      </p:pic>
      <p:sp>
        <p:nvSpPr>
          <p:cNvPr id="7" name="Google Shape;878;p89">
            <a:extLst>
              <a:ext uri="{FF2B5EF4-FFF2-40B4-BE49-F238E27FC236}">
                <a16:creationId xmlns:a16="http://schemas.microsoft.com/office/drawing/2014/main" id="{E3FDACB8-2035-7AF7-10F9-D8F45C4E7A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3334" y="440668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7A0029"/>
                </a:solidFill>
              </a:rPr>
              <a:t>What is a pricing?</a:t>
            </a:r>
            <a:endParaRPr sz="4000" dirty="0">
              <a:solidFill>
                <a:srgbClr val="7A0029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DB7C9D-C616-850E-FDF4-AF1A65B206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9197" y="2624007"/>
            <a:ext cx="1458770" cy="11720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CCAB247-477F-692F-0140-FE61C12F3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922" y="2840995"/>
            <a:ext cx="164212" cy="1655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3F45228-7D0E-8F24-EE35-36DA99528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1422" y="2914130"/>
            <a:ext cx="164212" cy="1655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49A71CE-12F5-828C-2748-230D72B4C0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785" y="3123934"/>
            <a:ext cx="164212" cy="16559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AC9E397-462F-9960-704F-4CF0FEB646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7793" y="3010315"/>
            <a:ext cx="164212" cy="16559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10A238F-F772-FF57-D9CF-99ADC8BDDF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64553" y="3320714"/>
            <a:ext cx="164212" cy="16559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66C7A2A-FF47-9248-FFB2-42F1212AF4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6976" y="3100429"/>
            <a:ext cx="164212" cy="16559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4D71CB4-1262-B928-F559-34BFAB4C1B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2905" y="2805743"/>
            <a:ext cx="164212" cy="16559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34FA86-D082-1078-E5F2-52AA06C6DEB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14657" y="2842043"/>
            <a:ext cx="149284" cy="15053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ADA8E54D-A0A7-30A5-6A00-FAE9D6D5D5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5908" y="3355116"/>
            <a:ext cx="164212" cy="16559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11047C4C-7373-A641-B6F5-8991148F2B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76028" y="3142371"/>
            <a:ext cx="164212" cy="165591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90492F14-C6AA-1703-DD6F-091D004A7E2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24493" y="234573"/>
            <a:ext cx="1285117" cy="984890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08BD8914-76D7-8425-1CEB-A709786668BA}"/>
              </a:ext>
            </a:extLst>
          </p:cNvPr>
          <p:cNvGrpSpPr/>
          <p:nvPr/>
        </p:nvGrpSpPr>
        <p:grpSpPr>
          <a:xfrm>
            <a:off x="4658170" y="1378548"/>
            <a:ext cx="3746500" cy="2635250"/>
            <a:chOff x="3781266" y="1217884"/>
            <a:chExt cx="3746500" cy="2635250"/>
          </a:xfrm>
        </p:grpSpPr>
        <p:pic>
          <p:nvPicPr>
            <p:cNvPr id="29" name="Imagen 28">
              <a:extLst>
                <a:ext uri="{FF2B5EF4-FFF2-40B4-BE49-F238E27FC236}">
                  <a16:creationId xmlns:a16="http://schemas.microsoft.com/office/drawing/2014/main" id="{19D75E72-487B-52F5-3A76-5FAA54C12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781266" y="1217884"/>
              <a:ext cx="3746500" cy="2635250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D721BF37-CF25-2D4C-D139-96E0C0BEBD04}"/>
                </a:ext>
              </a:extLst>
            </p:cNvPr>
            <p:cNvGrpSpPr/>
            <p:nvPr/>
          </p:nvGrpSpPr>
          <p:grpSpPr>
            <a:xfrm>
              <a:off x="3959932" y="1920649"/>
              <a:ext cx="869967" cy="654668"/>
              <a:chOff x="3959932" y="1920649"/>
              <a:chExt cx="869967" cy="654668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F6A230F-65E0-89E7-BE7B-0E9C74067C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56609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38" name="Imagen 37">
                <a:extLst>
                  <a:ext uri="{FF2B5EF4-FFF2-40B4-BE49-F238E27FC236}">
                    <a16:creationId xmlns:a16="http://schemas.microsoft.com/office/drawing/2014/main" id="{3EE68667-5C16-E589-9146-C2E036A1B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8867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D138C04C-A32E-DCF4-837D-0F44A90F9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88599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56" name="Grupo 55">
                <a:extLst>
                  <a:ext uri="{FF2B5EF4-FFF2-40B4-BE49-F238E27FC236}">
                    <a16:creationId xmlns:a16="http://schemas.microsoft.com/office/drawing/2014/main" id="{DD041BC9-D381-AD9E-3D4C-5766603B4B18}"/>
                  </a:ext>
                </a:extLst>
              </p:cNvPr>
              <p:cNvGrpSpPr/>
              <p:nvPr/>
            </p:nvGrpSpPr>
            <p:grpSpPr>
              <a:xfrm>
                <a:off x="3959932" y="1920649"/>
                <a:ext cx="275210" cy="271032"/>
                <a:chOff x="3959932" y="1920649"/>
                <a:chExt cx="275210" cy="271032"/>
              </a:xfrm>
            </p:grpSpPr>
            <p:pic>
              <p:nvPicPr>
                <p:cNvPr id="34" name="Imagen 33">
                  <a:extLst>
                    <a:ext uri="{FF2B5EF4-FFF2-40B4-BE49-F238E27FC236}">
                      <a16:creationId xmlns:a16="http://schemas.microsoft.com/office/drawing/2014/main" id="{928BF2A9-D67E-AC65-3B99-8BF0A15681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59932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45" name="Imagen 44">
                  <a:extLst>
                    <a:ext uri="{FF2B5EF4-FFF2-40B4-BE49-F238E27FC236}">
                      <a16:creationId xmlns:a16="http://schemas.microsoft.com/office/drawing/2014/main" id="{ED808B72-12EE-AE3C-774D-B15F2B7DF4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33217" y="1939972"/>
                  <a:ext cx="101925" cy="10192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0E364A20-973D-7A29-52F8-7F293F215518}"/>
                </a:ext>
              </a:extLst>
            </p:cNvPr>
            <p:cNvGrpSpPr/>
            <p:nvPr/>
          </p:nvGrpSpPr>
          <p:grpSpPr>
            <a:xfrm>
              <a:off x="5218726" y="1920649"/>
              <a:ext cx="869967" cy="1041003"/>
              <a:chOff x="5218726" y="1920649"/>
              <a:chExt cx="869967" cy="1041003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79128135-3B61-A6AB-4E61-2FF97B117D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830865" y="2719287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53" name="Imagen 52">
                <a:extLst>
                  <a:ext uri="{FF2B5EF4-FFF2-40B4-BE49-F238E27FC236}">
                    <a16:creationId xmlns:a16="http://schemas.microsoft.com/office/drawing/2014/main" id="{BED106D7-1066-1D50-5CD5-E6FB9ADD4D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15403" y="2302027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54" name="Imagen 53">
                <a:extLst>
                  <a:ext uri="{FF2B5EF4-FFF2-40B4-BE49-F238E27FC236}">
                    <a16:creationId xmlns:a16="http://schemas.microsoft.com/office/drawing/2014/main" id="{254C9494-EC04-FCAF-E754-5D40FB0C15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7661" y="1920649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55" name="Imagen 54">
                <a:extLst>
                  <a:ext uri="{FF2B5EF4-FFF2-40B4-BE49-F238E27FC236}">
                    <a16:creationId xmlns:a16="http://schemas.microsoft.com/office/drawing/2014/main" id="{8A2DD9EB-5AA7-6216-2D35-B727EBE972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47393" y="2332952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68" name="Grupo 67">
                <a:extLst>
                  <a:ext uri="{FF2B5EF4-FFF2-40B4-BE49-F238E27FC236}">
                    <a16:creationId xmlns:a16="http://schemas.microsoft.com/office/drawing/2014/main" id="{C0D77AE0-9C0A-62A4-B930-FD4426C897CB}"/>
                  </a:ext>
                </a:extLst>
              </p:cNvPr>
              <p:cNvGrpSpPr/>
              <p:nvPr/>
            </p:nvGrpSpPr>
            <p:grpSpPr>
              <a:xfrm>
                <a:off x="5250983" y="2646027"/>
                <a:ext cx="274121" cy="312926"/>
                <a:chOff x="5250983" y="2646027"/>
                <a:chExt cx="274121" cy="312926"/>
              </a:xfrm>
            </p:grpSpPr>
            <p:pic>
              <p:nvPicPr>
                <p:cNvPr id="41" name="Imagen 40">
                  <a:extLst>
                    <a:ext uri="{FF2B5EF4-FFF2-40B4-BE49-F238E27FC236}">
                      <a16:creationId xmlns:a16="http://schemas.microsoft.com/office/drawing/2014/main" id="{35836763-6D2D-C651-0C85-270D6D8AC0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50983" y="2716588"/>
                  <a:ext cx="242365" cy="242365"/>
                </a:xfrm>
                <a:prstGeom prst="rect">
                  <a:avLst/>
                </a:prstGeom>
              </p:spPr>
            </p:pic>
            <p:pic>
              <p:nvPicPr>
                <p:cNvPr id="57" name="Imagen 56">
                  <a:extLst>
                    <a:ext uri="{FF2B5EF4-FFF2-40B4-BE49-F238E27FC236}">
                      <a16:creationId xmlns:a16="http://schemas.microsoft.com/office/drawing/2014/main" id="{2B70F838-504C-B507-1818-F3617BF85A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36096" y="2646027"/>
                  <a:ext cx="89008" cy="98897"/>
                </a:xfrm>
                <a:prstGeom prst="rect">
                  <a:avLst/>
                </a:prstGeom>
              </p:spPr>
            </p:pic>
          </p:grpSp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A1BE44AF-EC07-A39A-8DFD-3DE3029CDC6B}"/>
                  </a:ext>
                </a:extLst>
              </p:cNvPr>
              <p:cNvGrpSpPr/>
              <p:nvPr/>
            </p:nvGrpSpPr>
            <p:grpSpPr>
              <a:xfrm>
                <a:off x="5218726" y="1920649"/>
                <a:ext cx="273043" cy="271032"/>
                <a:chOff x="5218726" y="1920649"/>
                <a:chExt cx="273043" cy="271032"/>
              </a:xfrm>
            </p:grpSpPr>
            <p:pic>
              <p:nvPicPr>
                <p:cNvPr id="52" name="Imagen 51">
                  <a:extLst>
                    <a:ext uri="{FF2B5EF4-FFF2-40B4-BE49-F238E27FC236}">
                      <a16:creationId xmlns:a16="http://schemas.microsoft.com/office/drawing/2014/main" id="{4D5212D8-DC70-ECEA-C6E3-D03F491CAF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8726" y="1920649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60" name="Imagen 59">
                  <a:extLst>
                    <a:ext uri="{FF2B5EF4-FFF2-40B4-BE49-F238E27FC236}">
                      <a16:creationId xmlns:a16="http://schemas.microsoft.com/office/drawing/2014/main" id="{5BE69257-02AD-5860-638F-CA39C4356E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02761" y="1938271"/>
                  <a:ext cx="89008" cy="9889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4D654E54-A0E4-4413-1E58-789122F7E707}"/>
                </a:ext>
              </a:extLst>
            </p:cNvPr>
            <p:cNvGrpSpPr/>
            <p:nvPr/>
          </p:nvGrpSpPr>
          <p:grpSpPr>
            <a:xfrm>
              <a:off x="6475262" y="1922631"/>
              <a:ext cx="869967" cy="1435922"/>
              <a:chOff x="6475262" y="1922631"/>
              <a:chExt cx="869967" cy="1435922"/>
            </a:xfrm>
          </p:grpSpPr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FD4AA6AB-F000-C4AA-87D4-CD21BE9F11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03929" y="3116188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6E825F58-EAF3-3365-DA08-AE199AA73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10942" y="3123244"/>
                <a:ext cx="211106" cy="211106"/>
              </a:xfrm>
              <a:prstGeom prst="rect">
                <a:avLst/>
              </a:prstGeom>
            </p:spPr>
          </p:pic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61435C94-979F-1D5C-35F6-C737454E7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7401" y="2736909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2" name="Imagen 61">
                <a:extLst>
                  <a:ext uri="{FF2B5EF4-FFF2-40B4-BE49-F238E27FC236}">
                    <a16:creationId xmlns:a16="http://schemas.microsoft.com/office/drawing/2014/main" id="{A4D84570-5AAD-C946-3B5A-EAD3D36C9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507519" y="2734210"/>
                <a:ext cx="242365" cy="242365"/>
              </a:xfrm>
              <a:prstGeom prst="rect">
                <a:avLst/>
              </a:prstGeom>
            </p:spPr>
          </p:pic>
          <p:pic>
            <p:nvPicPr>
              <p:cNvPr id="64" name="Imagen 63">
                <a:extLst>
                  <a:ext uri="{FF2B5EF4-FFF2-40B4-BE49-F238E27FC236}">
                    <a16:creationId xmlns:a16="http://schemas.microsoft.com/office/drawing/2014/main" id="{416B2307-D46F-C175-E902-35688DA0C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71939" y="2319649"/>
                <a:ext cx="273290" cy="273290"/>
              </a:xfrm>
              <a:prstGeom prst="rect">
                <a:avLst/>
              </a:prstGeom>
            </p:spPr>
          </p:pic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3B20B81C-EF2E-7B9B-80AB-4DADD2771B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4197" y="1938271"/>
                <a:ext cx="271032" cy="271032"/>
              </a:xfrm>
              <a:prstGeom prst="rect">
                <a:avLst/>
              </a:prstGeom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810137DB-93A2-17E1-360A-27B723C6B2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03929" y="2350574"/>
                <a:ext cx="242365" cy="242365"/>
              </a:xfrm>
              <a:prstGeom prst="rect">
                <a:avLst/>
              </a:prstGeom>
            </p:spPr>
          </p:pic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F36D45B1-3A65-C01E-6288-4704A306DFBA}"/>
                  </a:ext>
                </a:extLst>
              </p:cNvPr>
              <p:cNvGrpSpPr/>
              <p:nvPr/>
            </p:nvGrpSpPr>
            <p:grpSpPr>
              <a:xfrm>
                <a:off x="6475262" y="1922631"/>
                <a:ext cx="272191" cy="272818"/>
                <a:chOff x="6475262" y="1957267"/>
                <a:chExt cx="272191" cy="272818"/>
              </a:xfrm>
            </p:grpSpPr>
            <p:pic>
              <p:nvPicPr>
                <p:cNvPr id="63" name="Imagen 62">
                  <a:extLst>
                    <a:ext uri="{FF2B5EF4-FFF2-40B4-BE49-F238E27FC236}">
                      <a16:creationId xmlns:a16="http://schemas.microsoft.com/office/drawing/2014/main" id="{867BD1C2-21F1-2F7A-4C67-32E482071E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75262" y="1959053"/>
                  <a:ext cx="271032" cy="271032"/>
                </a:xfrm>
                <a:prstGeom prst="rect">
                  <a:avLst/>
                </a:prstGeom>
              </p:spPr>
            </p:pic>
            <p:pic>
              <p:nvPicPr>
                <p:cNvPr id="70" name="Imagen 69">
                  <a:extLst>
                    <a:ext uri="{FF2B5EF4-FFF2-40B4-BE49-F238E27FC236}">
                      <a16:creationId xmlns:a16="http://schemas.microsoft.com/office/drawing/2014/main" id="{E2E4DEA9-577E-CEEF-2A5D-03EE83170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658445" y="1957267"/>
                  <a:ext cx="89008" cy="9889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8" name="Imagen 77">
            <a:extLst>
              <a:ext uri="{FF2B5EF4-FFF2-40B4-BE49-F238E27FC236}">
                <a16:creationId xmlns:a16="http://schemas.microsoft.com/office/drawing/2014/main" id="{64C872AA-C7D3-D76F-C6EC-A6D2320ACBE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4444" y="2777335"/>
            <a:ext cx="1366877" cy="608427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8590F8B0-F14A-5D20-B1EF-E3F527CAC1B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70150" y="3164567"/>
            <a:ext cx="899454" cy="138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436A3223-1AAA-E41E-63BC-4034C00DCF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2013" y="2878313"/>
            <a:ext cx="204934" cy="204934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7DEEBFC3-1EB3-B3FC-B3FC-08B4DAD0AF7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74445" y="1926061"/>
            <a:ext cx="1366877" cy="608427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5E586E67-ED96-7DDF-0A4B-1601D45CA7B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1714" y="2315940"/>
            <a:ext cx="839592" cy="14087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42072C4D-2B9C-E232-1F6C-7B3E7476E0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3633" y="1993146"/>
            <a:ext cx="280141" cy="280141"/>
          </a:xfrm>
          <a:prstGeom prst="rect">
            <a:avLst/>
          </a:prstGeom>
        </p:spPr>
      </p:pic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2B10544-51EA-509D-E2B8-F1A5D306498A}"/>
              </a:ext>
            </a:extLst>
          </p:cNvPr>
          <p:cNvGrpSpPr/>
          <p:nvPr/>
        </p:nvGrpSpPr>
        <p:grpSpPr>
          <a:xfrm>
            <a:off x="1703512" y="4382246"/>
            <a:ext cx="2593548" cy="1743225"/>
            <a:chOff x="80446" y="4350038"/>
            <a:chExt cx="2593548" cy="1743225"/>
          </a:xfrm>
        </p:grpSpPr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C6B7F4EA-29FF-ADFA-7E22-A4A9F267F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307135" y="4536892"/>
              <a:ext cx="2366859" cy="1556371"/>
            </a:xfrm>
            <a:prstGeom prst="rect">
              <a:avLst/>
            </a:prstGeom>
          </p:spPr>
        </p:pic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B47FA022-AB33-CAA5-2FAB-EF992CAB8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0446" y="4350038"/>
              <a:ext cx="683525" cy="635276"/>
            </a:xfrm>
            <a:prstGeom prst="rect">
              <a:avLst/>
            </a:prstGeom>
          </p:spPr>
        </p:pic>
      </p:grpSp>
      <p:pic>
        <p:nvPicPr>
          <p:cNvPr id="96" name="Imagen 95">
            <a:extLst>
              <a:ext uri="{FF2B5EF4-FFF2-40B4-BE49-F238E27FC236}">
                <a16:creationId xmlns:a16="http://schemas.microsoft.com/office/drawing/2014/main" id="{454D817C-3CE9-22B8-BAA7-6A180670E8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0447" y="4853524"/>
            <a:ext cx="327996" cy="327996"/>
          </a:xfrm>
          <a:prstGeom prst="rect">
            <a:avLst/>
          </a:prstGeom>
        </p:spPr>
      </p:pic>
      <p:pic>
        <p:nvPicPr>
          <p:cNvPr id="97" name="Imagen 96">
            <a:extLst>
              <a:ext uri="{FF2B5EF4-FFF2-40B4-BE49-F238E27FC236}">
                <a16:creationId xmlns:a16="http://schemas.microsoft.com/office/drawing/2014/main" id="{860B4552-16B2-DBBA-B6BD-4F96543AA1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12847" y="4883022"/>
            <a:ext cx="320162" cy="320162"/>
          </a:xfrm>
          <a:prstGeom prst="rect">
            <a:avLst/>
          </a:prstGeom>
        </p:spPr>
      </p:pic>
      <p:pic>
        <p:nvPicPr>
          <p:cNvPr id="98" name="Imagen 97">
            <a:extLst>
              <a:ext uri="{FF2B5EF4-FFF2-40B4-BE49-F238E27FC236}">
                <a16:creationId xmlns:a16="http://schemas.microsoft.com/office/drawing/2014/main" id="{43841396-F8E8-D826-EA73-5CC54854B9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53145" y="4883022"/>
            <a:ext cx="320162" cy="320162"/>
          </a:xfrm>
          <a:prstGeom prst="rect">
            <a:avLst/>
          </a:prstGeom>
        </p:spPr>
      </p:pic>
      <p:grpSp>
        <p:nvGrpSpPr>
          <p:cNvPr id="126" name="Grupo 125">
            <a:extLst>
              <a:ext uri="{FF2B5EF4-FFF2-40B4-BE49-F238E27FC236}">
                <a16:creationId xmlns:a16="http://schemas.microsoft.com/office/drawing/2014/main" id="{79B9AC0B-ACE8-8BE2-B435-5AC4F2BAA6EC}"/>
              </a:ext>
            </a:extLst>
          </p:cNvPr>
          <p:cNvGrpSpPr/>
          <p:nvPr/>
        </p:nvGrpSpPr>
        <p:grpSpPr>
          <a:xfrm>
            <a:off x="2120084" y="4905728"/>
            <a:ext cx="294562" cy="294562"/>
            <a:chOff x="497018" y="4873520"/>
            <a:chExt cx="294562" cy="294562"/>
          </a:xfrm>
        </p:grpSpPr>
        <p:pic>
          <p:nvPicPr>
            <p:cNvPr id="122" name="Imagen 121">
              <a:extLst>
                <a:ext uri="{FF2B5EF4-FFF2-40B4-BE49-F238E27FC236}">
                  <a16:creationId xmlns:a16="http://schemas.microsoft.com/office/drawing/2014/main" id="{DAA053CA-EA25-ECBE-B857-BBFEC3A17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23" name="Imagen 122">
              <a:extLst>
                <a:ext uri="{FF2B5EF4-FFF2-40B4-BE49-F238E27FC236}">
                  <a16:creationId xmlns:a16="http://schemas.microsoft.com/office/drawing/2014/main" id="{D0E86E61-56DB-0285-0C1E-CE20904F9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7A364FC-463F-3721-4D51-FB067F7E7F9B}"/>
              </a:ext>
            </a:extLst>
          </p:cNvPr>
          <p:cNvGrpSpPr/>
          <p:nvPr/>
        </p:nvGrpSpPr>
        <p:grpSpPr>
          <a:xfrm>
            <a:off x="4416257" y="4377286"/>
            <a:ext cx="2593548" cy="1743225"/>
            <a:chOff x="822235" y="4129612"/>
            <a:chExt cx="2593548" cy="1743225"/>
          </a:xfrm>
        </p:grpSpPr>
        <p:pic>
          <p:nvPicPr>
            <p:cNvPr id="103" name="Imagen 102">
              <a:extLst>
                <a:ext uri="{FF2B5EF4-FFF2-40B4-BE49-F238E27FC236}">
                  <a16:creationId xmlns:a16="http://schemas.microsoft.com/office/drawing/2014/main" id="{3AB7B4E5-AC07-8A39-DC9C-01021C758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04" name="Imagen 103">
              <a:extLst>
                <a:ext uri="{FF2B5EF4-FFF2-40B4-BE49-F238E27FC236}">
                  <a16:creationId xmlns:a16="http://schemas.microsoft.com/office/drawing/2014/main" id="{C7FB9ECA-6FD4-23E6-9CE5-63F04E16C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05" name="Imagen 104">
            <a:extLst>
              <a:ext uri="{FF2B5EF4-FFF2-40B4-BE49-F238E27FC236}">
                <a16:creationId xmlns:a16="http://schemas.microsoft.com/office/drawing/2014/main" id="{9074B28F-6813-CA3A-9699-D712A2379A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3192" y="4848564"/>
            <a:ext cx="327996" cy="327996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8B366B6F-5997-8EDD-3F29-D1A550C994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25592" y="4878062"/>
            <a:ext cx="320162" cy="320162"/>
          </a:xfrm>
          <a:prstGeom prst="rect">
            <a:avLst/>
          </a:prstGeom>
        </p:spPr>
      </p:pic>
      <p:pic>
        <p:nvPicPr>
          <p:cNvPr id="107" name="Imagen 106">
            <a:extLst>
              <a:ext uri="{FF2B5EF4-FFF2-40B4-BE49-F238E27FC236}">
                <a16:creationId xmlns:a16="http://schemas.microsoft.com/office/drawing/2014/main" id="{7EC53106-1DC1-E57F-AA80-6226F8B1023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65890" y="4878062"/>
            <a:ext cx="320162" cy="320162"/>
          </a:xfrm>
          <a:prstGeom prst="rect">
            <a:avLst/>
          </a:prstGeom>
        </p:spPr>
      </p:pic>
      <p:grpSp>
        <p:nvGrpSpPr>
          <p:cNvPr id="119" name="Grupo 118">
            <a:extLst>
              <a:ext uri="{FF2B5EF4-FFF2-40B4-BE49-F238E27FC236}">
                <a16:creationId xmlns:a16="http://schemas.microsoft.com/office/drawing/2014/main" id="{FC2B54F0-F08D-F3DB-F990-97E8A4BCC6ED}"/>
              </a:ext>
            </a:extLst>
          </p:cNvPr>
          <p:cNvGrpSpPr/>
          <p:nvPr/>
        </p:nvGrpSpPr>
        <p:grpSpPr>
          <a:xfrm>
            <a:off x="4844416" y="4903259"/>
            <a:ext cx="300068" cy="300068"/>
            <a:chOff x="3678209" y="4702103"/>
            <a:chExt cx="300068" cy="300068"/>
          </a:xfrm>
        </p:grpSpPr>
        <p:pic>
          <p:nvPicPr>
            <p:cNvPr id="117" name="Imagen 116">
              <a:extLst>
                <a:ext uri="{FF2B5EF4-FFF2-40B4-BE49-F238E27FC236}">
                  <a16:creationId xmlns:a16="http://schemas.microsoft.com/office/drawing/2014/main" id="{ABFDCCA5-1D85-4175-CEA1-931A05CB4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273ECC3A-DDDB-1838-6B4F-6856E9A78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31" name="Grupo 130">
            <a:extLst>
              <a:ext uri="{FF2B5EF4-FFF2-40B4-BE49-F238E27FC236}">
                <a16:creationId xmlns:a16="http://schemas.microsoft.com/office/drawing/2014/main" id="{A47EA13F-2109-75DD-E915-C43B7539B663}"/>
              </a:ext>
            </a:extLst>
          </p:cNvPr>
          <p:cNvGrpSpPr/>
          <p:nvPr/>
        </p:nvGrpSpPr>
        <p:grpSpPr>
          <a:xfrm>
            <a:off x="5229464" y="5337618"/>
            <a:ext cx="285755" cy="317675"/>
            <a:chOff x="4063257" y="5136462"/>
            <a:chExt cx="285755" cy="317675"/>
          </a:xfrm>
        </p:grpSpPr>
        <p:pic>
          <p:nvPicPr>
            <p:cNvPr id="129" name="Imagen 128">
              <a:extLst>
                <a:ext uri="{FF2B5EF4-FFF2-40B4-BE49-F238E27FC236}">
                  <a16:creationId xmlns:a16="http://schemas.microsoft.com/office/drawing/2014/main" id="{7A771EE4-4289-7156-FD08-5D20E8CC1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30" name="Imagen 129">
              <a:extLst>
                <a:ext uri="{FF2B5EF4-FFF2-40B4-BE49-F238E27FC236}">
                  <a16:creationId xmlns:a16="http://schemas.microsoft.com/office/drawing/2014/main" id="{A33EB465-1A2B-7920-0694-62A7E3F35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32" name="Imagen 131">
            <a:extLst>
              <a:ext uri="{FF2B5EF4-FFF2-40B4-BE49-F238E27FC236}">
                <a16:creationId xmlns:a16="http://schemas.microsoft.com/office/drawing/2014/main" id="{7A31C55E-E3CB-674F-8F99-378DBBCDE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7060" y="5382848"/>
            <a:ext cx="294780" cy="294780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D0AD0566-49C0-2F53-96BA-E7EF5D25AF9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06791" y="4890888"/>
            <a:ext cx="273521" cy="273521"/>
          </a:xfrm>
          <a:prstGeom prst="rect">
            <a:avLst/>
          </a:prstGeom>
        </p:spPr>
      </p:pic>
      <p:grpSp>
        <p:nvGrpSpPr>
          <p:cNvPr id="136" name="Grupo 135">
            <a:extLst>
              <a:ext uri="{FF2B5EF4-FFF2-40B4-BE49-F238E27FC236}">
                <a16:creationId xmlns:a16="http://schemas.microsoft.com/office/drawing/2014/main" id="{6475D222-33A1-5CD3-92CD-D39A4CDBDB27}"/>
              </a:ext>
            </a:extLst>
          </p:cNvPr>
          <p:cNvGrpSpPr/>
          <p:nvPr/>
        </p:nvGrpSpPr>
        <p:grpSpPr>
          <a:xfrm>
            <a:off x="7776265" y="4377286"/>
            <a:ext cx="2593548" cy="1743225"/>
            <a:chOff x="822235" y="4129612"/>
            <a:chExt cx="2593548" cy="1743225"/>
          </a:xfrm>
        </p:grpSpPr>
        <p:pic>
          <p:nvPicPr>
            <p:cNvPr id="148" name="Imagen 147">
              <a:extLst>
                <a:ext uri="{FF2B5EF4-FFF2-40B4-BE49-F238E27FC236}">
                  <a16:creationId xmlns:a16="http://schemas.microsoft.com/office/drawing/2014/main" id="{9AE75FD8-6233-F9FA-1F63-871C7037B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048924" y="4316466"/>
              <a:ext cx="2366859" cy="1556371"/>
            </a:xfrm>
            <a:prstGeom prst="rect">
              <a:avLst/>
            </a:prstGeom>
          </p:spPr>
        </p:pic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22B3575B-3589-4B41-DF9C-EF697C0B5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22235" y="4129612"/>
              <a:ext cx="683525" cy="635276"/>
            </a:xfrm>
            <a:prstGeom prst="rect">
              <a:avLst/>
            </a:prstGeom>
          </p:spPr>
        </p:pic>
      </p:grpSp>
      <p:pic>
        <p:nvPicPr>
          <p:cNvPr id="138" name="Imagen 137">
            <a:extLst>
              <a:ext uri="{FF2B5EF4-FFF2-40B4-BE49-F238E27FC236}">
                <a16:creationId xmlns:a16="http://schemas.microsoft.com/office/drawing/2014/main" id="{CB1C3237-A0FF-C948-DAAB-D225DCAC15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200" y="4848564"/>
            <a:ext cx="327996" cy="327996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4AF14171-5372-DB32-F554-51EDAC100E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85600" y="4878062"/>
            <a:ext cx="320162" cy="320162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CE0F493F-4CA1-3FFB-03AD-AD7C08648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25898" y="4878062"/>
            <a:ext cx="320162" cy="320162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EEDA809B-91A7-DE31-A70F-E72CED3FA7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9472" y="5401293"/>
            <a:ext cx="254000" cy="254000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F94A488E-45FF-F33E-7BAF-7D5D9A673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068" y="5382848"/>
            <a:ext cx="294780" cy="294780"/>
          </a:xfrm>
          <a:prstGeom prst="rect">
            <a:avLst/>
          </a:prstGeom>
        </p:spPr>
      </p:pic>
      <p:grpSp>
        <p:nvGrpSpPr>
          <p:cNvPr id="155" name="Grupo 154">
            <a:extLst>
              <a:ext uri="{FF2B5EF4-FFF2-40B4-BE49-F238E27FC236}">
                <a16:creationId xmlns:a16="http://schemas.microsoft.com/office/drawing/2014/main" id="{FBB9E000-2B14-C7AD-9B1D-A77A5CB47971}"/>
              </a:ext>
            </a:extLst>
          </p:cNvPr>
          <p:cNvGrpSpPr/>
          <p:nvPr/>
        </p:nvGrpSpPr>
        <p:grpSpPr>
          <a:xfrm>
            <a:off x="8211898" y="4914725"/>
            <a:ext cx="300068" cy="301854"/>
            <a:chOff x="6785945" y="4956064"/>
            <a:chExt cx="300068" cy="301854"/>
          </a:xfrm>
        </p:grpSpPr>
        <p:pic>
          <p:nvPicPr>
            <p:cNvPr id="153" name="Imagen 152">
              <a:extLst>
                <a:ext uri="{FF2B5EF4-FFF2-40B4-BE49-F238E27FC236}">
                  <a16:creationId xmlns:a16="http://schemas.microsoft.com/office/drawing/2014/main" id="{5D4A695A-C16F-FC0F-F261-2A8EF6AED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6B86071C-2BE8-F82D-2A12-CCCE37D20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56" name="Imagen 155">
            <a:extLst>
              <a:ext uri="{FF2B5EF4-FFF2-40B4-BE49-F238E27FC236}">
                <a16:creationId xmlns:a16="http://schemas.microsoft.com/office/drawing/2014/main" id="{C34CE217-F80A-4890-500F-EA7E2748B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9808" y="5363414"/>
            <a:ext cx="294780" cy="294780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4B2F3E1C-A54B-BF27-D40D-9E4FFE6554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95840" y="5401294"/>
            <a:ext cx="253999" cy="253999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A12DEFAF-56C7-9D1E-92A1-080889AAC9F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80468" y="4901015"/>
            <a:ext cx="273521" cy="27352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0D506B8B-E720-0008-F876-B107F270C5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2105" y="5367382"/>
            <a:ext cx="310246" cy="310246"/>
          </a:xfrm>
          <a:prstGeom prst="rect">
            <a:avLst/>
          </a:prstGeom>
        </p:spPr>
      </p:pic>
      <p:pic>
        <p:nvPicPr>
          <p:cNvPr id="93" name="Imagen 92">
            <a:extLst>
              <a:ext uri="{FF2B5EF4-FFF2-40B4-BE49-F238E27FC236}">
                <a16:creationId xmlns:a16="http://schemas.microsoft.com/office/drawing/2014/main" id="{7C2B3007-EE38-A508-A37E-300EA303C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489" y="4374145"/>
            <a:ext cx="690283" cy="641557"/>
          </a:xfrm>
          <a:prstGeom prst="rect">
            <a:avLst/>
          </a:prstGeom>
        </p:spPr>
      </p:pic>
      <p:pic>
        <p:nvPicPr>
          <p:cNvPr id="94" name="Imagen 93">
            <a:extLst>
              <a:ext uri="{FF2B5EF4-FFF2-40B4-BE49-F238E27FC236}">
                <a16:creationId xmlns:a16="http://schemas.microsoft.com/office/drawing/2014/main" id="{B89DE437-A9CF-1DB5-C639-3195D672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4658" y="4377284"/>
            <a:ext cx="707606" cy="657657"/>
          </a:xfrm>
          <a:prstGeom prst="rect">
            <a:avLst/>
          </a:prstGeom>
        </p:spPr>
      </p:pic>
      <p:cxnSp>
        <p:nvCxnSpPr>
          <p:cNvPr id="176" name="Conector recto de flecha 175">
            <a:extLst>
              <a:ext uri="{FF2B5EF4-FFF2-40B4-BE49-F238E27FC236}">
                <a16:creationId xmlns:a16="http://schemas.microsoft.com/office/drawing/2014/main" id="{9DF09DBC-BE6B-9078-CE05-CDDB9024C97E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036519" y="2148383"/>
            <a:ext cx="2063" cy="475624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de flecha 178">
            <a:extLst>
              <a:ext uri="{FF2B5EF4-FFF2-40B4-BE49-F238E27FC236}">
                <a16:creationId xmlns:a16="http://schemas.microsoft.com/office/drawing/2014/main" id="{B97CE1E4-CBA3-5B92-00F4-54D1A9EC7D9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767967" y="3210055"/>
            <a:ext cx="890203" cy="0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de flecha 180">
            <a:extLst>
              <a:ext uri="{FF2B5EF4-FFF2-40B4-BE49-F238E27FC236}">
                <a16:creationId xmlns:a16="http://schemas.microsoft.com/office/drawing/2014/main" id="{38AD10F1-23A8-A926-651C-BF1654B3A047}"/>
              </a:ext>
            </a:extLst>
          </p:cNvPr>
          <p:cNvCxnSpPr>
            <a:cxnSpLocks/>
            <a:stCxn id="29" idx="2"/>
            <a:endCxn id="89" idx="0"/>
          </p:cNvCxnSpPr>
          <p:nvPr/>
        </p:nvCxnSpPr>
        <p:spPr>
          <a:xfrm flipH="1">
            <a:off x="3113631" y="4013798"/>
            <a:ext cx="3417789" cy="55530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de flecha 183">
            <a:extLst>
              <a:ext uri="{FF2B5EF4-FFF2-40B4-BE49-F238E27FC236}">
                <a16:creationId xmlns:a16="http://schemas.microsoft.com/office/drawing/2014/main" id="{0391B097-5EE3-74B9-196C-A8572A2B895E}"/>
              </a:ext>
            </a:extLst>
          </p:cNvPr>
          <p:cNvCxnSpPr>
            <a:cxnSpLocks/>
            <a:stCxn id="29" idx="2"/>
            <a:endCxn id="103" idx="0"/>
          </p:cNvCxnSpPr>
          <p:nvPr/>
        </p:nvCxnSpPr>
        <p:spPr>
          <a:xfrm flipH="1">
            <a:off x="5826376" y="4013798"/>
            <a:ext cx="70504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>
            <a:extLst>
              <a:ext uri="{FF2B5EF4-FFF2-40B4-BE49-F238E27FC236}">
                <a16:creationId xmlns:a16="http://schemas.microsoft.com/office/drawing/2014/main" id="{4A8502C1-0A40-B582-6823-23BAFC072100}"/>
              </a:ext>
            </a:extLst>
          </p:cNvPr>
          <p:cNvCxnSpPr>
            <a:cxnSpLocks/>
            <a:stCxn id="29" idx="2"/>
            <a:endCxn id="148" idx="0"/>
          </p:cNvCxnSpPr>
          <p:nvPr/>
        </p:nvCxnSpPr>
        <p:spPr>
          <a:xfrm>
            <a:off x="6531420" y="4013798"/>
            <a:ext cx="2654964" cy="550342"/>
          </a:xfrm>
          <a:prstGeom prst="straightConnector1">
            <a:avLst/>
          </a:prstGeom>
          <a:ln w="19050">
            <a:solidFill>
              <a:srgbClr val="7A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58C6EDA8-9495-257A-869D-0D0FC31616CD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-5428" r="69701" b="1"/>
          <a:stretch/>
        </p:blipFill>
        <p:spPr>
          <a:xfrm>
            <a:off x="7184958" y="5180670"/>
            <a:ext cx="210377" cy="1926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CFE727F-CA7E-0DF5-E7E9-91B49D5C12C9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35025" t="-5429" r="34675" b="-8509"/>
          <a:stretch/>
        </p:blipFill>
        <p:spPr>
          <a:xfrm>
            <a:off x="7428148" y="5180670"/>
            <a:ext cx="210377" cy="20818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C82F3E9-D5E3-B936-1B19-F3C5A8E898E3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71323" t="-5429"/>
          <a:stretch/>
        </p:blipFill>
        <p:spPr>
          <a:xfrm>
            <a:off x="7680176" y="5178916"/>
            <a:ext cx="199117" cy="1926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243BE66-7659-4439-11A1-0F1C8A8983B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06673" y="1304378"/>
            <a:ext cx="1059692" cy="98489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2B98DDE-ABA9-6F56-462E-0D21E3E29A68}"/>
              </a:ext>
            </a:extLst>
          </p:cNvPr>
          <p:cNvSpPr txBox="1"/>
          <p:nvPr/>
        </p:nvSpPr>
        <p:spPr>
          <a:xfrm>
            <a:off x="10128448" y="6488668"/>
            <a:ext cx="38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Barlow" pitchFamily="2" charset="77"/>
              </a:rPr>
              <a:t>2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D00C4F9-82F4-6A74-F5B2-41BD49CE9C4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24000" y="6307317"/>
            <a:ext cx="1102225" cy="572700"/>
          </a:xfrm>
          <a:prstGeom prst="rect">
            <a:avLst/>
          </a:prstGeom>
        </p:spPr>
      </p:pic>
      <p:sp>
        <p:nvSpPr>
          <p:cNvPr id="188" name="!!4x3 mask left"/>
          <p:cNvSpPr/>
          <p:nvPr/>
        </p:nvSpPr>
        <p:spPr>
          <a:xfrm>
            <a:off x="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4x3 mask right"/>
          <p:cNvSpPr/>
          <p:nvPr/>
        </p:nvSpPr>
        <p:spPr>
          <a:xfrm>
            <a:off x="10668000" y="0"/>
            <a:ext cx="152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63276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S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