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</p:sldMasterIdLst>
  <p:notesMasterIdLst>
    <p:notesMasterId r:id="rId54"/>
  </p:notesMasterIdLst>
  <p:sldIdLst>
    <p:sldId id="256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EFE8790-3150-B047-5B10-AE13380B5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70256-300B-AF01-B544-7643FF993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Methodology</a:t>
            </a:r>
            <a:endParaRPr lang="es-ES" dirty="0"/>
          </a:p>
        </p:txBody>
      </p:sp>
      <p:grpSp>
        <p:nvGrpSpPr>
          <p:cNvPr id="42" name="Grupo 41">
            <a:extLst>
              <a:ext uri="{FF2B5EF4-FFF2-40B4-BE49-F238E27FC236}">
                <a16:creationId xmlns:a16="http://schemas.microsoft.com/office/drawing/2014/main" id="{B2B93464-15C3-20F6-8143-EB1CA96AFDC5}"/>
              </a:ext>
            </a:extLst>
          </p:cNvPr>
          <p:cNvGrpSpPr/>
          <p:nvPr/>
        </p:nvGrpSpPr>
        <p:grpSpPr>
          <a:xfrm>
            <a:off x="632812" y="1380192"/>
            <a:ext cx="1512786" cy="1476047"/>
            <a:chOff x="737071" y="1397000"/>
            <a:chExt cx="1512786" cy="1476047"/>
          </a:xfrm>
        </p:grpSpPr>
        <p:pic>
          <p:nvPicPr>
            <p:cNvPr id="4098" name="Picture 2" descr="Multiple users silhouette - Free people icons">
              <a:extLst>
                <a:ext uri="{FF2B5EF4-FFF2-40B4-BE49-F238E27FC236}">
                  <a16:creationId xmlns:a16="http://schemas.microsoft.com/office/drawing/2014/main" id="{5ACC197F-E0B6-E20C-7A86-0E6DF9212C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8914" y="1397000"/>
              <a:ext cx="1095829" cy="1095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18B737B4-7D0C-0B11-F943-E6D6FF57C569}"/>
                </a:ext>
              </a:extLst>
            </p:cNvPr>
            <p:cNvSpPr txBox="1"/>
            <p:nvPr/>
          </p:nvSpPr>
          <p:spPr>
            <a:xfrm>
              <a:off x="737071" y="2503715"/>
              <a:ext cx="1512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/>
                <a:t>11 </a:t>
              </a:r>
              <a:r>
                <a:rPr lang="es-ES" b="1" dirty="0" err="1"/>
                <a:t>participants</a:t>
              </a:r>
              <a:endParaRPr lang="es-ES" b="1" dirty="0"/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CADAF1DD-E24B-634A-35D0-CAA500B1975E}"/>
              </a:ext>
            </a:extLst>
          </p:cNvPr>
          <p:cNvGrpSpPr/>
          <p:nvPr/>
        </p:nvGrpSpPr>
        <p:grpSpPr>
          <a:xfrm>
            <a:off x="412612" y="4602578"/>
            <a:ext cx="2092979" cy="1014136"/>
            <a:chOff x="554064" y="4306035"/>
            <a:chExt cx="2092979" cy="1014136"/>
          </a:xfrm>
        </p:grpSpPr>
        <p:pic>
          <p:nvPicPr>
            <p:cNvPr id="4100" name="Picture 4" descr="Gemini 3 Pro rolling out to Android as iPhone app gets redesign">
              <a:extLst>
                <a:ext uri="{FF2B5EF4-FFF2-40B4-BE49-F238E27FC236}">
                  <a16:creationId xmlns:a16="http://schemas.microsoft.com/office/drawing/2014/main" id="{246A5BBC-70A6-8C32-7341-7BD935D664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4064" y="4306035"/>
              <a:ext cx="922764" cy="4613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2" name="Picture 6" descr="Qwen">
              <a:extLst>
                <a:ext uri="{FF2B5EF4-FFF2-40B4-BE49-F238E27FC236}">
                  <a16:creationId xmlns:a16="http://schemas.microsoft.com/office/drawing/2014/main" id="{E35664C9-4E24-8186-8242-7AFA254A29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6828" y="4306035"/>
              <a:ext cx="1170215" cy="4613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586C2434-0416-A6C1-C235-326EEC9DF560}"/>
                </a:ext>
              </a:extLst>
            </p:cNvPr>
            <p:cNvSpPr txBox="1"/>
            <p:nvPr/>
          </p:nvSpPr>
          <p:spPr>
            <a:xfrm>
              <a:off x="1110705" y="4950839"/>
              <a:ext cx="8370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/>
                <a:t>2 </a:t>
              </a:r>
              <a:r>
                <a:rPr lang="es-ES" b="1" dirty="0" err="1"/>
                <a:t>LLMs</a:t>
              </a:r>
              <a:endParaRPr lang="es-ES" b="1" dirty="0"/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0DFF213C-31F6-BD71-96B2-871519C1A028}"/>
              </a:ext>
            </a:extLst>
          </p:cNvPr>
          <p:cNvGrpSpPr/>
          <p:nvPr/>
        </p:nvGrpSpPr>
        <p:grpSpPr>
          <a:xfrm>
            <a:off x="2505591" y="2730971"/>
            <a:ext cx="1584436" cy="1586767"/>
            <a:chOff x="2636150" y="1683417"/>
            <a:chExt cx="1386066" cy="3633451"/>
          </a:xfrm>
        </p:grpSpPr>
        <p:sp>
          <p:nvSpPr>
            <p:cNvPr id="31" name="Rectángulo redondeado 30">
              <a:extLst>
                <a:ext uri="{FF2B5EF4-FFF2-40B4-BE49-F238E27FC236}">
                  <a16:creationId xmlns:a16="http://schemas.microsoft.com/office/drawing/2014/main" id="{3405B430-38FA-B6D9-8309-20B5E10B7546}"/>
                </a:ext>
              </a:extLst>
            </p:cNvPr>
            <p:cNvSpPr/>
            <p:nvPr/>
          </p:nvSpPr>
          <p:spPr>
            <a:xfrm>
              <a:off x="2647043" y="1683417"/>
              <a:ext cx="1375173" cy="363345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4B331C91-BDE6-D9F9-09D5-242D96288627}"/>
                </a:ext>
              </a:extLst>
            </p:cNvPr>
            <p:cNvSpPr txBox="1"/>
            <p:nvPr/>
          </p:nvSpPr>
          <p:spPr>
            <a:xfrm>
              <a:off x="2636150" y="2782712"/>
              <a:ext cx="1375173" cy="1479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Raw </a:t>
              </a:r>
              <a:r>
                <a:rPr lang="es-ES" b="1" dirty="0" err="1"/>
                <a:t>templates</a:t>
              </a:r>
              <a:r>
                <a:rPr lang="es-ES" b="1" dirty="0"/>
                <a:t> (T0)</a:t>
              </a:r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E4FE537C-9910-D69C-78C9-81B6C4F3EC09}"/>
              </a:ext>
            </a:extLst>
          </p:cNvPr>
          <p:cNvGrpSpPr/>
          <p:nvPr/>
        </p:nvGrpSpPr>
        <p:grpSpPr>
          <a:xfrm>
            <a:off x="7290757" y="3042939"/>
            <a:ext cx="1367294" cy="977923"/>
            <a:chOff x="10668068" y="3008487"/>
            <a:chExt cx="1367294" cy="977923"/>
          </a:xfrm>
        </p:grpSpPr>
        <p:sp>
          <p:nvSpPr>
            <p:cNvPr id="34" name="Rectángulo redondeado 33">
              <a:extLst>
                <a:ext uri="{FF2B5EF4-FFF2-40B4-BE49-F238E27FC236}">
                  <a16:creationId xmlns:a16="http://schemas.microsoft.com/office/drawing/2014/main" id="{5906734D-1C28-4343-A61F-B6E460BE59F5}"/>
                </a:ext>
              </a:extLst>
            </p:cNvPr>
            <p:cNvSpPr/>
            <p:nvPr/>
          </p:nvSpPr>
          <p:spPr>
            <a:xfrm>
              <a:off x="10668068" y="3008487"/>
              <a:ext cx="1367294" cy="97792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FDD60AAA-1F89-46A3-BB93-6A6635E6E6AE}"/>
                </a:ext>
              </a:extLst>
            </p:cNvPr>
            <p:cNvSpPr txBox="1"/>
            <p:nvPr/>
          </p:nvSpPr>
          <p:spPr>
            <a:xfrm>
              <a:off x="10763453" y="3159117"/>
              <a:ext cx="11765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 dirty="0"/>
                <a:t>56 PI </a:t>
              </a:r>
              <a:r>
                <a:rPr lang="es-ES" b="1" dirty="0" err="1"/>
                <a:t>tasks</a:t>
              </a:r>
              <a:r>
                <a:rPr lang="es-ES" b="1" dirty="0"/>
                <a:t> </a:t>
              </a:r>
              <a:r>
                <a:rPr lang="es-ES" b="1" dirty="0" err="1"/>
                <a:t>templates</a:t>
              </a:r>
              <a:endParaRPr lang="es-ES" b="1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BEC6793F-0215-BA73-2767-CC66C11C7B1F}"/>
              </a:ext>
            </a:extLst>
          </p:cNvPr>
          <p:cNvGrpSpPr/>
          <p:nvPr/>
        </p:nvGrpSpPr>
        <p:grpSpPr>
          <a:xfrm>
            <a:off x="4327195" y="1787568"/>
            <a:ext cx="1240580" cy="3483428"/>
            <a:chOff x="4486729" y="1732557"/>
            <a:chExt cx="1240580" cy="3483428"/>
          </a:xfrm>
        </p:grpSpPr>
        <p:sp>
          <p:nvSpPr>
            <p:cNvPr id="19" name="Trapecio 18">
              <a:extLst>
                <a:ext uri="{FF2B5EF4-FFF2-40B4-BE49-F238E27FC236}">
                  <a16:creationId xmlns:a16="http://schemas.microsoft.com/office/drawing/2014/main" id="{373244BC-3763-710E-0BB8-1391241FE983}"/>
                </a:ext>
              </a:extLst>
            </p:cNvPr>
            <p:cNvSpPr/>
            <p:nvPr/>
          </p:nvSpPr>
          <p:spPr>
            <a:xfrm rot="5400000">
              <a:off x="3365305" y="2853981"/>
              <a:ext cx="3483428" cy="1240580"/>
            </a:xfrm>
            <a:prstGeom prst="trapezoid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7F80EECF-263C-D421-FBED-53509A9BF051}"/>
                </a:ext>
              </a:extLst>
            </p:cNvPr>
            <p:cNvSpPr txBox="1"/>
            <p:nvPr/>
          </p:nvSpPr>
          <p:spPr>
            <a:xfrm>
              <a:off x="4566796" y="3028995"/>
              <a:ext cx="108044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Manual </a:t>
              </a:r>
              <a:r>
                <a:rPr lang="es-ES" b="1" dirty="0" err="1"/>
                <a:t>Review</a:t>
              </a:r>
              <a:r>
                <a:rPr lang="es-ES" b="1" dirty="0"/>
                <a:t> (T1)</a:t>
              </a:r>
            </a:p>
          </p:txBody>
        </p: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D8922153-8E7C-C39B-132C-10642AAEA761}"/>
              </a:ext>
            </a:extLst>
          </p:cNvPr>
          <p:cNvGrpSpPr/>
          <p:nvPr/>
        </p:nvGrpSpPr>
        <p:grpSpPr>
          <a:xfrm>
            <a:off x="5808976" y="2130263"/>
            <a:ext cx="1240580" cy="2808514"/>
            <a:chOff x="6095999" y="2070014"/>
            <a:chExt cx="1090888" cy="2808514"/>
          </a:xfrm>
        </p:grpSpPr>
        <p:sp>
          <p:nvSpPr>
            <p:cNvPr id="20" name="Trapecio 19">
              <a:extLst>
                <a:ext uri="{FF2B5EF4-FFF2-40B4-BE49-F238E27FC236}">
                  <a16:creationId xmlns:a16="http://schemas.microsoft.com/office/drawing/2014/main" id="{11882E39-D90A-6452-203E-0553F40CAC80}"/>
                </a:ext>
              </a:extLst>
            </p:cNvPr>
            <p:cNvSpPr/>
            <p:nvPr/>
          </p:nvSpPr>
          <p:spPr>
            <a:xfrm rot="5400000">
              <a:off x="5237186" y="2928827"/>
              <a:ext cx="2808514" cy="1090888"/>
            </a:xfrm>
            <a:prstGeom prst="trapezoid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E65FAC0D-308A-42E7-F954-42AA5956E407}"/>
                </a:ext>
              </a:extLst>
            </p:cNvPr>
            <p:cNvSpPr txBox="1"/>
            <p:nvPr/>
          </p:nvSpPr>
          <p:spPr>
            <a:xfrm>
              <a:off x="6123475" y="3010156"/>
              <a:ext cx="103973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 err="1"/>
                <a:t>Structural</a:t>
              </a:r>
              <a:r>
                <a:rPr lang="es-ES" b="1" dirty="0"/>
                <a:t> </a:t>
              </a:r>
              <a:r>
                <a:rPr lang="es-ES" b="1" dirty="0" err="1"/>
                <a:t>Filtering</a:t>
              </a:r>
              <a:r>
                <a:rPr lang="es-ES" b="1" dirty="0"/>
                <a:t> (T2)</a:t>
              </a:r>
            </a:p>
          </p:txBody>
        </p:sp>
      </p:grpSp>
      <p:cxnSp>
        <p:nvCxnSpPr>
          <p:cNvPr id="45" name="Conector angular 44">
            <a:extLst>
              <a:ext uri="{FF2B5EF4-FFF2-40B4-BE49-F238E27FC236}">
                <a16:creationId xmlns:a16="http://schemas.microsoft.com/office/drawing/2014/main" id="{7DC0CD6C-0AC2-CA32-FF93-64E6C0B964CC}"/>
              </a:ext>
            </a:extLst>
          </p:cNvPr>
          <p:cNvCxnSpPr>
            <a:cxnSpLocks/>
            <a:stCxn id="17" idx="2"/>
            <a:endCxn id="31" idx="2"/>
          </p:cNvCxnSpPr>
          <p:nvPr/>
        </p:nvCxnSpPr>
        <p:spPr>
          <a:xfrm rot="5400000" flipH="1" flipV="1">
            <a:off x="1696428" y="4009107"/>
            <a:ext cx="1298976" cy="1916237"/>
          </a:xfrm>
          <a:prstGeom prst="bentConnector3">
            <a:avLst>
              <a:gd name="adj1" fmla="val -1759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angular 46">
            <a:extLst>
              <a:ext uri="{FF2B5EF4-FFF2-40B4-BE49-F238E27FC236}">
                <a16:creationId xmlns:a16="http://schemas.microsoft.com/office/drawing/2014/main" id="{9B3EAC38-7543-5C32-F2B0-A857B66DC348}"/>
              </a:ext>
            </a:extLst>
          </p:cNvPr>
          <p:cNvCxnSpPr>
            <a:cxnSpLocks/>
            <a:stCxn id="4098" idx="0"/>
            <a:endCxn id="31" idx="0"/>
          </p:cNvCxnSpPr>
          <p:nvPr/>
        </p:nvCxnSpPr>
        <p:spPr>
          <a:xfrm rot="16200000" flipH="1">
            <a:off x="1662912" y="1089849"/>
            <a:ext cx="1350779" cy="1931465"/>
          </a:xfrm>
          <a:prstGeom prst="bentConnector3">
            <a:avLst>
              <a:gd name="adj1" fmla="val -1692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6" name="Conector recto de flecha 4105">
            <a:extLst>
              <a:ext uri="{FF2B5EF4-FFF2-40B4-BE49-F238E27FC236}">
                <a16:creationId xmlns:a16="http://schemas.microsoft.com/office/drawing/2014/main" id="{8FD20AF6-80BA-81EC-072B-32433EF65A1B}"/>
              </a:ext>
            </a:extLst>
          </p:cNvPr>
          <p:cNvCxnSpPr>
            <a:stCxn id="19" idx="0"/>
            <a:endCxn id="20" idx="2"/>
          </p:cNvCxnSpPr>
          <p:nvPr/>
        </p:nvCxnSpPr>
        <p:spPr>
          <a:xfrm>
            <a:off x="5567775" y="3529282"/>
            <a:ext cx="241201" cy="5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7" name="Conector recto de flecha 4106">
            <a:extLst>
              <a:ext uri="{FF2B5EF4-FFF2-40B4-BE49-F238E27FC236}">
                <a16:creationId xmlns:a16="http://schemas.microsoft.com/office/drawing/2014/main" id="{486FD36A-E8B5-B8E1-0D2D-EC0A81AFD3C6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7022624" y="3532070"/>
            <a:ext cx="237823" cy="6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2" name="Conector recto de flecha 4111">
            <a:extLst>
              <a:ext uri="{FF2B5EF4-FFF2-40B4-BE49-F238E27FC236}">
                <a16:creationId xmlns:a16="http://schemas.microsoft.com/office/drawing/2014/main" id="{DB5CB589-037B-FCA6-DD2C-97264789843D}"/>
              </a:ext>
            </a:extLst>
          </p:cNvPr>
          <p:cNvCxnSpPr>
            <a:cxnSpLocks/>
            <a:stCxn id="31" idx="3"/>
            <a:endCxn id="19" idx="2"/>
          </p:cNvCxnSpPr>
          <p:nvPr/>
        </p:nvCxnSpPr>
        <p:spPr>
          <a:xfrm>
            <a:off x="4090027" y="3524355"/>
            <a:ext cx="237168" cy="4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4" name="CuadroTexto 4133">
            <a:extLst>
              <a:ext uri="{FF2B5EF4-FFF2-40B4-BE49-F238E27FC236}">
                <a16:creationId xmlns:a16="http://schemas.microsoft.com/office/drawing/2014/main" id="{95142D62-9702-F067-7A9A-520DE55DDE01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14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669860F-BE96-548A-E352-FE46D746313C}"/>
              </a:ext>
            </a:extLst>
          </p:cNvPr>
          <p:cNvSpPr txBox="1"/>
          <p:nvPr/>
        </p:nvSpPr>
        <p:spPr>
          <a:xfrm>
            <a:off x="8997689" y="3062689"/>
            <a:ext cx="29609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“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these</a:t>
            </a:r>
            <a:r>
              <a:rPr lang="es-ES" dirty="0"/>
              <a:t> SaaS </a:t>
            </a:r>
            <a:r>
              <a:rPr lang="es-ES" dirty="0" err="1"/>
              <a:t>is</a:t>
            </a:r>
            <a:r>
              <a:rPr lang="es-ES" dirty="0"/>
              <a:t> more </a:t>
            </a:r>
            <a:r>
              <a:rPr lang="es-ES" dirty="0" err="1"/>
              <a:t>customizable</a:t>
            </a:r>
            <a:r>
              <a:rPr lang="es-ES" dirty="0"/>
              <a:t>: {{SAAS 1}} </a:t>
            </a:r>
            <a:r>
              <a:rPr lang="es-ES" dirty="0" err="1"/>
              <a:t>or</a:t>
            </a:r>
            <a:r>
              <a:rPr lang="es-ES" dirty="0"/>
              <a:t> {{SAAS 2}}?”</a:t>
            </a:r>
          </a:p>
        </p:txBody>
      </p:sp>
    </p:spTree>
    <p:extLst>
      <p:ext uri="{BB962C8B-B14F-4D97-AF65-F5344CB8AC3E}">
        <p14:creationId xmlns:p14="http://schemas.microsoft.com/office/powerpoint/2010/main" val="1047563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