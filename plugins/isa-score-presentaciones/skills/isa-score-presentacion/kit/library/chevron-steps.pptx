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B5A9C1-3679-E24B-B65A-6FCC7474C959}" type="doc">
      <dgm:prSet loTypeId="urn:microsoft.com/office/officeart/2005/8/layout/chevron2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5B315366-ABB2-1949-82A7-B0ED31AF9F4A}">
      <dgm:prSet phldrT="[Texto]"/>
      <dgm:spPr>
        <a:solidFill>
          <a:srgbClr val="8B1B3F"/>
        </a:solidFill>
      </dgm:spPr>
      <dgm:t>
        <a:bodyPr/>
        <a:lstStyle/>
        <a:p>
          <a:r>
            <a:rPr lang="es-ES" dirty="0"/>
            <a:t>1</a:t>
          </a:r>
        </a:p>
      </dgm:t>
    </dgm:pt>
    <dgm:pt modelId="{76604EB9-447D-3E4C-ACFF-C14B4236A00F}" type="parTrans" cxnId="{96DB339D-13B4-A649-93F5-81D433F49E34}">
      <dgm:prSet/>
      <dgm:spPr/>
      <dgm:t>
        <a:bodyPr/>
        <a:lstStyle/>
        <a:p>
          <a:endParaRPr lang="es-ES"/>
        </a:p>
      </dgm:t>
    </dgm:pt>
    <dgm:pt modelId="{A62D52CD-4F4A-9841-9BC0-3BDF0B4BB65D}" type="sibTrans" cxnId="{96DB339D-13B4-A649-93F5-81D433F49E34}">
      <dgm:prSet/>
      <dgm:spPr/>
      <dgm:t>
        <a:bodyPr/>
        <a:lstStyle/>
        <a:p>
          <a:endParaRPr lang="es-ES"/>
        </a:p>
      </dgm:t>
    </dgm:pt>
    <dgm:pt modelId="{D6DF2FAE-1593-8645-B6CA-D7007F0C4C39}">
      <dgm:prSet phldrT="[Texto]" custT="1"/>
      <dgm:spPr>
        <a:ln>
          <a:solidFill>
            <a:srgbClr val="8B1B3F"/>
          </a:solidFill>
        </a:ln>
      </dgm:spPr>
      <dgm:t>
        <a:bodyPr/>
        <a:lstStyle/>
        <a:p>
          <a:pPr>
            <a:buNone/>
          </a:pPr>
          <a:r>
            <a:rPr lang="es-ES" sz="3200" b="1" dirty="0"/>
            <a:t>   Explore </a:t>
          </a:r>
          <a:r>
            <a:rPr lang="es-ES" sz="3200" b="1" dirty="0" err="1"/>
            <a:t>iPricing</a:t>
          </a:r>
          <a:r>
            <a:rPr lang="es-ES" sz="3200" b="1" dirty="0"/>
            <a:t> as VML</a:t>
          </a:r>
        </a:p>
      </dgm:t>
    </dgm:pt>
    <dgm:pt modelId="{5E230D56-0946-234C-BD4E-01E3C7ADE2EC}" type="parTrans" cxnId="{FD8E9486-FEB3-DD4E-B9DA-B17CA35C9E1B}">
      <dgm:prSet/>
      <dgm:spPr/>
      <dgm:t>
        <a:bodyPr/>
        <a:lstStyle/>
        <a:p>
          <a:endParaRPr lang="es-ES"/>
        </a:p>
      </dgm:t>
    </dgm:pt>
    <dgm:pt modelId="{87B5B199-DE49-7A46-89C1-DF4260D600CE}" type="sibTrans" cxnId="{FD8E9486-FEB3-DD4E-B9DA-B17CA35C9E1B}">
      <dgm:prSet/>
      <dgm:spPr/>
      <dgm:t>
        <a:bodyPr/>
        <a:lstStyle/>
        <a:p>
          <a:endParaRPr lang="es-ES"/>
        </a:p>
      </dgm:t>
    </dgm:pt>
    <dgm:pt modelId="{A46F8A42-4D27-A049-9303-DC265394944C}" type="pres">
      <dgm:prSet presAssocID="{0AB5A9C1-3679-E24B-B65A-6FCC7474C959}" presName="linearFlow" presStyleCnt="0">
        <dgm:presLayoutVars>
          <dgm:dir/>
          <dgm:animLvl val="lvl"/>
          <dgm:resizeHandles val="exact"/>
        </dgm:presLayoutVars>
      </dgm:prSet>
      <dgm:spPr/>
    </dgm:pt>
    <dgm:pt modelId="{CBD2C6C1-EF99-234A-9BEC-F8F9A1F3C03A}" type="pres">
      <dgm:prSet presAssocID="{5B315366-ABB2-1949-82A7-B0ED31AF9F4A}" presName="composite" presStyleCnt="0"/>
      <dgm:spPr/>
    </dgm:pt>
    <dgm:pt modelId="{E76F2156-D73B-4743-8BD1-AB3EEEC36BE2}" type="pres">
      <dgm:prSet presAssocID="{5B315366-ABB2-1949-82A7-B0ED31AF9F4A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8B552723-3D8B-8643-A7A0-54A4DEF45840}" type="pres">
      <dgm:prSet presAssocID="{5B315366-ABB2-1949-82A7-B0ED31AF9F4A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BAE9B911-45EA-B14E-9650-4FDDE1F5DB0C}" type="presOf" srcId="{D6DF2FAE-1593-8645-B6CA-D7007F0C4C39}" destId="{8B552723-3D8B-8643-A7A0-54A4DEF45840}" srcOrd="0" destOrd="0" presId="urn:microsoft.com/office/officeart/2005/8/layout/chevron2"/>
    <dgm:cxn modelId="{42F7A216-7F59-F14F-B733-A1E5F1A1AFB0}" type="presOf" srcId="{5B315366-ABB2-1949-82A7-B0ED31AF9F4A}" destId="{E76F2156-D73B-4743-8BD1-AB3EEEC36BE2}" srcOrd="0" destOrd="0" presId="urn:microsoft.com/office/officeart/2005/8/layout/chevron2"/>
    <dgm:cxn modelId="{D1A24A65-23A8-BA43-9C21-5981826DA4F0}" type="presOf" srcId="{0AB5A9C1-3679-E24B-B65A-6FCC7474C959}" destId="{A46F8A42-4D27-A049-9303-DC265394944C}" srcOrd="0" destOrd="0" presId="urn:microsoft.com/office/officeart/2005/8/layout/chevron2"/>
    <dgm:cxn modelId="{FD8E9486-FEB3-DD4E-B9DA-B17CA35C9E1B}" srcId="{5B315366-ABB2-1949-82A7-B0ED31AF9F4A}" destId="{D6DF2FAE-1593-8645-B6CA-D7007F0C4C39}" srcOrd="0" destOrd="0" parTransId="{5E230D56-0946-234C-BD4E-01E3C7ADE2EC}" sibTransId="{87B5B199-DE49-7A46-89C1-DF4260D600CE}"/>
    <dgm:cxn modelId="{96DB339D-13B4-A649-93F5-81D433F49E34}" srcId="{0AB5A9C1-3679-E24B-B65A-6FCC7474C959}" destId="{5B315366-ABB2-1949-82A7-B0ED31AF9F4A}" srcOrd="0" destOrd="0" parTransId="{76604EB9-447D-3E4C-ACFF-C14B4236A00F}" sibTransId="{A62D52CD-4F4A-9841-9BC0-3BDF0B4BB65D}"/>
    <dgm:cxn modelId="{91266706-F1C1-EF40-867F-7B7E8D4D8E68}" type="presParOf" srcId="{A46F8A42-4D27-A049-9303-DC265394944C}" destId="{CBD2C6C1-EF99-234A-9BEC-F8F9A1F3C03A}" srcOrd="0" destOrd="0" presId="urn:microsoft.com/office/officeart/2005/8/layout/chevron2"/>
    <dgm:cxn modelId="{9AE51942-5DD4-CB49-98E1-02F0ECA332A1}" type="presParOf" srcId="{CBD2C6C1-EF99-234A-9BEC-F8F9A1F3C03A}" destId="{E76F2156-D73B-4743-8BD1-AB3EEEC36BE2}" srcOrd="0" destOrd="0" presId="urn:microsoft.com/office/officeart/2005/8/layout/chevron2"/>
    <dgm:cxn modelId="{0CC5059B-059E-5B4C-903C-63B0A4B7D7FC}" type="presParOf" srcId="{CBD2C6C1-EF99-234A-9BEC-F8F9A1F3C03A}" destId="{8B552723-3D8B-8643-A7A0-54A4DEF4584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B5A9C1-3679-E24B-B65A-6FCC7474C959}" type="doc">
      <dgm:prSet loTypeId="urn:microsoft.com/office/officeart/2005/8/layout/chevron2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5B315366-ABB2-1949-82A7-B0ED31AF9F4A}">
      <dgm:prSet phldrT="[Texto]"/>
      <dgm:spPr>
        <a:solidFill>
          <a:srgbClr val="8B1B3F"/>
        </a:solidFill>
      </dgm:spPr>
      <dgm:t>
        <a:bodyPr/>
        <a:lstStyle/>
        <a:p>
          <a:r>
            <a:rPr lang="es-ES" dirty="0"/>
            <a:t>1</a:t>
          </a:r>
        </a:p>
      </dgm:t>
    </dgm:pt>
    <dgm:pt modelId="{76604EB9-447D-3E4C-ACFF-C14B4236A00F}" type="parTrans" cxnId="{96DB339D-13B4-A649-93F5-81D433F49E34}">
      <dgm:prSet/>
      <dgm:spPr/>
      <dgm:t>
        <a:bodyPr/>
        <a:lstStyle/>
        <a:p>
          <a:endParaRPr lang="es-ES"/>
        </a:p>
      </dgm:t>
    </dgm:pt>
    <dgm:pt modelId="{A62D52CD-4F4A-9841-9BC0-3BDF0B4BB65D}" type="sibTrans" cxnId="{96DB339D-13B4-A649-93F5-81D433F49E34}">
      <dgm:prSet/>
      <dgm:spPr/>
      <dgm:t>
        <a:bodyPr/>
        <a:lstStyle/>
        <a:p>
          <a:endParaRPr lang="es-ES"/>
        </a:p>
      </dgm:t>
    </dgm:pt>
    <dgm:pt modelId="{D6DF2FAE-1593-8645-B6CA-D7007F0C4C39}">
      <dgm:prSet phldrT="[Texto]" custT="1"/>
      <dgm:spPr>
        <a:ln>
          <a:solidFill>
            <a:srgbClr val="8B1B3F"/>
          </a:solidFill>
        </a:ln>
      </dgm:spPr>
      <dgm:t>
        <a:bodyPr/>
        <a:lstStyle/>
        <a:p>
          <a:pPr>
            <a:buNone/>
          </a:pPr>
          <a:r>
            <a:rPr lang="es-ES" sz="3200" b="1" dirty="0"/>
            <a:t>   Explore </a:t>
          </a:r>
          <a:r>
            <a:rPr lang="es-ES" sz="3200" b="1" dirty="0" err="1"/>
            <a:t>iPricing</a:t>
          </a:r>
          <a:r>
            <a:rPr lang="es-ES" sz="3200" b="1" dirty="0"/>
            <a:t> as VML</a:t>
          </a:r>
        </a:p>
      </dgm:t>
    </dgm:pt>
    <dgm:pt modelId="{5E230D56-0946-234C-BD4E-01E3C7ADE2EC}" type="parTrans" cxnId="{FD8E9486-FEB3-DD4E-B9DA-B17CA35C9E1B}">
      <dgm:prSet/>
      <dgm:spPr/>
      <dgm:t>
        <a:bodyPr/>
        <a:lstStyle/>
        <a:p>
          <a:endParaRPr lang="es-ES"/>
        </a:p>
      </dgm:t>
    </dgm:pt>
    <dgm:pt modelId="{87B5B199-DE49-7A46-89C1-DF4260D600CE}" type="sibTrans" cxnId="{FD8E9486-FEB3-DD4E-B9DA-B17CA35C9E1B}">
      <dgm:prSet/>
      <dgm:spPr/>
      <dgm:t>
        <a:bodyPr/>
        <a:lstStyle/>
        <a:p>
          <a:endParaRPr lang="es-ES"/>
        </a:p>
      </dgm:t>
    </dgm:pt>
    <dgm:pt modelId="{04D55F5B-896E-4D4E-9D96-955FBCACD273}">
      <dgm:prSet phldrT="[Texto]" custT="1"/>
      <dgm:spPr>
        <a:ln>
          <a:solidFill>
            <a:srgbClr val="8B1B3F"/>
          </a:solidFill>
        </a:ln>
      </dgm:spPr>
      <dgm:t>
        <a:bodyPr/>
        <a:lstStyle/>
        <a:p>
          <a:pPr>
            <a:buNone/>
          </a:pPr>
          <a:r>
            <a:rPr lang="es-ES" sz="3200" b="1" dirty="0"/>
            <a:t>2</a:t>
          </a:r>
        </a:p>
      </dgm:t>
    </dgm:pt>
    <dgm:pt modelId="{46BEE6A9-E001-5845-A933-7E229F20F255}" type="parTrans" cxnId="{C9824F3B-F3B9-0B46-A03F-E58279F5B417}">
      <dgm:prSet/>
      <dgm:spPr/>
      <dgm:t>
        <a:bodyPr/>
        <a:lstStyle/>
        <a:p>
          <a:endParaRPr lang="es-ES"/>
        </a:p>
      </dgm:t>
    </dgm:pt>
    <dgm:pt modelId="{A95DC179-BA50-2C43-92EF-4A9F93A65E56}" type="sibTrans" cxnId="{C9824F3B-F3B9-0B46-A03F-E58279F5B417}">
      <dgm:prSet/>
      <dgm:spPr/>
      <dgm:t>
        <a:bodyPr/>
        <a:lstStyle/>
        <a:p>
          <a:endParaRPr lang="es-ES"/>
        </a:p>
      </dgm:t>
    </dgm:pt>
    <dgm:pt modelId="{2CB1F13C-AA80-2B40-AB9C-2A7235DC08E7}">
      <dgm:prSet phldrT="[Texto]" custT="1"/>
      <dgm:spPr>
        <a:ln>
          <a:solidFill>
            <a:srgbClr val="8B1B3F"/>
          </a:solidFill>
        </a:ln>
      </dgm:spPr>
      <dgm:t>
        <a:bodyPr/>
        <a:lstStyle/>
        <a:p>
          <a:pPr>
            <a:buNone/>
          </a:pPr>
          <a:r>
            <a:rPr lang="es-ES" sz="3200" b="1" dirty="0"/>
            <a:t>   </a:t>
          </a:r>
          <a:r>
            <a:rPr lang="es-ES" sz="3200" b="1" dirty="0" err="1"/>
            <a:t>Subscription</a:t>
          </a:r>
          <a:r>
            <a:rPr lang="es-ES" sz="3200" b="1" dirty="0"/>
            <a:t> </a:t>
          </a:r>
          <a:r>
            <a:rPr lang="es-ES" sz="3200" b="1" dirty="0" err="1"/>
            <a:t>Compliance</a:t>
          </a:r>
          <a:r>
            <a:rPr lang="es-ES" sz="3200" b="1" dirty="0"/>
            <a:t> </a:t>
          </a:r>
          <a:r>
            <a:rPr lang="es-ES" sz="3200" b="1" dirty="0" err="1"/>
            <a:t>Testing</a:t>
          </a:r>
          <a:endParaRPr lang="es-ES" sz="3200" b="1" dirty="0"/>
        </a:p>
      </dgm:t>
    </dgm:pt>
    <dgm:pt modelId="{57F45B3D-0635-254D-B069-3E090352014D}" type="parTrans" cxnId="{EF6A0D7A-A6AE-BA4D-A42D-8E863F3C1D88}">
      <dgm:prSet/>
      <dgm:spPr/>
      <dgm:t>
        <a:bodyPr/>
        <a:lstStyle/>
        <a:p>
          <a:endParaRPr lang="es-ES"/>
        </a:p>
      </dgm:t>
    </dgm:pt>
    <dgm:pt modelId="{5A0A15ED-2C0F-B44A-AF04-7032A34A0008}" type="sibTrans" cxnId="{EF6A0D7A-A6AE-BA4D-A42D-8E863F3C1D88}">
      <dgm:prSet/>
      <dgm:spPr/>
      <dgm:t>
        <a:bodyPr/>
        <a:lstStyle/>
        <a:p>
          <a:endParaRPr lang="es-ES"/>
        </a:p>
      </dgm:t>
    </dgm:pt>
    <dgm:pt modelId="{A46F8A42-4D27-A049-9303-DC265394944C}" type="pres">
      <dgm:prSet presAssocID="{0AB5A9C1-3679-E24B-B65A-6FCC7474C959}" presName="linearFlow" presStyleCnt="0">
        <dgm:presLayoutVars>
          <dgm:dir/>
          <dgm:animLvl val="lvl"/>
          <dgm:resizeHandles val="exact"/>
        </dgm:presLayoutVars>
      </dgm:prSet>
      <dgm:spPr/>
    </dgm:pt>
    <dgm:pt modelId="{CBD2C6C1-EF99-234A-9BEC-F8F9A1F3C03A}" type="pres">
      <dgm:prSet presAssocID="{5B315366-ABB2-1949-82A7-B0ED31AF9F4A}" presName="composite" presStyleCnt="0"/>
      <dgm:spPr/>
    </dgm:pt>
    <dgm:pt modelId="{E76F2156-D73B-4743-8BD1-AB3EEEC36BE2}" type="pres">
      <dgm:prSet presAssocID="{5B315366-ABB2-1949-82A7-B0ED31AF9F4A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8B552723-3D8B-8643-A7A0-54A4DEF45840}" type="pres">
      <dgm:prSet presAssocID="{5B315366-ABB2-1949-82A7-B0ED31AF9F4A}" presName="descendantText" presStyleLbl="alignAcc1" presStyleIdx="0" presStyleCnt="2">
        <dgm:presLayoutVars>
          <dgm:bulletEnabled val="1"/>
        </dgm:presLayoutVars>
      </dgm:prSet>
      <dgm:spPr/>
    </dgm:pt>
    <dgm:pt modelId="{7CCDE0ED-5577-4E49-BC03-C1E63D9638BA}" type="pres">
      <dgm:prSet presAssocID="{A62D52CD-4F4A-9841-9BC0-3BDF0B4BB65D}" presName="sp" presStyleCnt="0"/>
      <dgm:spPr/>
    </dgm:pt>
    <dgm:pt modelId="{0CADE893-A3E1-314C-8BB6-BCE36D4F4CDF}" type="pres">
      <dgm:prSet presAssocID="{04D55F5B-896E-4D4E-9D96-955FBCACD273}" presName="composite" presStyleCnt="0"/>
      <dgm:spPr/>
    </dgm:pt>
    <dgm:pt modelId="{C4CD92B5-FF82-AA42-BCA0-E4D19055D31E}" type="pres">
      <dgm:prSet presAssocID="{04D55F5B-896E-4D4E-9D96-955FBCACD273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F4291B88-1CA1-A148-8465-56EACC37FC18}" type="pres">
      <dgm:prSet presAssocID="{04D55F5B-896E-4D4E-9D96-955FBCACD273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3D68790D-019B-1141-94E6-17C145D4D8AC}" type="presOf" srcId="{2CB1F13C-AA80-2B40-AB9C-2A7235DC08E7}" destId="{F4291B88-1CA1-A148-8465-56EACC37FC18}" srcOrd="0" destOrd="0" presId="urn:microsoft.com/office/officeart/2005/8/layout/chevron2"/>
    <dgm:cxn modelId="{BAE9B911-45EA-B14E-9650-4FDDE1F5DB0C}" type="presOf" srcId="{D6DF2FAE-1593-8645-B6CA-D7007F0C4C39}" destId="{8B552723-3D8B-8643-A7A0-54A4DEF45840}" srcOrd="0" destOrd="0" presId="urn:microsoft.com/office/officeart/2005/8/layout/chevron2"/>
    <dgm:cxn modelId="{42F7A216-7F59-F14F-B733-A1E5F1A1AFB0}" type="presOf" srcId="{5B315366-ABB2-1949-82A7-B0ED31AF9F4A}" destId="{E76F2156-D73B-4743-8BD1-AB3EEEC36BE2}" srcOrd="0" destOrd="0" presId="urn:microsoft.com/office/officeart/2005/8/layout/chevron2"/>
    <dgm:cxn modelId="{C9824F3B-F3B9-0B46-A03F-E58279F5B417}" srcId="{0AB5A9C1-3679-E24B-B65A-6FCC7474C959}" destId="{04D55F5B-896E-4D4E-9D96-955FBCACD273}" srcOrd="1" destOrd="0" parTransId="{46BEE6A9-E001-5845-A933-7E229F20F255}" sibTransId="{A95DC179-BA50-2C43-92EF-4A9F93A65E56}"/>
    <dgm:cxn modelId="{D1A24A65-23A8-BA43-9C21-5981826DA4F0}" type="presOf" srcId="{0AB5A9C1-3679-E24B-B65A-6FCC7474C959}" destId="{A46F8A42-4D27-A049-9303-DC265394944C}" srcOrd="0" destOrd="0" presId="urn:microsoft.com/office/officeart/2005/8/layout/chevron2"/>
    <dgm:cxn modelId="{EF6A0D7A-A6AE-BA4D-A42D-8E863F3C1D88}" srcId="{04D55F5B-896E-4D4E-9D96-955FBCACD273}" destId="{2CB1F13C-AA80-2B40-AB9C-2A7235DC08E7}" srcOrd="0" destOrd="0" parTransId="{57F45B3D-0635-254D-B069-3E090352014D}" sibTransId="{5A0A15ED-2C0F-B44A-AF04-7032A34A0008}"/>
    <dgm:cxn modelId="{FD8E9486-FEB3-DD4E-B9DA-B17CA35C9E1B}" srcId="{5B315366-ABB2-1949-82A7-B0ED31AF9F4A}" destId="{D6DF2FAE-1593-8645-B6CA-D7007F0C4C39}" srcOrd="0" destOrd="0" parTransId="{5E230D56-0946-234C-BD4E-01E3C7ADE2EC}" sibTransId="{87B5B199-DE49-7A46-89C1-DF4260D600CE}"/>
    <dgm:cxn modelId="{96DB339D-13B4-A649-93F5-81D433F49E34}" srcId="{0AB5A9C1-3679-E24B-B65A-6FCC7474C959}" destId="{5B315366-ABB2-1949-82A7-B0ED31AF9F4A}" srcOrd="0" destOrd="0" parTransId="{76604EB9-447D-3E4C-ACFF-C14B4236A00F}" sibTransId="{A62D52CD-4F4A-9841-9BC0-3BDF0B4BB65D}"/>
    <dgm:cxn modelId="{D572E5F3-ACDF-EE4D-90FA-63B5A6464D3A}" type="presOf" srcId="{04D55F5B-896E-4D4E-9D96-955FBCACD273}" destId="{C4CD92B5-FF82-AA42-BCA0-E4D19055D31E}" srcOrd="0" destOrd="0" presId="urn:microsoft.com/office/officeart/2005/8/layout/chevron2"/>
    <dgm:cxn modelId="{91266706-F1C1-EF40-867F-7B7E8D4D8E68}" type="presParOf" srcId="{A46F8A42-4D27-A049-9303-DC265394944C}" destId="{CBD2C6C1-EF99-234A-9BEC-F8F9A1F3C03A}" srcOrd="0" destOrd="0" presId="urn:microsoft.com/office/officeart/2005/8/layout/chevron2"/>
    <dgm:cxn modelId="{9AE51942-5DD4-CB49-98E1-02F0ECA332A1}" type="presParOf" srcId="{CBD2C6C1-EF99-234A-9BEC-F8F9A1F3C03A}" destId="{E76F2156-D73B-4743-8BD1-AB3EEEC36BE2}" srcOrd="0" destOrd="0" presId="urn:microsoft.com/office/officeart/2005/8/layout/chevron2"/>
    <dgm:cxn modelId="{0CC5059B-059E-5B4C-903C-63B0A4B7D7FC}" type="presParOf" srcId="{CBD2C6C1-EF99-234A-9BEC-F8F9A1F3C03A}" destId="{8B552723-3D8B-8643-A7A0-54A4DEF45840}" srcOrd="1" destOrd="0" presId="urn:microsoft.com/office/officeart/2005/8/layout/chevron2"/>
    <dgm:cxn modelId="{90611978-2C60-424F-AFD7-50A2889035E5}" type="presParOf" srcId="{A46F8A42-4D27-A049-9303-DC265394944C}" destId="{7CCDE0ED-5577-4E49-BC03-C1E63D9638BA}" srcOrd="1" destOrd="0" presId="urn:microsoft.com/office/officeart/2005/8/layout/chevron2"/>
    <dgm:cxn modelId="{119DEB1F-2057-2F4B-B599-37744B6A8B25}" type="presParOf" srcId="{A46F8A42-4D27-A049-9303-DC265394944C}" destId="{0CADE893-A3E1-314C-8BB6-BCE36D4F4CDF}" srcOrd="2" destOrd="0" presId="urn:microsoft.com/office/officeart/2005/8/layout/chevron2"/>
    <dgm:cxn modelId="{72453465-BED9-A049-ADA8-B2EC6D1F2D83}" type="presParOf" srcId="{0CADE893-A3E1-314C-8BB6-BCE36D4F4CDF}" destId="{C4CD92B5-FF82-AA42-BCA0-E4D19055D31E}" srcOrd="0" destOrd="0" presId="urn:microsoft.com/office/officeart/2005/8/layout/chevron2"/>
    <dgm:cxn modelId="{8AF6C6F7-E898-7A4C-B222-F3AFA25DE329}" type="presParOf" srcId="{0CADE893-A3E1-314C-8BB6-BCE36D4F4CDF}" destId="{F4291B88-1CA1-A148-8465-56EACC37FC1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B5A9C1-3679-E24B-B65A-6FCC7474C959}" type="doc">
      <dgm:prSet loTypeId="urn:microsoft.com/office/officeart/2005/8/layout/chevron2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5B315366-ABB2-1949-82A7-B0ED31AF9F4A}">
      <dgm:prSet phldrT="[Texto]"/>
      <dgm:spPr>
        <a:solidFill>
          <a:srgbClr val="8B1B3F"/>
        </a:solidFill>
      </dgm:spPr>
      <dgm:t>
        <a:bodyPr/>
        <a:lstStyle/>
        <a:p>
          <a:r>
            <a:rPr lang="es-ES" dirty="0"/>
            <a:t>1</a:t>
          </a:r>
        </a:p>
      </dgm:t>
    </dgm:pt>
    <dgm:pt modelId="{76604EB9-447D-3E4C-ACFF-C14B4236A00F}" type="parTrans" cxnId="{96DB339D-13B4-A649-93F5-81D433F49E34}">
      <dgm:prSet/>
      <dgm:spPr/>
      <dgm:t>
        <a:bodyPr/>
        <a:lstStyle/>
        <a:p>
          <a:endParaRPr lang="es-ES"/>
        </a:p>
      </dgm:t>
    </dgm:pt>
    <dgm:pt modelId="{A62D52CD-4F4A-9841-9BC0-3BDF0B4BB65D}" type="sibTrans" cxnId="{96DB339D-13B4-A649-93F5-81D433F49E34}">
      <dgm:prSet/>
      <dgm:spPr/>
      <dgm:t>
        <a:bodyPr/>
        <a:lstStyle/>
        <a:p>
          <a:endParaRPr lang="es-ES"/>
        </a:p>
      </dgm:t>
    </dgm:pt>
    <dgm:pt modelId="{D6DF2FAE-1593-8645-B6CA-D7007F0C4C39}">
      <dgm:prSet phldrT="[Texto]" custT="1"/>
      <dgm:spPr>
        <a:ln>
          <a:solidFill>
            <a:srgbClr val="8B1B3F"/>
          </a:solidFill>
        </a:ln>
      </dgm:spPr>
      <dgm:t>
        <a:bodyPr/>
        <a:lstStyle/>
        <a:p>
          <a:pPr>
            <a:buNone/>
          </a:pPr>
          <a:r>
            <a:rPr lang="es-ES" sz="3200" b="1" dirty="0"/>
            <a:t>   Explore </a:t>
          </a:r>
          <a:r>
            <a:rPr lang="es-ES" sz="3200" b="1" dirty="0" err="1"/>
            <a:t>iPricing</a:t>
          </a:r>
          <a:r>
            <a:rPr lang="es-ES" sz="3200" b="1" dirty="0"/>
            <a:t> as VML</a:t>
          </a:r>
        </a:p>
      </dgm:t>
    </dgm:pt>
    <dgm:pt modelId="{5E230D56-0946-234C-BD4E-01E3C7ADE2EC}" type="parTrans" cxnId="{FD8E9486-FEB3-DD4E-B9DA-B17CA35C9E1B}">
      <dgm:prSet/>
      <dgm:spPr/>
      <dgm:t>
        <a:bodyPr/>
        <a:lstStyle/>
        <a:p>
          <a:endParaRPr lang="es-ES"/>
        </a:p>
      </dgm:t>
    </dgm:pt>
    <dgm:pt modelId="{87B5B199-DE49-7A46-89C1-DF4260D600CE}" type="sibTrans" cxnId="{FD8E9486-FEB3-DD4E-B9DA-B17CA35C9E1B}">
      <dgm:prSet/>
      <dgm:spPr/>
      <dgm:t>
        <a:bodyPr/>
        <a:lstStyle/>
        <a:p>
          <a:endParaRPr lang="es-ES"/>
        </a:p>
      </dgm:t>
    </dgm:pt>
    <dgm:pt modelId="{04D55F5B-896E-4D4E-9D96-955FBCACD273}">
      <dgm:prSet phldrT="[Texto]" custT="1"/>
      <dgm:spPr>
        <a:ln>
          <a:solidFill>
            <a:srgbClr val="8B1B3F"/>
          </a:solidFill>
        </a:ln>
      </dgm:spPr>
      <dgm:t>
        <a:bodyPr/>
        <a:lstStyle/>
        <a:p>
          <a:pPr>
            <a:buNone/>
          </a:pPr>
          <a:r>
            <a:rPr lang="es-ES" sz="3200" b="1" dirty="0"/>
            <a:t>2</a:t>
          </a:r>
        </a:p>
      </dgm:t>
    </dgm:pt>
    <dgm:pt modelId="{46BEE6A9-E001-5845-A933-7E229F20F255}" type="parTrans" cxnId="{C9824F3B-F3B9-0B46-A03F-E58279F5B417}">
      <dgm:prSet/>
      <dgm:spPr/>
      <dgm:t>
        <a:bodyPr/>
        <a:lstStyle/>
        <a:p>
          <a:endParaRPr lang="es-ES"/>
        </a:p>
      </dgm:t>
    </dgm:pt>
    <dgm:pt modelId="{A95DC179-BA50-2C43-92EF-4A9F93A65E56}" type="sibTrans" cxnId="{C9824F3B-F3B9-0B46-A03F-E58279F5B417}">
      <dgm:prSet/>
      <dgm:spPr/>
      <dgm:t>
        <a:bodyPr/>
        <a:lstStyle/>
        <a:p>
          <a:endParaRPr lang="es-ES"/>
        </a:p>
      </dgm:t>
    </dgm:pt>
    <dgm:pt modelId="{2CB1F13C-AA80-2B40-AB9C-2A7235DC08E7}">
      <dgm:prSet phldrT="[Texto]" custT="1"/>
      <dgm:spPr>
        <a:ln>
          <a:solidFill>
            <a:srgbClr val="8B1B3F"/>
          </a:solidFill>
        </a:ln>
      </dgm:spPr>
      <dgm:t>
        <a:bodyPr/>
        <a:lstStyle/>
        <a:p>
          <a:pPr>
            <a:buNone/>
          </a:pPr>
          <a:r>
            <a:rPr lang="es-ES" sz="3200" b="1" dirty="0"/>
            <a:t>   </a:t>
          </a:r>
          <a:r>
            <a:rPr lang="es-ES" sz="3200" b="1" dirty="0" err="1"/>
            <a:t>Subscription</a:t>
          </a:r>
          <a:r>
            <a:rPr lang="es-ES" sz="3200" b="1" dirty="0"/>
            <a:t> </a:t>
          </a:r>
          <a:r>
            <a:rPr lang="es-ES" sz="3200" b="1" dirty="0" err="1"/>
            <a:t>Compliance</a:t>
          </a:r>
          <a:r>
            <a:rPr lang="es-ES" sz="3200" b="1" dirty="0"/>
            <a:t> </a:t>
          </a:r>
          <a:r>
            <a:rPr lang="es-ES" sz="3200" b="1" dirty="0" err="1"/>
            <a:t>Testing</a:t>
          </a:r>
          <a:endParaRPr lang="es-ES" sz="3200" b="1" dirty="0"/>
        </a:p>
      </dgm:t>
    </dgm:pt>
    <dgm:pt modelId="{57F45B3D-0635-254D-B069-3E090352014D}" type="parTrans" cxnId="{EF6A0D7A-A6AE-BA4D-A42D-8E863F3C1D88}">
      <dgm:prSet/>
      <dgm:spPr/>
      <dgm:t>
        <a:bodyPr/>
        <a:lstStyle/>
        <a:p>
          <a:endParaRPr lang="es-ES"/>
        </a:p>
      </dgm:t>
    </dgm:pt>
    <dgm:pt modelId="{5A0A15ED-2C0F-B44A-AF04-7032A34A0008}" type="sibTrans" cxnId="{EF6A0D7A-A6AE-BA4D-A42D-8E863F3C1D88}">
      <dgm:prSet/>
      <dgm:spPr/>
      <dgm:t>
        <a:bodyPr/>
        <a:lstStyle/>
        <a:p>
          <a:endParaRPr lang="es-ES"/>
        </a:p>
      </dgm:t>
    </dgm:pt>
    <dgm:pt modelId="{7741D9A4-3D81-BE44-86D5-BADCE196C48E}">
      <dgm:prSet phldrT="[Texto]" custT="1"/>
      <dgm:spPr>
        <a:ln>
          <a:solidFill>
            <a:srgbClr val="8B1B3F"/>
          </a:solidFill>
        </a:ln>
      </dgm:spPr>
      <dgm:t>
        <a:bodyPr/>
        <a:lstStyle/>
        <a:p>
          <a:pPr>
            <a:buNone/>
          </a:pPr>
          <a:r>
            <a:rPr lang="es-ES" sz="3200" b="1" dirty="0"/>
            <a:t>3</a:t>
          </a:r>
        </a:p>
      </dgm:t>
    </dgm:pt>
    <dgm:pt modelId="{D1867C73-1CC8-FD46-B8C6-2F230DD6465C}" type="parTrans" cxnId="{1859ADB8-2B97-6344-BE65-44AF0C5D142F}">
      <dgm:prSet/>
      <dgm:spPr/>
      <dgm:t>
        <a:bodyPr/>
        <a:lstStyle/>
        <a:p>
          <a:endParaRPr lang="es-ES"/>
        </a:p>
      </dgm:t>
    </dgm:pt>
    <dgm:pt modelId="{C85E5051-6DCE-904C-BA1A-344DCCEDEB51}" type="sibTrans" cxnId="{1859ADB8-2B97-6344-BE65-44AF0C5D142F}">
      <dgm:prSet/>
      <dgm:spPr/>
      <dgm:t>
        <a:bodyPr/>
        <a:lstStyle/>
        <a:p>
          <a:endParaRPr lang="es-ES"/>
        </a:p>
      </dgm:t>
    </dgm:pt>
    <dgm:pt modelId="{FD672363-A1AA-0540-BAD0-17273619DA9D}">
      <dgm:prSet phldrT="[Texto]" custT="1"/>
      <dgm:spPr>
        <a:ln>
          <a:solidFill>
            <a:srgbClr val="8B1B3F"/>
          </a:solidFill>
        </a:ln>
      </dgm:spPr>
      <dgm:t>
        <a:bodyPr/>
        <a:lstStyle/>
        <a:p>
          <a:pPr>
            <a:buNone/>
          </a:pPr>
          <a:r>
            <a:rPr lang="es-ES" sz="3200" b="1" dirty="0"/>
            <a:t>   Test SPACE in </a:t>
          </a:r>
          <a:r>
            <a:rPr lang="es-ES" sz="3200" b="1" dirty="0" err="1"/>
            <a:t>realistic</a:t>
          </a:r>
          <a:r>
            <a:rPr lang="es-ES" sz="3200" b="1" dirty="0"/>
            <a:t> </a:t>
          </a:r>
          <a:r>
            <a:rPr lang="es-ES" sz="3200" b="1" dirty="0" err="1"/>
            <a:t>setups</a:t>
          </a:r>
          <a:endParaRPr lang="es-ES" sz="3200" b="1" dirty="0"/>
        </a:p>
      </dgm:t>
    </dgm:pt>
    <dgm:pt modelId="{D9361D9A-0514-3E4B-8BB3-147BADF6D930}" type="parTrans" cxnId="{DDAB2FDF-84C8-3542-9800-C1B928E6E19D}">
      <dgm:prSet/>
      <dgm:spPr/>
      <dgm:t>
        <a:bodyPr/>
        <a:lstStyle/>
        <a:p>
          <a:endParaRPr lang="es-ES"/>
        </a:p>
      </dgm:t>
    </dgm:pt>
    <dgm:pt modelId="{FD48B1BE-2B73-964D-8028-AE6799184A55}" type="sibTrans" cxnId="{DDAB2FDF-84C8-3542-9800-C1B928E6E19D}">
      <dgm:prSet/>
      <dgm:spPr/>
      <dgm:t>
        <a:bodyPr/>
        <a:lstStyle/>
        <a:p>
          <a:endParaRPr lang="es-ES"/>
        </a:p>
      </dgm:t>
    </dgm:pt>
    <dgm:pt modelId="{A46F8A42-4D27-A049-9303-DC265394944C}" type="pres">
      <dgm:prSet presAssocID="{0AB5A9C1-3679-E24B-B65A-6FCC7474C959}" presName="linearFlow" presStyleCnt="0">
        <dgm:presLayoutVars>
          <dgm:dir/>
          <dgm:animLvl val="lvl"/>
          <dgm:resizeHandles val="exact"/>
        </dgm:presLayoutVars>
      </dgm:prSet>
      <dgm:spPr/>
    </dgm:pt>
    <dgm:pt modelId="{CBD2C6C1-EF99-234A-9BEC-F8F9A1F3C03A}" type="pres">
      <dgm:prSet presAssocID="{5B315366-ABB2-1949-82A7-B0ED31AF9F4A}" presName="composite" presStyleCnt="0"/>
      <dgm:spPr/>
    </dgm:pt>
    <dgm:pt modelId="{E76F2156-D73B-4743-8BD1-AB3EEEC36BE2}" type="pres">
      <dgm:prSet presAssocID="{5B315366-ABB2-1949-82A7-B0ED31AF9F4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8B552723-3D8B-8643-A7A0-54A4DEF45840}" type="pres">
      <dgm:prSet presAssocID="{5B315366-ABB2-1949-82A7-B0ED31AF9F4A}" presName="descendantText" presStyleLbl="alignAcc1" presStyleIdx="0" presStyleCnt="3">
        <dgm:presLayoutVars>
          <dgm:bulletEnabled val="1"/>
        </dgm:presLayoutVars>
      </dgm:prSet>
      <dgm:spPr/>
    </dgm:pt>
    <dgm:pt modelId="{7CCDE0ED-5577-4E49-BC03-C1E63D9638BA}" type="pres">
      <dgm:prSet presAssocID="{A62D52CD-4F4A-9841-9BC0-3BDF0B4BB65D}" presName="sp" presStyleCnt="0"/>
      <dgm:spPr/>
    </dgm:pt>
    <dgm:pt modelId="{0CADE893-A3E1-314C-8BB6-BCE36D4F4CDF}" type="pres">
      <dgm:prSet presAssocID="{04D55F5B-896E-4D4E-9D96-955FBCACD273}" presName="composite" presStyleCnt="0"/>
      <dgm:spPr/>
    </dgm:pt>
    <dgm:pt modelId="{C4CD92B5-FF82-AA42-BCA0-E4D19055D31E}" type="pres">
      <dgm:prSet presAssocID="{04D55F5B-896E-4D4E-9D96-955FBCACD27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4291B88-1CA1-A148-8465-56EACC37FC18}" type="pres">
      <dgm:prSet presAssocID="{04D55F5B-896E-4D4E-9D96-955FBCACD273}" presName="descendantText" presStyleLbl="alignAcc1" presStyleIdx="1" presStyleCnt="3">
        <dgm:presLayoutVars>
          <dgm:bulletEnabled val="1"/>
        </dgm:presLayoutVars>
      </dgm:prSet>
      <dgm:spPr/>
    </dgm:pt>
    <dgm:pt modelId="{8EDED519-1C4C-4B4B-8544-327CA1D7A1B0}" type="pres">
      <dgm:prSet presAssocID="{A95DC179-BA50-2C43-92EF-4A9F93A65E56}" presName="sp" presStyleCnt="0"/>
      <dgm:spPr/>
    </dgm:pt>
    <dgm:pt modelId="{DD6B6B8A-820F-0446-B514-A207ADD8FBD7}" type="pres">
      <dgm:prSet presAssocID="{7741D9A4-3D81-BE44-86D5-BADCE196C48E}" presName="composite" presStyleCnt="0"/>
      <dgm:spPr/>
    </dgm:pt>
    <dgm:pt modelId="{9E563C39-6EBA-7A40-8E94-AF9F125620DF}" type="pres">
      <dgm:prSet presAssocID="{7741D9A4-3D81-BE44-86D5-BADCE196C48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FA6FDE6D-48CA-0C43-8619-99BAB86394BC}" type="pres">
      <dgm:prSet presAssocID="{7741D9A4-3D81-BE44-86D5-BADCE196C48E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3D68790D-019B-1141-94E6-17C145D4D8AC}" type="presOf" srcId="{2CB1F13C-AA80-2B40-AB9C-2A7235DC08E7}" destId="{F4291B88-1CA1-A148-8465-56EACC37FC18}" srcOrd="0" destOrd="0" presId="urn:microsoft.com/office/officeart/2005/8/layout/chevron2"/>
    <dgm:cxn modelId="{BAE9B911-45EA-B14E-9650-4FDDE1F5DB0C}" type="presOf" srcId="{D6DF2FAE-1593-8645-B6CA-D7007F0C4C39}" destId="{8B552723-3D8B-8643-A7A0-54A4DEF45840}" srcOrd="0" destOrd="0" presId="urn:microsoft.com/office/officeart/2005/8/layout/chevron2"/>
    <dgm:cxn modelId="{42F7A216-7F59-F14F-B733-A1E5F1A1AFB0}" type="presOf" srcId="{5B315366-ABB2-1949-82A7-B0ED31AF9F4A}" destId="{E76F2156-D73B-4743-8BD1-AB3EEEC36BE2}" srcOrd="0" destOrd="0" presId="urn:microsoft.com/office/officeart/2005/8/layout/chevron2"/>
    <dgm:cxn modelId="{C9824F3B-F3B9-0B46-A03F-E58279F5B417}" srcId="{0AB5A9C1-3679-E24B-B65A-6FCC7474C959}" destId="{04D55F5B-896E-4D4E-9D96-955FBCACD273}" srcOrd="1" destOrd="0" parTransId="{46BEE6A9-E001-5845-A933-7E229F20F255}" sibTransId="{A95DC179-BA50-2C43-92EF-4A9F93A65E56}"/>
    <dgm:cxn modelId="{D1A24A65-23A8-BA43-9C21-5981826DA4F0}" type="presOf" srcId="{0AB5A9C1-3679-E24B-B65A-6FCC7474C959}" destId="{A46F8A42-4D27-A049-9303-DC265394944C}" srcOrd="0" destOrd="0" presId="urn:microsoft.com/office/officeart/2005/8/layout/chevron2"/>
    <dgm:cxn modelId="{EF6A0D7A-A6AE-BA4D-A42D-8E863F3C1D88}" srcId="{04D55F5B-896E-4D4E-9D96-955FBCACD273}" destId="{2CB1F13C-AA80-2B40-AB9C-2A7235DC08E7}" srcOrd="0" destOrd="0" parTransId="{57F45B3D-0635-254D-B069-3E090352014D}" sibTransId="{5A0A15ED-2C0F-B44A-AF04-7032A34A0008}"/>
    <dgm:cxn modelId="{FD8E9486-FEB3-DD4E-B9DA-B17CA35C9E1B}" srcId="{5B315366-ABB2-1949-82A7-B0ED31AF9F4A}" destId="{D6DF2FAE-1593-8645-B6CA-D7007F0C4C39}" srcOrd="0" destOrd="0" parTransId="{5E230D56-0946-234C-BD4E-01E3C7ADE2EC}" sibTransId="{87B5B199-DE49-7A46-89C1-DF4260D600CE}"/>
    <dgm:cxn modelId="{9355A287-3EAD-904A-BF8D-F93B8EDB3E2C}" type="presOf" srcId="{7741D9A4-3D81-BE44-86D5-BADCE196C48E}" destId="{9E563C39-6EBA-7A40-8E94-AF9F125620DF}" srcOrd="0" destOrd="0" presId="urn:microsoft.com/office/officeart/2005/8/layout/chevron2"/>
    <dgm:cxn modelId="{96DB339D-13B4-A649-93F5-81D433F49E34}" srcId="{0AB5A9C1-3679-E24B-B65A-6FCC7474C959}" destId="{5B315366-ABB2-1949-82A7-B0ED31AF9F4A}" srcOrd="0" destOrd="0" parTransId="{76604EB9-447D-3E4C-ACFF-C14B4236A00F}" sibTransId="{A62D52CD-4F4A-9841-9BC0-3BDF0B4BB65D}"/>
    <dgm:cxn modelId="{1859ADB8-2B97-6344-BE65-44AF0C5D142F}" srcId="{0AB5A9C1-3679-E24B-B65A-6FCC7474C959}" destId="{7741D9A4-3D81-BE44-86D5-BADCE196C48E}" srcOrd="2" destOrd="0" parTransId="{D1867C73-1CC8-FD46-B8C6-2F230DD6465C}" sibTransId="{C85E5051-6DCE-904C-BA1A-344DCCEDEB51}"/>
    <dgm:cxn modelId="{DDAB2FDF-84C8-3542-9800-C1B928E6E19D}" srcId="{7741D9A4-3D81-BE44-86D5-BADCE196C48E}" destId="{FD672363-A1AA-0540-BAD0-17273619DA9D}" srcOrd="0" destOrd="0" parTransId="{D9361D9A-0514-3E4B-8BB3-147BADF6D930}" sibTransId="{FD48B1BE-2B73-964D-8028-AE6799184A55}"/>
    <dgm:cxn modelId="{6FCA3AF0-19F6-0D46-A524-121AE4A67602}" type="presOf" srcId="{FD672363-A1AA-0540-BAD0-17273619DA9D}" destId="{FA6FDE6D-48CA-0C43-8619-99BAB86394BC}" srcOrd="0" destOrd="0" presId="urn:microsoft.com/office/officeart/2005/8/layout/chevron2"/>
    <dgm:cxn modelId="{D572E5F3-ACDF-EE4D-90FA-63B5A6464D3A}" type="presOf" srcId="{04D55F5B-896E-4D4E-9D96-955FBCACD273}" destId="{C4CD92B5-FF82-AA42-BCA0-E4D19055D31E}" srcOrd="0" destOrd="0" presId="urn:microsoft.com/office/officeart/2005/8/layout/chevron2"/>
    <dgm:cxn modelId="{91266706-F1C1-EF40-867F-7B7E8D4D8E68}" type="presParOf" srcId="{A46F8A42-4D27-A049-9303-DC265394944C}" destId="{CBD2C6C1-EF99-234A-9BEC-F8F9A1F3C03A}" srcOrd="0" destOrd="0" presId="urn:microsoft.com/office/officeart/2005/8/layout/chevron2"/>
    <dgm:cxn modelId="{9AE51942-5DD4-CB49-98E1-02F0ECA332A1}" type="presParOf" srcId="{CBD2C6C1-EF99-234A-9BEC-F8F9A1F3C03A}" destId="{E76F2156-D73B-4743-8BD1-AB3EEEC36BE2}" srcOrd="0" destOrd="0" presId="urn:microsoft.com/office/officeart/2005/8/layout/chevron2"/>
    <dgm:cxn modelId="{0CC5059B-059E-5B4C-903C-63B0A4B7D7FC}" type="presParOf" srcId="{CBD2C6C1-EF99-234A-9BEC-F8F9A1F3C03A}" destId="{8B552723-3D8B-8643-A7A0-54A4DEF45840}" srcOrd="1" destOrd="0" presId="urn:microsoft.com/office/officeart/2005/8/layout/chevron2"/>
    <dgm:cxn modelId="{90611978-2C60-424F-AFD7-50A2889035E5}" type="presParOf" srcId="{A46F8A42-4D27-A049-9303-DC265394944C}" destId="{7CCDE0ED-5577-4E49-BC03-C1E63D9638BA}" srcOrd="1" destOrd="0" presId="urn:microsoft.com/office/officeart/2005/8/layout/chevron2"/>
    <dgm:cxn modelId="{119DEB1F-2057-2F4B-B599-37744B6A8B25}" type="presParOf" srcId="{A46F8A42-4D27-A049-9303-DC265394944C}" destId="{0CADE893-A3E1-314C-8BB6-BCE36D4F4CDF}" srcOrd="2" destOrd="0" presId="urn:microsoft.com/office/officeart/2005/8/layout/chevron2"/>
    <dgm:cxn modelId="{72453465-BED9-A049-ADA8-B2EC6D1F2D83}" type="presParOf" srcId="{0CADE893-A3E1-314C-8BB6-BCE36D4F4CDF}" destId="{C4CD92B5-FF82-AA42-BCA0-E4D19055D31E}" srcOrd="0" destOrd="0" presId="urn:microsoft.com/office/officeart/2005/8/layout/chevron2"/>
    <dgm:cxn modelId="{8AF6C6F7-E898-7A4C-B222-F3AFA25DE329}" type="presParOf" srcId="{0CADE893-A3E1-314C-8BB6-BCE36D4F4CDF}" destId="{F4291B88-1CA1-A148-8465-56EACC37FC18}" srcOrd="1" destOrd="0" presId="urn:microsoft.com/office/officeart/2005/8/layout/chevron2"/>
    <dgm:cxn modelId="{14D0FD87-4766-2146-B5D0-F55A6E0FD5C8}" type="presParOf" srcId="{A46F8A42-4D27-A049-9303-DC265394944C}" destId="{8EDED519-1C4C-4B4B-8544-327CA1D7A1B0}" srcOrd="3" destOrd="0" presId="urn:microsoft.com/office/officeart/2005/8/layout/chevron2"/>
    <dgm:cxn modelId="{85592D2E-5D3B-8649-B29C-73F2EA861168}" type="presParOf" srcId="{A46F8A42-4D27-A049-9303-DC265394944C}" destId="{DD6B6B8A-820F-0446-B514-A207ADD8FBD7}" srcOrd="4" destOrd="0" presId="urn:microsoft.com/office/officeart/2005/8/layout/chevron2"/>
    <dgm:cxn modelId="{0A91BB07-F7BD-0F4A-BB4A-B5DF4BA58A16}" type="presParOf" srcId="{DD6B6B8A-820F-0446-B514-A207ADD8FBD7}" destId="{9E563C39-6EBA-7A40-8E94-AF9F125620DF}" srcOrd="0" destOrd="0" presId="urn:microsoft.com/office/officeart/2005/8/layout/chevron2"/>
    <dgm:cxn modelId="{37379414-F7CF-214E-9B55-6C8535C3CF2B}" type="presParOf" srcId="{DD6B6B8A-820F-0446-B514-A207ADD8FBD7}" destId="{FA6FDE6D-48CA-0C43-8619-99BAB86394B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F2156-D73B-4743-8BD1-AB3EEEC36BE2}">
      <dsp:nvSpPr>
        <dsp:cNvPr id="0" name=""/>
        <dsp:cNvSpPr/>
      </dsp:nvSpPr>
      <dsp:spPr>
        <a:xfrm rot="5400000">
          <a:off x="-292416" y="292416"/>
          <a:ext cx="1949444" cy="1364610"/>
        </a:xfrm>
        <a:prstGeom prst="chevron">
          <a:avLst/>
        </a:prstGeom>
        <a:solidFill>
          <a:srgbClr val="8B1B3F"/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800" kern="1200" dirty="0"/>
            <a:t>1</a:t>
          </a:r>
        </a:p>
      </dsp:txBody>
      <dsp:txXfrm rot="-5400000">
        <a:off x="1" y="682304"/>
        <a:ext cx="1364610" cy="584834"/>
      </dsp:txXfrm>
    </dsp:sp>
    <dsp:sp modelId="{8B552723-3D8B-8643-A7A0-54A4DEF45840}">
      <dsp:nvSpPr>
        <dsp:cNvPr id="0" name=""/>
        <dsp:cNvSpPr/>
      </dsp:nvSpPr>
      <dsp:spPr>
        <a:xfrm rot="5400000">
          <a:off x="4646726" y="-3282115"/>
          <a:ext cx="1267138" cy="783137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8B1B3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3200" b="1" kern="1200" dirty="0"/>
            <a:t>   Explore </a:t>
          </a:r>
          <a:r>
            <a:rPr lang="es-ES" sz="3200" b="1" kern="1200" dirty="0" err="1"/>
            <a:t>iPricing</a:t>
          </a:r>
          <a:r>
            <a:rPr lang="es-ES" sz="3200" b="1" kern="1200" dirty="0"/>
            <a:t> as VML</a:t>
          </a:r>
        </a:p>
      </dsp:txBody>
      <dsp:txXfrm rot="-5400000">
        <a:off x="1364611" y="61857"/>
        <a:ext cx="7769513" cy="1143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F2156-D73B-4743-8BD1-AB3EEEC36BE2}">
      <dsp:nvSpPr>
        <dsp:cNvPr id="0" name=""/>
        <dsp:cNvSpPr/>
      </dsp:nvSpPr>
      <dsp:spPr>
        <a:xfrm rot="5400000">
          <a:off x="-291417" y="292021"/>
          <a:ext cx="1942785" cy="1359949"/>
        </a:xfrm>
        <a:prstGeom prst="chevron">
          <a:avLst/>
        </a:prstGeom>
        <a:solidFill>
          <a:srgbClr val="8B1B3F"/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800" kern="1200" dirty="0"/>
            <a:t>1</a:t>
          </a:r>
        </a:p>
      </dsp:txBody>
      <dsp:txXfrm rot="-5400000">
        <a:off x="2" y="680578"/>
        <a:ext cx="1359949" cy="582836"/>
      </dsp:txXfrm>
    </dsp:sp>
    <dsp:sp modelId="{8B552723-3D8B-8643-A7A0-54A4DEF45840}">
      <dsp:nvSpPr>
        <dsp:cNvPr id="0" name=""/>
        <dsp:cNvSpPr/>
      </dsp:nvSpPr>
      <dsp:spPr>
        <a:xfrm rot="5400000">
          <a:off x="4646560" y="-3286006"/>
          <a:ext cx="1262810" cy="78360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8B1B3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3200" b="1" kern="1200" dirty="0"/>
            <a:t>   Explore </a:t>
          </a:r>
          <a:r>
            <a:rPr lang="es-ES" sz="3200" b="1" kern="1200" dirty="0" err="1"/>
            <a:t>iPricing</a:t>
          </a:r>
          <a:r>
            <a:rPr lang="es-ES" sz="3200" b="1" kern="1200" dirty="0"/>
            <a:t> as VML</a:t>
          </a:r>
        </a:p>
      </dsp:txBody>
      <dsp:txXfrm rot="-5400000">
        <a:off x="1359950" y="62249"/>
        <a:ext cx="7774386" cy="1139520"/>
      </dsp:txXfrm>
    </dsp:sp>
    <dsp:sp modelId="{C4CD92B5-FF82-AA42-BCA0-E4D19055D31E}">
      <dsp:nvSpPr>
        <dsp:cNvPr id="0" name=""/>
        <dsp:cNvSpPr/>
      </dsp:nvSpPr>
      <dsp:spPr>
        <a:xfrm rot="5400000">
          <a:off x="-291417" y="1945518"/>
          <a:ext cx="1942785" cy="1359949"/>
        </a:xfrm>
        <a:prstGeom prst="chevron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rgbClr val="8B1B3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/>
            <a:t>2</a:t>
          </a:r>
        </a:p>
      </dsp:txBody>
      <dsp:txXfrm rot="-5400000">
        <a:off x="2" y="2334075"/>
        <a:ext cx="1359949" cy="582836"/>
      </dsp:txXfrm>
    </dsp:sp>
    <dsp:sp modelId="{F4291B88-1CA1-A148-8465-56EACC37FC18}">
      <dsp:nvSpPr>
        <dsp:cNvPr id="0" name=""/>
        <dsp:cNvSpPr/>
      </dsp:nvSpPr>
      <dsp:spPr>
        <a:xfrm rot="5400000">
          <a:off x="4646560" y="-1632509"/>
          <a:ext cx="1262810" cy="78360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8B1B3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3200" b="1" kern="1200" dirty="0"/>
            <a:t>   </a:t>
          </a:r>
          <a:r>
            <a:rPr lang="es-ES" sz="3200" b="1" kern="1200" dirty="0" err="1"/>
            <a:t>Subscription</a:t>
          </a:r>
          <a:r>
            <a:rPr lang="es-ES" sz="3200" b="1" kern="1200" dirty="0"/>
            <a:t> </a:t>
          </a:r>
          <a:r>
            <a:rPr lang="es-ES" sz="3200" b="1" kern="1200" dirty="0" err="1"/>
            <a:t>Compliance</a:t>
          </a:r>
          <a:r>
            <a:rPr lang="es-ES" sz="3200" b="1" kern="1200" dirty="0"/>
            <a:t> </a:t>
          </a:r>
          <a:r>
            <a:rPr lang="es-ES" sz="3200" b="1" kern="1200" dirty="0" err="1"/>
            <a:t>Testing</a:t>
          </a:r>
          <a:endParaRPr lang="es-ES" sz="3200" b="1" kern="1200" dirty="0"/>
        </a:p>
      </dsp:txBody>
      <dsp:txXfrm rot="-5400000">
        <a:off x="1359950" y="1715746"/>
        <a:ext cx="7774386" cy="11395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F2156-D73B-4743-8BD1-AB3EEEC36BE2}">
      <dsp:nvSpPr>
        <dsp:cNvPr id="0" name=""/>
        <dsp:cNvSpPr/>
      </dsp:nvSpPr>
      <dsp:spPr>
        <a:xfrm rot="5400000">
          <a:off x="-289718" y="292805"/>
          <a:ext cx="1931459" cy="1352021"/>
        </a:xfrm>
        <a:prstGeom prst="chevron">
          <a:avLst/>
        </a:prstGeom>
        <a:solidFill>
          <a:srgbClr val="8B1B3F"/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800" kern="1200" dirty="0"/>
            <a:t>1</a:t>
          </a:r>
        </a:p>
      </dsp:txBody>
      <dsp:txXfrm rot="-5400000">
        <a:off x="2" y="679097"/>
        <a:ext cx="1352021" cy="579438"/>
      </dsp:txXfrm>
    </dsp:sp>
    <dsp:sp modelId="{8B552723-3D8B-8643-A7A0-54A4DEF45840}">
      <dsp:nvSpPr>
        <dsp:cNvPr id="0" name=""/>
        <dsp:cNvSpPr/>
      </dsp:nvSpPr>
      <dsp:spPr>
        <a:xfrm rot="5400000">
          <a:off x="4646276" y="-3291169"/>
          <a:ext cx="1255448" cy="78439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8B1B3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3200" b="1" kern="1200" dirty="0"/>
            <a:t>   Explore </a:t>
          </a:r>
          <a:r>
            <a:rPr lang="es-ES" sz="3200" b="1" kern="1200" dirty="0" err="1"/>
            <a:t>iPricing</a:t>
          </a:r>
          <a:r>
            <a:rPr lang="es-ES" sz="3200" b="1" kern="1200" dirty="0"/>
            <a:t> as VML</a:t>
          </a:r>
        </a:p>
      </dsp:txBody>
      <dsp:txXfrm rot="-5400000">
        <a:off x="1352021" y="64372"/>
        <a:ext cx="7782673" cy="1132876"/>
      </dsp:txXfrm>
    </dsp:sp>
    <dsp:sp modelId="{C4CD92B5-FF82-AA42-BCA0-E4D19055D31E}">
      <dsp:nvSpPr>
        <dsp:cNvPr id="0" name=""/>
        <dsp:cNvSpPr/>
      </dsp:nvSpPr>
      <dsp:spPr>
        <a:xfrm rot="5400000">
          <a:off x="-289718" y="2033323"/>
          <a:ext cx="1931459" cy="1352021"/>
        </a:xfrm>
        <a:prstGeom prst="chevron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rgbClr val="8B1B3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/>
            <a:t>2</a:t>
          </a:r>
        </a:p>
      </dsp:txBody>
      <dsp:txXfrm rot="-5400000">
        <a:off x="2" y="2419615"/>
        <a:ext cx="1352021" cy="579438"/>
      </dsp:txXfrm>
    </dsp:sp>
    <dsp:sp modelId="{F4291B88-1CA1-A148-8465-56EACC37FC18}">
      <dsp:nvSpPr>
        <dsp:cNvPr id="0" name=""/>
        <dsp:cNvSpPr/>
      </dsp:nvSpPr>
      <dsp:spPr>
        <a:xfrm rot="5400000">
          <a:off x="4646276" y="-1550650"/>
          <a:ext cx="1255448" cy="78439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8B1B3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3200" b="1" kern="1200" dirty="0"/>
            <a:t>   </a:t>
          </a:r>
          <a:r>
            <a:rPr lang="es-ES" sz="3200" b="1" kern="1200" dirty="0" err="1"/>
            <a:t>Subscription</a:t>
          </a:r>
          <a:r>
            <a:rPr lang="es-ES" sz="3200" b="1" kern="1200" dirty="0"/>
            <a:t> </a:t>
          </a:r>
          <a:r>
            <a:rPr lang="es-ES" sz="3200" b="1" kern="1200" dirty="0" err="1"/>
            <a:t>Compliance</a:t>
          </a:r>
          <a:r>
            <a:rPr lang="es-ES" sz="3200" b="1" kern="1200" dirty="0"/>
            <a:t> </a:t>
          </a:r>
          <a:r>
            <a:rPr lang="es-ES" sz="3200" b="1" kern="1200" dirty="0" err="1"/>
            <a:t>Testing</a:t>
          </a:r>
          <a:endParaRPr lang="es-ES" sz="3200" b="1" kern="1200" dirty="0"/>
        </a:p>
      </dsp:txBody>
      <dsp:txXfrm rot="-5400000">
        <a:off x="1352021" y="1804891"/>
        <a:ext cx="7782673" cy="1132876"/>
      </dsp:txXfrm>
    </dsp:sp>
    <dsp:sp modelId="{9E563C39-6EBA-7A40-8E94-AF9F125620DF}">
      <dsp:nvSpPr>
        <dsp:cNvPr id="0" name=""/>
        <dsp:cNvSpPr/>
      </dsp:nvSpPr>
      <dsp:spPr>
        <a:xfrm rot="5400000">
          <a:off x="-289718" y="3773842"/>
          <a:ext cx="1931459" cy="1352021"/>
        </a:xfrm>
        <a:prstGeom prst="chevron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rgbClr val="8B1B3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/>
            <a:t>3</a:t>
          </a:r>
        </a:p>
      </dsp:txBody>
      <dsp:txXfrm rot="-5400000">
        <a:off x="2" y="4160134"/>
        <a:ext cx="1352021" cy="579438"/>
      </dsp:txXfrm>
    </dsp:sp>
    <dsp:sp modelId="{FA6FDE6D-48CA-0C43-8619-99BAB86394BC}">
      <dsp:nvSpPr>
        <dsp:cNvPr id="0" name=""/>
        <dsp:cNvSpPr/>
      </dsp:nvSpPr>
      <dsp:spPr>
        <a:xfrm rot="5400000">
          <a:off x="4646276" y="189867"/>
          <a:ext cx="1255448" cy="78439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8B1B3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3200" b="1" kern="1200" dirty="0"/>
            <a:t>   Test SPACE in </a:t>
          </a:r>
          <a:r>
            <a:rPr lang="es-ES" sz="3200" b="1" kern="1200" dirty="0" err="1"/>
            <a:t>realistic</a:t>
          </a:r>
          <a:r>
            <a:rPr lang="es-ES" sz="3200" b="1" kern="1200" dirty="0"/>
            <a:t> </a:t>
          </a:r>
          <a:r>
            <a:rPr lang="es-ES" sz="3200" b="1" kern="1200" dirty="0" err="1"/>
            <a:t>setups</a:t>
          </a:r>
          <a:endParaRPr lang="es-ES" sz="3200" b="1" kern="1200" dirty="0"/>
        </a:p>
      </dsp:txBody>
      <dsp:txXfrm rot="-5400000">
        <a:off x="1352021" y="3545408"/>
        <a:ext cx="7782673" cy="1132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1/2/26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1/2/26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1/2/26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9.png"/><Relationship Id="rId5" Type="http://schemas.openxmlformats.org/officeDocument/2006/relationships/image" Target="../media/image5.svg"/><Relationship Id="rId6" Type="http://schemas.openxmlformats.org/officeDocument/2006/relationships/image" Target="../media/image7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8.svg"/><Relationship Id="rId10" Type="http://schemas.openxmlformats.org/officeDocument/2006/relationships/image" Target="../media/image8.pn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1.svg"/><Relationship Id="rId14" Type="http://schemas.openxmlformats.org/officeDocument/2006/relationships/image" Target="../media/image10.png"/><Relationship Id="rId15" Type="http://schemas.openxmlformats.org/officeDocument/2006/relationships/image" Target="../media/image6.svg"/><Relationship Id="rId16" Type="http://schemas.openxmlformats.org/officeDocument/2006/relationships/image" Target="../media/image6.png"/><Relationship Id="rId17" Type="http://schemas.openxmlformats.org/officeDocument/2006/relationships/image" Target="../media/image3.svg"/><Relationship Id="rId18" Type="http://schemas.openxmlformats.org/officeDocument/2006/relationships/image" Target="../media/image4.png"/><Relationship Id="rId19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diagramData" Target="../diagrams/data2.xml"/><Relationship Id="rId5" Type="http://schemas.openxmlformats.org/officeDocument/2006/relationships/diagramLayout" Target="../diagrams/layout2.xml"/><Relationship Id="rId6" Type="http://schemas.openxmlformats.org/officeDocument/2006/relationships/diagramQuickStyle" Target="../diagrams/quickStyle2.xml"/><Relationship Id="rId7" Type="http://schemas.openxmlformats.org/officeDocument/2006/relationships/diagramColors" Target="../diagrams/colors2.xml"/><Relationship Id="rId8" Type="http://schemas.microsoft.com/office/2007/relationships/diagramDrawing" Target="../diagrams/drawing2.xml"/><Relationship Id="rId9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diagramData" Target="../diagrams/data3.xml"/><Relationship Id="rId5" Type="http://schemas.openxmlformats.org/officeDocument/2006/relationships/diagramLayout" Target="../diagrams/layout3.xml"/><Relationship Id="rId6" Type="http://schemas.openxmlformats.org/officeDocument/2006/relationships/diagramQuickStyle" Target="../diagrams/quickStyle3.xml"/><Relationship Id="rId7" Type="http://schemas.openxmlformats.org/officeDocument/2006/relationships/diagramColors" Target="../diagrams/colors3.xml"/><Relationship Id="rId8" Type="http://schemas.microsoft.com/office/2007/relationships/diagramDrawing" Target="../diagrams/drawing3.xml"/><Relationship Id="rId9" Type="http://schemas.openxmlformats.org/officeDocument/2006/relationships/image" Target="../media/image3.jpeg"/><Relationship Id="rId10" Type="http://schemas.openxmlformats.org/officeDocument/2006/relationships/image" Target="../media/image4.jpeg"/><Relationship Id="rId1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51368C7-12C5-6BC2-50BC-0655A514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381EF-80AC-6A60-82A4-42224D2E8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1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E00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  <a:r>
              <a:rPr lang="en-US" b="1" dirty="0">
                <a:solidFill>
                  <a:srgbClr val="7E0029"/>
                </a:solidFill>
              </a:rPr>
              <a:t> &amp; Future Work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92042553-1E91-719F-41D3-8C024C4F9531}"/>
              </a:ext>
            </a:extLst>
          </p:cNvPr>
          <p:cNvGrpSpPr/>
          <p:nvPr/>
        </p:nvGrpSpPr>
        <p:grpSpPr>
          <a:xfrm>
            <a:off x="464658" y="2526889"/>
            <a:ext cx="5631342" cy="2252910"/>
            <a:chOff x="6147588" y="2385374"/>
            <a:chExt cx="5631342" cy="2252910"/>
          </a:xfrm>
        </p:grpSpPr>
        <p:sp>
          <p:nvSpPr>
            <p:cNvPr id="3" name="Google Shape;298;p32">
              <a:extLst>
                <a:ext uri="{FF2B5EF4-FFF2-40B4-BE49-F238E27FC236}">
                  <a16:creationId xmlns:a16="http://schemas.microsoft.com/office/drawing/2014/main" id="{D2AF7800-72A4-026D-5C2F-8B60EE82F565}"/>
                </a:ext>
              </a:extLst>
            </p:cNvPr>
            <p:cNvSpPr/>
            <p:nvPr/>
          </p:nvSpPr>
          <p:spPr>
            <a:xfrm flipV="1">
              <a:off x="9424725" y="2411446"/>
              <a:ext cx="1955894" cy="628253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" name="Google Shape;295;p32">
              <a:extLst>
                <a:ext uri="{FF2B5EF4-FFF2-40B4-BE49-F238E27FC236}">
                  <a16:creationId xmlns:a16="http://schemas.microsoft.com/office/drawing/2014/main" id="{8462558A-CEE5-C95D-543B-AFF6485DFE19}"/>
                </a:ext>
              </a:extLst>
            </p:cNvPr>
            <p:cNvSpPr/>
            <p:nvPr/>
          </p:nvSpPr>
          <p:spPr>
            <a:xfrm flipV="1">
              <a:off x="6147588" y="2705351"/>
              <a:ext cx="777716" cy="1577843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96;p32">
              <a:extLst>
                <a:ext uri="{FF2B5EF4-FFF2-40B4-BE49-F238E27FC236}">
                  <a16:creationId xmlns:a16="http://schemas.microsoft.com/office/drawing/2014/main" id="{929EA59E-45E1-0C39-D7C8-DB010A4E23A4}"/>
                </a:ext>
              </a:extLst>
            </p:cNvPr>
            <p:cNvSpPr/>
            <p:nvPr/>
          </p:nvSpPr>
          <p:spPr>
            <a:xfrm flipV="1">
              <a:off x="6566414" y="3994755"/>
              <a:ext cx="1955894" cy="630312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97;p32">
              <a:extLst>
                <a:ext uri="{FF2B5EF4-FFF2-40B4-BE49-F238E27FC236}">
                  <a16:creationId xmlns:a16="http://schemas.microsoft.com/office/drawing/2014/main" id="{BA963929-AB02-A985-3656-1C158AA8150B}"/>
                </a:ext>
              </a:extLst>
            </p:cNvPr>
            <p:cNvSpPr/>
            <p:nvPr/>
          </p:nvSpPr>
          <p:spPr>
            <a:xfrm flipV="1">
              <a:off x="8148903" y="2733871"/>
              <a:ext cx="1638068" cy="1572635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99;p32">
              <a:extLst>
                <a:ext uri="{FF2B5EF4-FFF2-40B4-BE49-F238E27FC236}">
                  <a16:creationId xmlns:a16="http://schemas.microsoft.com/office/drawing/2014/main" id="{A6C1882D-E1C7-F9A2-87D2-C41B41EC05F9}"/>
                </a:ext>
              </a:extLst>
            </p:cNvPr>
            <p:cNvSpPr/>
            <p:nvPr/>
          </p:nvSpPr>
          <p:spPr>
            <a:xfrm flipV="1">
              <a:off x="11003808" y="2733871"/>
              <a:ext cx="775122" cy="157472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9B702"/>
                </a:solidFill>
              </a:endParaRPr>
            </a:p>
          </p:txBody>
        </p:sp>
        <p:sp>
          <p:nvSpPr>
            <p:cNvPr id="8" name="Google Shape;300;p32">
              <a:extLst>
                <a:ext uri="{FF2B5EF4-FFF2-40B4-BE49-F238E27FC236}">
                  <a16:creationId xmlns:a16="http://schemas.microsoft.com/office/drawing/2014/main" id="{81AF0020-B66F-7A8E-9BE4-CFF367AD4400}"/>
                </a:ext>
              </a:extLst>
            </p:cNvPr>
            <p:cNvSpPr/>
            <p:nvPr/>
          </p:nvSpPr>
          <p:spPr>
            <a:xfrm flipV="1">
              <a:off x="9418761" y="4009001"/>
              <a:ext cx="1954578" cy="629283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9" name="Google Shape;301;p32">
              <a:extLst>
                <a:ext uri="{FF2B5EF4-FFF2-40B4-BE49-F238E27FC236}">
                  <a16:creationId xmlns:a16="http://schemas.microsoft.com/office/drawing/2014/main" id="{30CD5B87-E3B2-838E-C0E6-73FAE194F5C7}"/>
                </a:ext>
              </a:extLst>
            </p:cNvPr>
            <p:cNvSpPr/>
            <p:nvPr/>
          </p:nvSpPr>
          <p:spPr>
            <a:xfrm flipV="1">
              <a:off x="6547904" y="2385374"/>
              <a:ext cx="1954578" cy="630341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02;p32">
              <a:extLst>
                <a:ext uri="{FF2B5EF4-FFF2-40B4-BE49-F238E27FC236}">
                  <a16:creationId xmlns:a16="http://schemas.microsoft.com/office/drawing/2014/main" id="{DB9448CF-0081-6A8E-18BF-8D3448AE0DF2}"/>
                </a:ext>
              </a:extLst>
            </p:cNvPr>
            <p:cNvSpPr/>
            <p:nvPr/>
          </p:nvSpPr>
          <p:spPr>
            <a:xfrm flipV="1">
              <a:off x="8151462" y="2733872"/>
              <a:ext cx="1638104" cy="1573693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11" name="Google Shape;303;p32">
              <a:extLst>
                <a:ext uri="{FF2B5EF4-FFF2-40B4-BE49-F238E27FC236}">
                  <a16:creationId xmlns:a16="http://schemas.microsoft.com/office/drawing/2014/main" id="{0219087F-0984-04A1-C8FD-D2ED0CE484AD}"/>
                </a:ext>
              </a:extLst>
            </p:cNvPr>
            <p:cNvSpPr/>
            <p:nvPr/>
          </p:nvSpPr>
          <p:spPr>
            <a:xfrm flipV="1">
              <a:off x="8320716" y="4066293"/>
              <a:ext cx="153759" cy="123796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04;p32">
              <a:extLst>
                <a:ext uri="{FF2B5EF4-FFF2-40B4-BE49-F238E27FC236}">
                  <a16:creationId xmlns:a16="http://schemas.microsoft.com/office/drawing/2014/main" id="{72A90A19-9E8C-E25C-EBA7-9FEB2DEB0526}"/>
                </a:ext>
              </a:extLst>
            </p:cNvPr>
            <p:cNvSpPr/>
            <p:nvPr/>
          </p:nvSpPr>
          <p:spPr>
            <a:xfrm flipV="1">
              <a:off x="9587979" y="2786631"/>
              <a:ext cx="152479" cy="122765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06;p32">
              <a:extLst>
                <a:ext uri="{FF2B5EF4-FFF2-40B4-BE49-F238E27FC236}">
                  <a16:creationId xmlns:a16="http://schemas.microsoft.com/office/drawing/2014/main" id="{96F38F25-1A2E-CD3A-5F7D-6323FBB0A5D3}"/>
                </a:ext>
              </a:extLst>
            </p:cNvPr>
            <p:cNvSpPr/>
            <p:nvPr/>
          </p:nvSpPr>
          <p:spPr>
            <a:xfrm flipV="1">
              <a:off x="11051613" y="4146310"/>
              <a:ext cx="152444" cy="122765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07;p32">
              <a:extLst>
                <a:ext uri="{FF2B5EF4-FFF2-40B4-BE49-F238E27FC236}">
                  <a16:creationId xmlns:a16="http://schemas.microsoft.com/office/drawing/2014/main" id="{65BFE2C6-92DF-E597-76BD-09D109F89A01}"/>
                </a:ext>
              </a:extLst>
            </p:cNvPr>
            <p:cNvSpPr/>
            <p:nvPr/>
          </p:nvSpPr>
          <p:spPr>
            <a:xfrm flipV="1">
              <a:off x="9467845" y="4050617"/>
              <a:ext cx="152479" cy="122765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08;p32">
              <a:extLst>
                <a:ext uri="{FF2B5EF4-FFF2-40B4-BE49-F238E27FC236}">
                  <a16:creationId xmlns:a16="http://schemas.microsoft.com/office/drawing/2014/main" id="{A0555803-F693-F844-AD0C-AE6D7582A8A9}"/>
                </a:ext>
              </a:extLst>
            </p:cNvPr>
            <p:cNvSpPr/>
            <p:nvPr/>
          </p:nvSpPr>
          <p:spPr>
            <a:xfrm flipV="1">
              <a:off x="8200582" y="2775472"/>
              <a:ext cx="153759" cy="123825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ECBDD244-2410-4F15-CF97-A4F397CD78A8}"/>
                </a:ext>
              </a:extLst>
            </p:cNvPr>
            <p:cNvSpPr txBox="1"/>
            <p:nvPr/>
          </p:nvSpPr>
          <p:spPr>
            <a:xfrm rot="18698352">
              <a:off x="8495995" y="3362790"/>
              <a:ext cx="8468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600" dirty="0" err="1">
                  <a:solidFill>
                    <a:srgbClr val="183548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release</a:t>
              </a:r>
              <a:endPara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0C1ABC8D-F166-76A1-54C0-DC46ACFB4813}"/>
                </a:ext>
              </a:extLst>
            </p:cNvPr>
            <p:cNvSpPr txBox="1"/>
            <p:nvPr/>
          </p:nvSpPr>
          <p:spPr>
            <a:xfrm rot="2875983">
              <a:off x="10828217" y="2841246"/>
              <a:ext cx="8851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600" dirty="0" err="1">
                  <a:solidFill>
                    <a:srgbClr val="183548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operate</a:t>
              </a:r>
              <a:endPara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C37DC6DE-7A3C-8AD2-3949-EFB8A9F7D391}"/>
                </a:ext>
              </a:extLst>
            </p:cNvPr>
            <p:cNvSpPr txBox="1"/>
            <p:nvPr/>
          </p:nvSpPr>
          <p:spPr>
            <a:xfrm>
              <a:off x="9933275" y="4238832"/>
              <a:ext cx="9012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600" dirty="0">
                  <a:solidFill>
                    <a:srgbClr val="183548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monitor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0E70FB6-F8CC-1DDD-54D9-F6C9F5E8890E}"/>
                </a:ext>
              </a:extLst>
            </p:cNvPr>
            <p:cNvSpPr txBox="1"/>
            <p:nvPr/>
          </p:nvSpPr>
          <p:spPr>
            <a:xfrm rot="2606566">
              <a:off x="8296423" y="3007500"/>
              <a:ext cx="7208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600" dirty="0">
                  <a:solidFill>
                    <a:srgbClr val="19D65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plan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B4B153D-CBE6-3C57-7EA0-E68575289E2A}"/>
                </a:ext>
              </a:extLst>
            </p:cNvPr>
            <p:cNvSpPr txBox="1"/>
            <p:nvPr/>
          </p:nvSpPr>
          <p:spPr>
            <a:xfrm rot="18717501">
              <a:off x="6287541" y="2699193"/>
              <a:ext cx="8407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600" dirty="0" err="1">
                  <a:solidFill>
                    <a:srgbClr val="19D65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toggle</a:t>
              </a:r>
              <a:endPara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DBF8A33-5432-0EA1-686D-ED7A3413B348}"/>
                </a:ext>
              </a:extLst>
            </p:cNvPr>
            <p:cNvSpPr txBox="1"/>
            <p:nvPr/>
          </p:nvSpPr>
          <p:spPr>
            <a:xfrm>
              <a:off x="7332597" y="4240737"/>
              <a:ext cx="6114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600" dirty="0">
                  <a:solidFill>
                    <a:srgbClr val="19D65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test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50D3A643-71BE-F3AD-F947-902EFD1BB260}"/>
                </a:ext>
              </a:extLst>
            </p:cNvPr>
            <p:cNvSpPr txBox="1"/>
            <p:nvPr/>
          </p:nvSpPr>
          <p:spPr>
            <a:xfrm>
              <a:off x="7014715" y="2926105"/>
              <a:ext cx="9979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3600" b="1" dirty="0">
                  <a:solidFill>
                    <a:srgbClr val="19D65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Dev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7E29F539-5DD5-80E3-6F07-5EAD10B46208}"/>
                </a:ext>
              </a:extLst>
            </p:cNvPr>
            <p:cNvSpPr txBox="1"/>
            <p:nvPr/>
          </p:nvSpPr>
          <p:spPr>
            <a:xfrm>
              <a:off x="9884305" y="2904424"/>
              <a:ext cx="10605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3600" b="1" dirty="0" err="1">
                  <a:solidFill>
                    <a:srgbClr val="183548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Ops</a:t>
              </a:r>
              <a:endParaRPr lang="es-ES_tradnl" sz="3600" b="1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7E2D9E1C-D240-D62C-CFFC-AF5F617F6C10}"/>
                </a:ext>
              </a:extLst>
            </p:cNvPr>
            <p:cNvGrpSpPr/>
            <p:nvPr/>
          </p:nvGrpSpPr>
          <p:grpSpPr>
            <a:xfrm>
              <a:off x="9265039" y="2899528"/>
              <a:ext cx="301987" cy="295498"/>
              <a:chOff x="4811734" y="1535585"/>
              <a:chExt cx="609172" cy="609172"/>
            </a:xfrm>
          </p:grpSpPr>
          <p:sp>
            <p:nvSpPr>
              <p:cNvPr id="31" name="Rectángulo redondeado 30">
                <a:extLst>
                  <a:ext uri="{FF2B5EF4-FFF2-40B4-BE49-F238E27FC236}">
                    <a16:creationId xmlns:a16="http://schemas.microsoft.com/office/drawing/2014/main" id="{DAC87C93-109F-798E-29E6-70B07AD6B663}"/>
                  </a:ext>
                </a:extLst>
              </p:cNvPr>
              <p:cNvSpPr/>
              <p:nvPr/>
            </p:nvSpPr>
            <p:spPr>
              <a:xfrm>
                <a:off x="4811734" y="1571625"/>
                <a:ext cx="592958" cy="547764"/>
              </a:xfrm>
              <a:prstGeom prst="roundRect">
                <a:avLst>
                  <a:gd name="adj" fmla="val 2091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pic>
            <p:nvPicPr>
              <p:cNvPr id="32" name="Gráfico 31">
                <a:extLst>
                  <a:ext uri="{FF2B5EF4-FFF2-40B4-BE49-F238E27FC236}">
                    <a16:creationId xmlns:a16="http://schemas.microsoft.com/office/drawing/2014/main" id="{038F528A-01A2-6B28-CFA9-CFD25F4AB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811734" y="1535585"/>
                <a:ext cx="609172" cy="609172"/>
              </a:xfrm>
              <a:prstGeom prst="rect">
                <a:avLst/>
              </a:prstGeom>
            </p:spPr>
          </p:pic>
        </p:grpSp>
        <p:pic>
          <p:nvPicPr>
            <p:cNvPr id="33" name="Gráfico 32">
              <a:extLst>
                <a:ext uri="{FF2B5EF4-FFF2-40B4-BE49-F238E27FC236}">
                  <a16:creationId xmlns:a16="http://schemas.microsoft.com/office/drawing/2014/main" id="{97582330-0E75-28FF-EAC4-C70610F3A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91592" y="3576777"/>
              <a:ext cx="358520" cy="440002"/>
            </a:xfrm>
            <a:prstGeom prst="rect">
              <a:avLst/>
            </a:prstGeom>
          </p:spPr>
        </p:pic>
        <p:pic>
          <p:nvPicPr>
            <p:cNvPr id="34" name="Gráfico 33">
              <a:extLst>
                <a:ext uri="{FF2B5EF4-FFF2-40B4-BE49-F238E27FC236}">
                  <a16:creationId xmlns:a16="http://schemas.microsoft.com/office/drawing/2014/main" id="{B1566167-6E22-653A-BCA4-4C4E28795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270352" y="3612287"/>
              <a:ext cx="365533" cy="448609"/>
            </a:xfrm>
            <a:prstGeom prst="rect">
              <a:avLst/>
            </a:prstGeom>
          </p:spPr>
        </p:pic>
        <p:pic>
          <p:nvPicPr>
            <p:cNvPr id="35" name="Gráfico 34">
              <a:extLst>
                <a:ext uri="{FF2B5EF4-FFF2-40B4-BE49-F238E27FC236}">
                  <a16:creationId xmlns:a16="http://schemas.microsoft.com/office/drawing/2014/main" id="{6842A90F-B450-A91A-EF1E-1DDE1D1B0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17351" y="3653128"/>
              <a:ext cx="385491" cy="385491"/>
            </a:xfrm>
            <a:prstGeom prst="rect">
              <a:avLst/>
            </a:prstGeom>
          </p:spPr>
        </p:pic>
        <p:pic>
          <p:nvPicPr>
            <p:cNvPr id="36" name="Gráfico 35">
              <a:extLst>
                <a:ext uri="{FF2B5EF4-FFF2-40B4-BE49-F238E27FC236}">
                  <a16:creationId xmlns:a16="http://schemas.microsoft.com/office/drawing/2014/main" id="{8CA0163D-23C4-8EF9-43BD-1B4A63F0C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7370723">
              <a:off x="7579773" y="2452258"/>
              <a:ext cx="319990" cy="319990"/>
            </a:xfrm>
            <a:prstGeom prst="rect">
              <a:avLst/>
            </a:prstGeom>
          </p:spPr>
        </p:pic>
        <p:pic>
          <p:nvPicPr>
            <p:cNvPr id="37" name="Gráfico 36">
              <a:extLst>
                <a:ext uri="{FF2B5EF4-FFF2-40B4-BE49-F238E27FC236}">
                  <a16:creationId xmlns:a16="http://schemas.microsoft.com/office/drawing/2014/main" id="{F6C35B6D-679F-3103-2E98-381F121A6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175099" y="2437177"/>
              <a:ext cx="353776" cy="353776"/>
            </a:xfrm>
            <a:prstGeom prst="rect">
              <a:avLst/>
            </a:prstGeom>
          </p:spPr>
        </p:pic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3112217E-94DF-17B8-1E71-3EC25C9E9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291697" y="3611367"/>
              <a:ext cx="348455" cy="348455"/>
            </a:xfrm>
            <a:prstGeom prst="rect">
              <a:avLst/>
            </a:prstGeom>
          </p:spPr>
        </p:pic>
        <p:pic>
          <p:nvPicPr>
            <p:cNvPr id="39" name="Gráfico 38">
              <a:extLst>
                <a:ext uri="{FF2B5EF4-FFF2-40B4-BE49-F238E27FC236}">
                  <a16:creationId xmlns:a16="http://schemas.microsoft.com/office/drawing/2014/main" id="{D3A4833B-EA0F-9C06-C02A-0703C7038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597665" y="4100112"/>
              <a:ext cx="299116" cy="299116"/>
            </a:xfrm>
            <a:prstGeom prst="rect">
              <a:avLst/>
            </a:prstGeom>
          </p:spPr>
        </p:pic>
      </p:grp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8BC2EC3-B7E9-5F1C-831B-891E58ABFC48}"/>
              </a:ext>
            </a:extLst>
          </p:cNvPr>
          <p:cNvSpPr txBox="1"/>
          <p:nvPr/>
        </p:nvSpPr>
        <p:spPr>
          <a:xfrm>
            <a:off x="6735697" y="1860043"/>
            <a:ext cx="5113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400" b="1" dirty="0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400" b="1" dirty="0" err="1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400" b="1" dirty="0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400" b="1" dirty="0">
              <a:solidFill>
                <a:schemeClr val="accent4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F8CFFEA-CF2C-32A9-28C6-A0FA42FF285D}"/>
              </a:ext>
            </a:extLst>
          </p:cNvPr>
          <p:cNvSpPr txBox="1"/>
          <p:nvPr/>
        </p:nvSpPr>
        <p:spPr>
          <a:xfrm>
            <a:off x="6746986" y="2644008"/>
            <a:ext cx="4891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51987EE-BEAF-AE59-F046-9E08F6E715C7}"/>
              </a:ext>
            </a:extLst>
          </p:cNvPr>
          <p:cNvSpPr txBox="1"/>
          <p:nvPr/>
        </p:nvSpPr>
        <p:spPr>
          <a:xfrm>
            <a:off x="6735697" y="3422555"/>
            <a:ext cx="4883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_tradnl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Self-Adaptation</a:t>
            </a:r>
            <a:endParaRPr lang="es-ES_tradnl" sz="2000" b="1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3A56207-D66A-EB23-33E5-1E9BFB8F7EED}"/>
              </a:ext>
            </a:extLst>
          </p:cNvPr>
          <p:cNvSpPr txBox="1"/>
          <p:nvPr/>
        </p:nvSpPr>
        <p:spPr>
          <a:xfrm>
            <a:off x="6735697" y="4203811"/>
            <a:ext cx="5250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4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4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4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ED9ED83-0E9B-84FA-A058-B14C193F8BA8}"/>
              </a:ext>
            </a:extLst>
          </p:cNvPr>
          <p:cNvSpPr txBox="1"/>
          <p:nvPr/>
        </p:nvSpPr>
        <p:spPr>
          <a:xfrm>
            <a:off x="6738630" y="4987776"/>
            <a:ext cx="5019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400" b="1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F554D6C0-30E2-5C19-F41B-DAA726E1F48F}"/>
              </a:ext>
            </a:extLst>
          </p:cNvPr>
          <p:cNvGrpSpPr/>
          <p:nvPr/>
        </p:nvGrpSpPr>
        <p:grpSpPr>
          <a:xfrm>
            <a:off x="298688" y="5580557"/>
            <a:ext cx="8386962" cy="1044534"/>
            <a:chOff x="1649667" y="5813466"/>
            <a:chExt cx="8386962" cy="1044534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67DCB853-04C9-552C-151F-9418334EF92C}"/>
                </a:ext>
              </a:extLst>
            </p:cNvPr>
            <p:cNvSpPr/>
            <p:nvPr/>
          </p:nvSpPr>
          <p:spPr>
            <a:xfrm>
              <a:off x="1649667" y="6096000"/>
              <a:ext cx="8386962" cy="762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4425DAC8-236B-5F94-A6AF-F8D0D8613142}"/>
                </a:ext>
              </a:extLst>
            </p:cNvPr>
            <p:cNvSpPr/>
            <p:nvPr/>
          </p:nvSpPr>
          <p:spPr>
            <a:xfrm>
              <a:off x="2791545" y="6367579"/>
              <a:ext cx="360000" cy="360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A354AE54-2278-E212-C424-A9332EDB4C39}"/>
                </a:ext>
              </a:extLst>
            </p:cNvPr>
            <p:cNvSpPr/>
            <p:nvPr/>
          </p:nvSpPr>
          <p:spPr>
            <a:xfrm>
              <a:off x="4031833" y="6358247"/>
              <a:ext cx="360000" cy="360000"/>
            </a:xfrm>
            <a:prstGeom prst="rect">
              <a:avLst/>
            </a:prstGeom>
            <a:solidFill>
              <a:srgbClr val="BF900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2E6B1EC-66AF-627C-6B58-83955BF0AA49}"/>
                </a:ext>
              </a:extLst>
            </p:cNvPr>
            <p:cNvSpPr/>
            <p:nvPr/>
          </p:nvSpPr>
          <p:spPr>
            <a:xfrm>
              <a:off x="5595148" y="6358247"/>
              <a:ext cx="360000" cy="360000"/>
            </a:xfrm>
            <a:prstGeom prst="rect">
              <a:avLst/>
            </a:prstGeom>
            <a:solidFill>
              <a:srgbClr val="53823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A278F14-E813-B76C-987B-A1CC0E97E686}"/>
                </a:ext>
              </a:extLst>
            </p:cNvPr>
            <p:cNvSpPr/>
            <p:nvPr/>
          </p:nvSpPr>
          <p:spPr>
            <a:xfrm>
              <a:off x="6732264" y="6346656"/>
              <a:ext cx="360000" cy="360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A81FD153-6DF0-7894-85FE-60839F17B070}"/>
                </a:ext>
              </a:extLst>
            </p:cNvPr>
            <p:cNvSpPr txBox="1"/>
            <p:nvPr/>
          </p:nvSpPr>
          <p:spPr>
            <a:xfrm>
              <a:off x="3195698" y="6367579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/>
                <a:t>HIGH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06F714ED-2058-AF59-8D02-D2736FC39F04}"/>
                </a:ext>
              </a:extLst>
            </p:cNvPr>
            <p:cNvSpPr txBox="1"/>
            <p:nvPr/>
          </p:nvSpPr>
          <p:spPr>
            <a:xfrm>
              <a:off x="4461856" y="6358247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/>
                <a:t>MEDIUM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D479B4F9-1319-D3A4-717D-EA6C3574F1FB}"/>
                </a:ext>
              </a:extLst>
            </p:cNvPr>
            <p:cNvSpPr txBox="1"/>
            <p:nvPr/>
          </p:nvSpPr>
          <p:spPr>
            <a:xfrm>
              <a:off x="6002112" y="6358247"/>
              <a:ext cx="632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/>
                <a:t>LOW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7760114E-CDB2-4841-E4E7-EBAFEC2259EB}"/>
                </a:ext>
              </a:extLst>
            </p:cNvPr>
            <p:cNvSpPr txBox="1"/>
            <p:nvPr/>
          </p:nvSpPr>
          <p:spPr>
            <a:xfrm>
              <a:off x="7137028" y="6358247"/>
              <a:ext cx="2154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/>
                <a:t>NOT YET ADDRESSED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1D146708-CBC4-5F6E-B9F3-45124D94FA0C}"/>
                </a:ext>
              </a:extLst>
            </p:cNvPr>
            <p:cNvSpPr/>
            <p:nvPr/>
          </p:nvSpPr>
          <p:spPr>
            <a:xfrm>
              <a:off x="1887922" y="5813466"/>
              <a:ext cx="3129175" cy="41365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dirty="0" err="1">
                  <a:solidFill>
                    <a:schemeClr val="tx1"/>
                  </a:solidFill>
                </a:rPr>
                <a:t>Number</a:t>
              </a:r>
              <a:r>
                <a:rPr lang="es-ES_tradnl" dirty="0">
                  <a:solidFill>
                    <a:schemeClr val="tx1"/>
                  </a:solidFill>
                </a:rPr>
                <a:t> </a:t>
              </a:r>
              <a:r>
                <a:rPr lang="es-ES_tradnl" dirty="0" err="1">
                  <a:solidFill>
                    <a:schemeClr val="tx1"/>
                  </a:solidFill>
                </a:rPr>
                <a:t>of</a:t>
              </a:r>
              <a:r>
                <a:rPr lang="es-ES_tradnl" dirty="0">
                  <a:solidFill>
                    <a:schemeClr val="tx1"/>
                  </a:solidFill>
                </a:rPr>
                <a:t> </a:t>
              </a:r>
              <a:r>
                <a:rPr lang="es-ES_tradnl" dirty="0" err="1">
                  <a:solidFill>
                    <a:schemeClr val="tx1"/>
                  </a:solidFill>
                </a:rPr>
                <a:t>Contributions</a:t>
              </a:r>
              <a:endParaRPr lang="es-ES_tradnl" dirty="0">
                <a:solidFill>
                  <a:schemeClr val="tx1"/>
                </a:solidFill>
              </a:endParaRPr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62C9275-4470-A10B-67EC-483401485E0E}"/>
              </a:ext>
            </a:extLst>
          </p:cNvPr>
          <p:cNvSpPr txBox="1"/>
          <p:nvPr/>
        </p:nvSpPr>
        <p:spPr>
          <a:xfrm>
            <a:off x="11664403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90919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107"/>
    </mc:Choice>
    <mc:Fallback xmlns=""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ED74E2E-0565-5C6F-C647-CC973183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B3287-755A-1529-766C-05522F8F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1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E002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Conclusions</a:t>
            </a:r>
            <a:r>
              <a:rPr lang="en-US" b="1" dirty="0">
                <a:solidFill>
                  <a:srgbClr val="7E0029"/>
                </a:solidFill>
              </a:rPr>
              <a:t> &amp; </a:t>
            </a:r>
            <a:r>
              <a:rPr lang="en-US" b="1" dirty="0">
                <a:solidFill>
                  <a:srgbClr val="7E00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</p:txBody>
      </p:sp>
      <p:graphicFrame>
        <p:nvGraphicFramePr>
          <p:cNvPr id="49" name="Diagrama 48">
            <a:extLst>
              <a:ext uri="{FF2B5EF4-FFF2-40B4-BE49-F238E27FC236}">
                <a16:creationId xmlns:a16="http://schemas.microsoft.com/office/drawing/2014/main" id="{9E11A0E0-55A7-9EC3-5DB3-BB8C818FB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0496594"/>
              </p:ext>
            </p:extLst>
          </p:nvPr>
        </p:nvGraphicFramePr>
        <p:xfrm>
          <a:off x="1681125" y="1272222"/>
          <a:ext cx="9195981" cy="1949444"/>
        </p:xfrm>
        <a:graphic>
          <a:graphicData uri="http://schemas.openxmlformats.org/drawingml/2006/diagram">
            <dgm:relIds xmlns:dgm="http://schemas.openxmlformats.org/drawingml/2006/diagram" r:dm="rId4" r:lo="rId5" r:qs="rId6" r:cs="rId7"/>
          </a:graphicData>
        </a:graphic>
      </p:graphicFrame>
      <p:pic>
        <p:nvPicPr>
          <p:cNvPr id="3074" name="Picture 2" descr="Distributed Systems Group @ TU Wien (@dsg_tuwien) / Posts / X">
            <a:extLst>
              <a:ext uri="{FF2B5EF4-FFF2-40B4-BE49-F238E27FC236}">
                <a16:creationId xmlns:a16="http://schemas.microsoft.com/office/drawing/2014/main" id="{01E0BC33-4961-DE4E-3382-A5FD27DBCD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90" b="19071"/>
          <a:stretch>
            <a:fillRect/>
          </a:stretch>
        </p:blipFill>
        <p:spPr bwMode="auto">
          <a:xfrm>
            <a:off x="8817892" y="1381080"/>
            <a:ext cx="1692983" cy="107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1D244A4-DDEE-D362-882D-69608F06F739}"/>
              </a:ext>
            </a:extLst>
          </p:cNvPr>
          <p:cNvSpPr txBox="1"/>
          <p:nvPr/>
        </p:nvSpPr>
        <p:spPr>
          <a:xfrm>
            <a:off x="11664403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407180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107"/>
    </mc:Choice>
    <mc:Fallback xmlns=""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166E8E0-56A7-04A6-7970-ED65978A0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55786-5EB1-BFDA-EB33-DDD51967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1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E002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Conclusions</a:t>
            </a:r>
            <a:r>
              <a:rPr lang="en-US" b="1" dirty="0">
                <a:solidFill>
                  <a:srgbClr val="7E0029"/>
                </a:solidFill>
              </a:rPr>
              <a:t> &amp; </a:t>
            </a:r>
            <a:r>
              <a:rPr lang="en-US" b="1" dirty="0">
                <a:solidFill>
                  <a:srgbClr val="7E00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</p:txBody>
      </p:sp>
      <p:graphicFrame>
        <p:nvGraphicFramePr>
          <p:cNvPr id="49" name="Diagrama 48">
            <a:extLst>
              <a:ext uri="{FF2B5EF4-FFF2-40B4-BE49-F238E27FC236}">
                <a16:creationId xmlns:a16="http://schemas.microsoft.com/office/drawing/2014/main" id="{B336AE77-EB20-2E15-E86F-33711F70BD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2622866"/>
              </p:ext>
            </p:extLst>
          </p:nvPr>
        </p:nvGraphicFramePr>
        <p:xfrm>
          <a:off x="1681125" y="1272222"/>
          <a:ext cx="9195981" cy="3597490"/>
        </p:xfrm>
        <a:graphic>
          <a:graphicData uri="http://schemas.openxmlformats.org/drawingml/2006/diagram">
            <dgm:relIds xmlns:dgm="http://schemas.openxmlformats.org/drawingml/2006/diagram" r:dm="rId4" r:lo="rId5" r:qs="rId6" r:cs="rId7"/>
          </a:graphicData>
        </a:graphic>
      </p:graphicFrame>
      <p:pic>
        <p:nvPicPr>
          <p:cNvPr id="3" name="Picture 2" descr="Distributed Systems Group @ TU Wien (@dsg_tuwien) / Posts / X">
            <a:extLst>
              <a:ext uri="{FF2B5EF4-FFF2-40B4-BE49-F238E27FC236}">
                <a16:creationId xmlns:a16="http://schemas.microsoft.com/office/drawing/2014/main" id="{39A27DFD-7095-6A9F-ADA8-83E8A5F45E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90" b="19071"/>
          <a:stretch>
            <a:fillRect/>
          </a:stretch>
        </p:blipFill>
        <p:spPr bwMode="auto">
          <a:xfrm>
            <a:off x="8817892" y="1381080"/>
            <a:ext cx="1692983" cy="107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44BA6CF-187B-8B7C-56BC-92EC72A86FB4}"/>
              </a:ext>
            </a:extLst>
          </p:cNvPr>
          <p:cNvSpPr txBox="1"/>
          <p:nvPr/>
        </p:nvSpPr>
        <p:spPr>
          <a:xfrm>
            <a:off x="11664403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63127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83107">
        <p159:morph option="byObject"/>
      </p:transition>
    </mc:Choice>
    <mc:Fallback xmlns="">
      <p:transition spd="slow" advTm="83107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D2586E0-EFF8-12F9-27DC-E19F92E0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87BE8-BE15-5670-9BA3-2D743F972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1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E002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Conclusions</a:t>
            </a:r>
            <a:r>
              <a:rPr lang="en-US" b="1" dirty="0">
                <a:solidFill>
                  <a:srgbClr val="7E0029"/>
                </a:solidFill>
              </a:rPr>
              <a:t> &amp; </a:t>
            </a:r>
            <a:r>
              <a:rPr lang="en-US" b="1" dirty="0">
                <a:solidFill>
                  <a:srgbClr val="7E00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</p:txBody>
      </p:sp>
      <p:graphicFrame>
        <p:nvGraphicFramePr>
          <p:cNvPr id="49" name="Diagrama 48">
            <a:extLst>
              <a:ext uri="{FF2B5EF4-FFF2-40B4-BE49-F238E27FC236}">
                <a16:creationId xmlns:a16="http://schemas.microsoft.com/office/drawing/2014/main" id="{8DC5EB47-1B1D-C587-2DE0-201B88C34D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9919210"/>
              </p:ext>
            </p:extLst>
          </p:nvPr>
        </p:nvGraphicFramePr>
        <p:xfrm>
          <a:off x="1681125" y="1272220"/>
          <a:ext cx="9195981" cy="5418669"/>
        </p:xfrm>
        <a:graphic>
          <a:graphicData uri="http://schemas.openxmlformats.org/drawingml/2006/diagram">
            <dgm:relIds xmlns:dgm="http://schemas.openxmlformats.org/drawingml/2006/diagram" r:dm="rId4" r:lo="rId5" r:qs="rId6" r:cs="rId7"/>
          </a:graphicData>
        </a:graphic>
      </p:graphicFrame>
      <p:pic>
        <p:nvPicPr>
          <p:cNvPr id="4" name="Picture 2" descr="Distributed Systems Group @ TU Wien (@dsg_tuwien) / Posts / X">
            <a:extLst>
              <a:ext uri="{FF2B5EF4-FFF2-40B4-BE49-F238E27FC236}">
                <a16:creationId xmlns:a16="http://schemas.microsoft.com/office/drawing/2014/main" id="{28A33960-867C-2FA2-DA7E-F57D7FE12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90" b="19071"/>
          <a:stretch>
            <a:fillRect/>
          </a:stretch>
        </p:blipFill>
        <p:spPr bwMode="auto">
          <a:xfrm>
            <a:off x="8817892" y="1381080"/>
            <a:ext cx="1692983" cy="107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imeline - Fulbright">
            <a:extLst>
              <a:ext uri="{FF2B5EF4-FFF2-40B4-BE49-F238E27FC236}">
                <a16:creationId xmlns:a16="http://schemas.microsoft.com/office/drawing/2014/main" id="{4E052AED-34F5-B77C-89E8-670AF8750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3" b="34603"/>
          <a:stretch>
            <a:fillRect/>
          </a:stretch>
        </p:blipFill>
        <p:spPr bwMode="auto">
          <a:xfrm>
            <a:off x="9563193" y="4827175"/>
            <a:ext cx="1274677" cy="107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University of California, Berkeley - Wikipedia">
            <a:extLst>
              <a:ext uri="{FF2B5EF4-FFF2-40B4-BE49-F238E27FC236}">
                <a16:creationId xmlns:a16="http://schemas.microsoft.com/office/drawing/2014/main" id="{301F9639-5AD6-DA8C-E6E6-EDE5A8BA5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290" y="4866768"/>
            <a:ext cx="999903" cy="999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1C0882B-A230-9A18-EA43-16F93751DC8C}"/>
              </a:ext>
            </a:extLst>
          </p:cNvPr>
          <p:cNvSpPr txBox="1"/>
          <p:nvPr/>
        </p:nvSpPr>
        <p:spPr>
          <a:xfrm>
            <a:off x="11664403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83785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3107">
        <p:fade/>
      </p:transition>
    </mc:Choice>
    <mc:Fallback xmlns="">
      <p:transition spd="med" advTm="8310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