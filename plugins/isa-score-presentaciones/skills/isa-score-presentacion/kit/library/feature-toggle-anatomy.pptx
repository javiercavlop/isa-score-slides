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  <p:sldMasterId id="2147483741" r:id="rId11"/>
  </p:sldMasterIdLst>
  <p:notesMasterIdLst>
    <p:notesMasterId r:id="rId54"/>
  </p:notesMasterIdLst>
  <p:sldIdLst>
    <p:sldId id="256" r:id="rId12"/>
    <p:sldId id="257" r:id="rId13"/>
    <p:sldId id="258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Master" Target="slideMasters/slideMaster2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30/6/25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30/6/25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30/6/25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30/6/25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30/6/25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5.xml"/><Relationship Id="rId20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30/6/25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B1FE5E3-F094-4055-E898-52E0F5B31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7975CAE4-9AF5-D739-FFE8-C4E00464B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169444"/>
            <a:ext cx="10972800" cy="519112"/>
          </a:xfrm>
        </p:spPr>
        <p:txBody>
          <a:bodyPr/>
          <a:lstStyle/>
          <a:p>
            <a:r>
              <a:rPr lang="es-ES_tradnl" sz="3600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</a:t>
            </a:r>
            <a:r>
              <a:rPr lang="es-ES_tradnl" sz="36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3600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Toggles</a:t>
            </a:r>
            <a:endParaRPr lang="es-ES_tradnl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CAA604A-754B-1B77-92DF-50414C7BF9EF}"/>
              </a:ext>
            </a:extLst>
          </p:cNvPr>
          <p:cNvSpPr txBox="1"/>
          <p:nvPr/>
        </p:nvSpPr>
        <p:spPr>
          <a:xfrm>
            <a:off x="11843828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16442867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966C5DBC-09BA-C096-0106-8C26A3495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F78C4C-F226-5710-2A36-D647541C8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 feature toggle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7809134-EE78-ACD2-E432-31AC0AA9D8BE}"/>
              </a:ext>
            </a:extLst>
          </p:cNvPr>
          <p:cNvSpPr txBox="1"/>
          <p:nvPr/>
        </p:nvSpPr>
        <p:spPr>
          <a:xfrm>
            <a:off x="11843828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5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  <p:pic>
        <p:nvPicPr>
          <p:cNvPr id="8" name="Imagen 7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86D58FD1-6946-7B93-E8AB-57E2A2F10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36"/>
          <a:stretch>
            <a:fillRect/>
          </a:stretch>
        </p:blipFill>
        <p:spPr>
          <a:xfrm>
            <a:off x="4633383" y="1473869"/>
            <a:ext cx="2925234" cy="39102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36C806A-4596-2C4E-35A1-9C775AC4EC53}"/>
              </a:ext>
            </a:extLst>
          </p:cNvPr>
          <p:cNvSpPr txBox="1"/>
          <p:nvPr/>
        </p:nvSpPr>
        <p:spPr>
          <a:xfrm>
            <a:off x="4793400" y="5541030"/>
            <a:ext cx="26052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SaaS </a:t>
            </a:r>
            <a:r>
              <a:rPr lang="es-ES_tradnl" sz="28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</a:t>
            </a:r>
            <a:r>
              <a:rPr lang="es-ES_tradnl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2359408030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72008F-1124-9472-B0AD-4DDC54027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 feature toggle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A88A6E5-57CE-13B1-F71E-0D594508B59D}"/>
              </a:ext>
            </a:extLst>
          </p:cNvPr>
          <p:cNvSpPr txBox="1"/>
          <p:nvPr/>
        </p:nvSpPr>
        <p:spPr>
          <a:xfrm>
            <a:off x="11843828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5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  <p:pic>
        <p:nvPicPr>
          <p:cNvPr id="8" name="Imagen 7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712F92AE-C9F5-EE00-8C55-377FAB0816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36"/>
          <a:stretch>
            <a:fillRect/>
          </a:stretch>
        </p:blipFill>
        <p:spPr>
          <a:xfrm>
            <a:off x="8002411" y="1473869"/>
            <a:ext cx="2925234" cy="3910262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00E70E8D-9362-FB8B-518E-423178DC5A7C}"/>
              </a:ext>
            </a:extLst>
          </p:cNvPr>
          <p:cNvCxnSpPr>
            <a:cxnSpLocks/>
          </p:cNvCxnSpPr>
          <p:nvPr/>
        </p:nvCxnSpPr>
        <p:spPr>
          <a:xfrm flipH="1">
            <a:off x="7318375" y="2562578"/>
            <a:ext cx="1757892" cy="2226733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076AE97F-D785-B178-975B-99A1C8EBD10E}"/>
              </a:ext>
            </a:extLst>
          </p:cNvPr>
          <p:cNvCxnSpPr>
            <a:cxnSpLocks/>
          </p:cNvCxnSpPr>
          <p:nvPr/>
        </p:nvCxnSpPr>
        <p:spPr>
          <a:xfrm flipH="1" flipV="1">
            <a:off x="7318375" y="2068689"/>
            <a:ext cx="1757892" cy="268111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n 14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6BD8336F-8DBB-15D2-077E-617CD35847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8" t="27867" r="10888" b="18453"/>
          <a:stretch>
            <a:fillRect/>
          </a:stretch>
        </p:blipFill>
        <p:spPr>
          <a:xfrm>
            <a:off x="169333" y="2068689"/>
            <a:ext cx="7123348" cy="2720622"/>
          </a:xfrm>
          <a:prstGeom prst="rect">
            <a:avLst/>
          </a:prstGeom>
          <a:ln w="28575">
            <a:solidFill>
              <a:srgbClr val="C00000"/>
            </a:solidFill>
          </a:ln>
        </p:spPr>
      </p:pic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29366F79-E6C0-DD5A-178D-7B0CBDB93332}"/>
              </a:ext>
            </a:extLst>
          </p:cNvPr>
          <p:cNvCxnSpPr>
            <a:cxnSpLocks/>
          </p:cNvCxnSpPr>
          <p:nvPr/>
        </p:nvCxnSpPr>
        <p:spPr>
          <a:xfrm flipV="1">
            <a:off x="1488558" y="3675944"/>
            <a:ext cx="536814" cy="1534009"/>
          </a:xfrm>
          <a:prstGeom prst="straightConnector1">
            <a:avLst/>
          </a:prstGeom>
          <a:ln w="7620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ángulo 27">
            <a:extLst>
              <a:ext uri="{FF2B5EF4-FFF2-40B4-BE49-F238E27FC236}">
                <a16:creationId xmlns:a16="http://schemas.microsoft.com/office/drawing/2014/main" id="{AB44E1AD-DD77-A4E3-4520-FE99D7258D4A}"/>
              </a:ext>
            </a:extLst>
          </p:cNvPr>
          <p:cNvSpPr/>
          <p:nvPr/>
        </p:nvSpPr>
        <p:spPr>
          <a:xfrm>
            <a:off x="1919178" y="3306725"/>
            <a:ext cx="1493874" cy="358586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CDEDCAAB-82E6-40A3-445D-7C817DD8DCE3}"/>
              </a:ext>
            </a:extLst>
          </p:cNvPr>
          <p:cNvSpPr txBox="1"/>
          <p:nvPr/>
        </p:nvSpPr>
        <p:spPr>
          <a:xfrm>
            <a:off x="609600" y="5224642"/>
            <a:ext cx="14157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</a:t>
            </a:r>
            <a:endParaRPr lang="es-ES_tradnl" sz="28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F0F7A947-3F1D-909B-7FDF-22B78E52F89F}"/>
              </a:ext>
            </a:extLst>
          </p:cNvPr>
          <p:cNvSpPr/>
          <p:nvPr/>
        </p:nvSpPr>
        <p:spPr>
          <a:xfrm>
            <a:off x="830223" y="2916239"/>
            <a:ext cx="6155368" cy="39048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595E9C98-09DC-FF45-FBA9-0A25D7C87386}"/>
              </a:ext>
            </a:extLst>
          </p:cNvPr>
          <p:cNvCxnSpPr>
            <a:cxnSpLocks/>
          </p:cNvCxnSpPr>
          <p:nvPr/>
        </p:nvCxnSpPr>
        <p:spPr>
          <a:xfrm flipH="1">
            <a:off x="5975498" y="1699469"/>
            <a:ext cx="244549" cy="1216769"/>
          </a:xfrm>
          <a:prstGeom prst="straightConnector1">
            <a:avLst/>
          </a:prstGeom>
          <a:ln w="7620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58758E0-38A4-FD1A-0608-553B6AD6F1F5}"/>
              </a:ext>
            </a:extLst>
          </p:cNvPr>
          <p:cNvSpPr txBox="1"/>
          <p:nvPr/>
        </p:nvSpPr>
        <p:spPr>
          <a:xfrm>
            <a:off x="5767839" y="1212259"/>
            <a:ext cx="904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Rule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288B0A9-376C-5A1F-9BC0-893D6196D802}"/>
              </a:ext>
            </a:extLst>
          </p:cNvPr>
          <p:cNvSpPr txBox="1"/>
          <p:nvPr/>
        </p:nvSpPr>
        <p:spPr>
          <a:xfrm>
            <a:off x="8162428" y="5455731"/>
            <a:ext cx="26052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SaaS </a:t>
            </a:r>
            <a:r>
              <a:rPr lang="es-ES_tradnl" sz="28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</a:t>
            </a:r>
            <a:r>
              <a:rPr lang="es-ES_tradnl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File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3BD8B845-7886-F4BA-2E0A-30F466E07D4C}"/>
              </a:ext>
            </a:extLst>
          </p:cNvPr>
          <p:cNvSpPr/>
          <p:nvPr/>
        </p:nvSpPr>
        <p:spPr>
          <a:xfrm>
            <a:off x="830223" y="2387786"/>
            <a:ext cx="4046947" cy="39048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5BE4FB31-7694-812A-6052-E98B15A377BD}"/>
              </a:ext>
            </a:extLst>
          </p:cNvPr>
          <p:cNvSpPr txBox="1"/>
          <p:nvPr/>
        </p:nvSpPr>
        <p:spPr>
          <a:xfrm>
            <a:off x="3089776" y="1121694"/>
            <a:ext cx="14446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Context</a:t>
            </a:r>
            <a:endParaRPr lang="es-ES_tradnl" sz="28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52C8BFF0-3982-E264-A918-5F7B25F8E3F0}"/>
              </a:ext>
            </a:extLst>
          </p:cNvPr>
          <p:cNvCxnSpPr>
            <a:cxnSpLocks/>
          </p:cNvCxnSpPr>
          <p:nvPr/>
        </p:nvCxnSpPr>
        <p:spPr>
          <a:xfrm>
            <a:off x="3907907" y="1706549"/>
            <a:ext cx="77568" cy="681236"/>
          </a:xfrm>
          <a:prstGeom prst="straightConnector1">
            <a:avLst/>
          </a:prstGeom>
          <a:ln w="7620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6032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/>
      <p:bldP spid="30" grpId="0" animBg="1"/>
      <p:bldP spid="34" grpId="0"/>
      <p:bldP spid="36" grpId="0" animBg="1"/>
      <p:bldP spid="37" grpId="0"/>
    </p:bldLst>
  </p:timing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