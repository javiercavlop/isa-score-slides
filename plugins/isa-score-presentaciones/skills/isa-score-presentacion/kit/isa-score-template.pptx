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7" r:id="rId12"/>
    <p:sldId id="258" r:id="rId13"/>
    <p:sldId id="25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g"/><Relationship Id="rId8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sset:funding-ministerio-nextgen" descr="funding-ministerio-next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00000" cy="286875"/>
          </a:xfrm>
          <a:prstGeom prst="rect">
            <a:avLst/>
          </a:prstGeom>
        </p:spPr>
      </p:pic>
      <p:pic>
        <p:nvPicPr>
          <p:cNvPr id="3" name="asset:i3us-logo" descr="i3u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000" y="0"/>
            <a:ext cx="1500000" cy="639205"/>
          </a:xfrm>
          <a:prstGeom prst="rect">
            <a:avLst/>
          </a:prstGeom>
        </p:spPr>
      </p:pic>
      <p:pic>
        <p:nvPicPr>
          <p:cNvPr id="4" name="asset:isa-logo" descr="isa-log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000" y="0"/>
            <a:ext cx="1500000" cy="704600"/>
          </a:xfrm>
          <a:prstGeom prst="rect">
            <a:avLst/>
          </a:prstGeom>
        </p:spPr>
      </p:pic>
      <p:pic>
        <p:nvPicPr>
          <p:cNvPr id="5" name="asset:junta-andalucia" descr="junta-andaluc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000" y="0"/>
            <a:ext cx="1500000" cy="1137500"/>
          </a:xfrm>
          <a:prstGeom prst="rect">
            <a:avLst/>
          </a:prstGeom>
        </p:spPr>
      </p:pic>
      <p:pic>
        <p:nvPicPr>
          <p:cNvPr id="6" name="asset:score-logo" descr="score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000" y="0"/>
            <a:ext cx="1500000" cy="599524"/>
          </a:xfrm>
          <a:prstGeom prst="rect">
            <a:avLst/>
          </a:prstGeom>
        </p:spPr>
      </p:pic>
      <p:pic>
        <p:nvPicPr>
          <p:cNvPr id="7" name="asset:score-us-lockup" descr="score-us-lockup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000" y="0"/>
            <a:ext cx="1500000" cy="499523"/>
          </a:xfrm>
          <a:prstGeom prst="rect">
            <a:avLst/>
          </a:prstGeom>
        </p:spPr>
      </p:pic>
      <p:pic>
        <p:nvPicPr>
          <p:cNvPr id="8" name="asset:us-logo" descr="us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0000" y="0"/>
            <a:ext cx="1500000" cy="779851"/>
          </a:xfrm>
          <a:prstGeom prst="rect">
            <a:avLst/>
          </a:prstGeom>
        </p:spPr>
      </p:pic>
      <p:pic>
        <p:nvPicPr>
          <p:cNvPr id="9" name="asset:us-seal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0000" y="0"/>
            <a:ext cx="1500000" cy="1337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ISA seed: title">
    <p:spTree>
      <p:nvGrpSpPr>
        <p:cNvPr id="1" name="">
          <a:extLst>
            <a:ext uri="{FF2B5EF4-FFF2-40B4-BE49-F238E27FC236}">
              <a16:creationId xmlns:a16="http://schemas.microsoft.com/office/drawing/2014/main" id="{C8262893-5429-73A6-4EF3-D0E310A4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8CB137-A91A-B6E9-90A3-DB4F01DE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{{TITLE}}</a:t>
            </a:r>
          </a:p>
        </p:txBody>
      </p:sp>
      <p:sp>
        <p:nvSpPr>
          <p:cNvPr id="3" name="Authors">
            <a:extLst>
              <a:ext uri="{FF2B5EF4-FFF2-40B4-BE49-F238E27FC236}">
                <a16:creationId xmlns:a16="http://schemas.microsoft.com/office/drawing/2014/main" id="{5FF7B072-9F9E-AD41-2223-0B6346BF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932" y="3554730"/>
            <a:ext cx="9304020" cy="2125024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{{PRESENTER}}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{{COAUTHORS}}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{{AFFILIATION}}</a:t>
            </a:r>
          </a:p>
        </p:txBody>
      </p:sp>
      <p:sp>
        <p:nvSpPr>
          <p:cNvPr id="4" name="Venue">
            <a:extLst>
              <a:ext uri="{FF2B5EF4-FFF2-40B4-BE49-F238E27FC236}">
                <a16:creationId xmlns:a16="http://schemas.microsoft.com/office/drawing/2014/main" id="{FCFBEAA6-B8FB-0D90-C276-AE9500A1A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922579"/>
            <a:ext cx="12189884" cy="93542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{{VENUE}}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{{DAY}}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{{DAY_SUFFIX}}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{{MONTH_YEAR}}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Logo score" descr="Texto&#10;&#10;Descripción generada automáticamente">
            <a:extLst>
              <a:ext uri="{FF2B5EF4-FFF2-40B4-BE49-F238E27FC236}">
                <a16:creationId xmlns:a16="http://schemas.microsoft.com/office/drawing/2014/main" id="{72CD08D4-E610-0DD9-1D3C-8274EACC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9" name="Logo isa" descr="logoisa_isa.jpg">
            <a:extLst>
              <a:ext uri="{FF2B5EF4-FFF2-40B4-BE49-F238E27FC236}">
                <a16:creationId xmlns:a16="http://schemas.microsoft.com/office/drawing/2014/main" id="{52F04885-2B4E-1AC5-9B99-F29008A76C9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0" name="Logo us">
            <a:extLst>
              <a:ext uri="{FF2B5EF4-FFF2-40B4-BE49-F238E27FC236}">
                <a16:creationId xmlns:a16="http://schemas.microsoft.com/office/drawing/2014/main" id="{F6E19845-D685-433E-D1E2-2973B3EA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336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ISA seed: closing">
    <p:spTree>
      <p:nvGrpSpPr>
        <p:cNvPr id="1" name="">
          <a:extLst>
            <a:ext uri="{FF2B5EF4-FFF2-40B4-BE49-F238E27FC236}">
              <a16:creationId xmlns:a16="http://schemas.microsoft.com/office/drawing/2014/main" id="{00F32DE8-E70A-90D1-5D17-CA581A4D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score" descr="Texto&#10;&#10;Descripción generada automáticamente">
            <a:extLst>
              <a:ext uri="{FF2B5EF4-FFF2-40B4-BE49-F238E27FC236}">
                <a16:creationId xmlns:a16="http://schemas.microsoft.com/office/drawing/2014/main" id="{C29F87AD-5C44-9F32-AEE6-276FD507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12" name="Logo isa" descr="logoisa_isa.jpg">
            <a:extLst>
              <a:ext uri="{FF2B5EF4-FFF2-40B4-BE49-F238E27FC236}">
                <a16:creationId xmlns:a16="http://schemas.microsoft.com/office/drawing/2014/main" id="{4EEA4286-5CA3-A877-FD9D-8EE3C92EA2A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3" name="Logo us">
            <a:extLst>
              <a:ext uri="{FF2B5EF4-FFF2-40B4-BE49-F238E27FC236}">
                <a16:creationId xmlns:a16="http://schemas.microsoft.com/office/drawing/2014/main" id="{60E6C0AF-0564-EAC1-FBEA-44A3E7043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  <p:sp>
        <p:nvSpPr>
          <p:cNvPr id="19" name="Title">
            <a:extLst>
              <a:ext uri="{FF2B5EF4-FFF2-40B4-BE49-F238E27FC236}">
                <a16:creationId xmlns:a16="http://schemas.microsoft.com/office/drawing/2014/main" id="{FF71BECE-1D83-E7F3-95FE-8EC3F57AC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{{TITLE}}</a:t>
            </a:r>
            <a:endParaRPr lang="en-US" sz="3000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Authors">
            <a:extLst>
              <a:ext uri="{FF2B5EF4-FFF2-40B4-BE49-F238E27FC236}">
                <a16:creationId xmlns:a16="http://schemas.microsoft.com/office/drawing/2014/main" id="{E0E5CA2F-DB90-D0BA-A738-CE947E357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3650" y="3305804"/>
            <a:ext cx="8546846" cy="2299138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{{PRESENTER}}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{{COAUTHORS}}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{{EMAIL}}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{{AFFILIATION}}</a:t>
            </a:r>
          </a:p>
        </p:txBody>
      </p:sp>
      <p:sp>
        <p:nvSpPr>
          <p:cNvPr id="21" name="Venue">
            <a:extLst>
              <a:ext uri="{FF2B5EF4-FFF2-40B4-BE49-F238E27FC236}">
                <a16:creationId xmlns:a16="http://schemas.microsoft.com/office/drawing/2014/main" id="{C063A067-1BBC-1B82-78DE-E90B5DC571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2811" y="5944200"/>
            <a:ext cx="3964262" cy="90160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{{VENUE}}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{{DAY}}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{{DAY_SUFFIX}}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{{MONTH_YEAR}}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6" name="Funding logos">
            <a:extLst>
              <a:ext uri="{FF2B5EF4-FFF2-40B4-BE49-F238E27FC236}">
                <a16:creationId xmlns:a16="http://schemas.microsoft.com/office/drawing/2014/main" id="{AE75C524-C125-2DC3-F359-3BA9AF5D2A00}"/>
              </a:ext>
            </a:extLst>
          </p:cNvPr>
          <p:cNvGrpSpPr/>
          <p:nvPr/>
        </p:nvGrpSpPr>
        <p:grpSpPr>
          <a:xfrm>
            <a:off x="7467600" y="5976858"/>
            <a:ext cx="4722284" cy="1049496"/>
            <a:chOff x="7792739" y="6086752"/>
            <a:chExt cx="4397145" cy="900087"/>
          </a:xfrm>
        </p:grpSpPr>
        <p:pic>
          <p:nvPicPr>
            <p:cNvPr id="27" name="Imagen 26" descr="Imagen de la pantalla de un celular con letras&#10;&#10;Descripción generada automáticamente con confianza media">
              <a:extLst>
                <a:ext uri="{FF2B5EF4-FFF2-40B4-BE49-F238E27FC236}">
                  <a16:creationId xmlns:a16="http://schemas.microsoft.com/office/drawing/2014/main" id="{C88F9211-C2E3-91CD-A93E-9DDF28F80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6110" y="6167463"/>
              <a:ext cx="3353774" cy="641409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BB4EA1CD-2849-C39B-1926-D04B23863F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739" y="6086752"/>
              <a:ext cx="1186990" cy="900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QR placeholder">
            <a:extLst>
              <a:ext uri="{FF2B5EF4-FFF2-40B4-BE49-F238E27FC236}">
                <a16:creationId xmlns:a16="http://schemas.microsoft.com/office/drawing/2014/main" id="{3C2E9144-6515-DF12-41A1-8340A1369D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5704"/>
            <a:ext cx="3810099" cy="38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64490"/>
      </p:ext>
    </p:extLst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